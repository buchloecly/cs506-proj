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3" r:id="rId2"/>
  </p:sldMasterIdLst>
  <p:notesMasterIdLst>
    <p:notesMasterId r:id="rId31"/>
  </p:notesMasterIdLst>
  <p:sldIdLst>
    <p:sldId id="288" r:id="rId3"/>
    <p:sldId id="306" r:id="rId4"/>
    <p:sldId id="261" r:id="rId5"/>
    <p:sldId id="287" r:id="rId6"/>
    <p:sldId id="331" r:id="rId7"/>
    <p:sldId id="332" r:id="rId8"/>
    <p:sldId id="333" r:id="rId9"/>
    <p:sldId id="302" r:id="rId10"/>
    <p:sldId id="334" r:id="rId11"/>
    <p:sldId id="335" r:id="rId12"/>
    <p:sldId id="336" r:id="rId13"/>
    <p:sldId id="303" r:id="rId14"/>
    <p:sldId id="337" r:id="rId15"/>
    <p:sldId id="338" r:id="rId16"/>
    <p:sldId id="339" r:id="rId17"/>
    <p:sldId id="304" r:id="rId18"/>
    <p:sldId id="340" r:id="rId19"/>
    <p:sldId id="341" r:id="rId20"/>
    <p:sldId id="342" r:id="rId21"/>
    <p:sldId id="329" r:id="rId22"/>
    <p:sldId id="343" r:id="rId23"/>
    <p:sldId id="345" r:id="rId24"/>
    <p:sldId id="344" r:id="rId25"/>
    <p:sldId id="330" r:id="rId26"/>
    <p:sldId id="346" r:id="rId27"/>
    <p:sldId id="307" r:id="rId28"/>
    <p:sldId id="347" r:id="rId29"/>
    <p:sldId id="305" r:id="rId30"/>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5D999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031" autoAdjust="0"/>
    <p:restoredTop sz="68059" autoAdjust="0"/>
  </p:normalViewPr>
  <p:slideViewPr>
    <p:cSldViewPr snapToGrid="0">
      <p:cViewPr varScale="1">
        <p:scale>
          <a:sx n="48" d="100"/>
          <a:sy n="48" d="100"/>
        </p:scale>
        <p:origin x="36" y="564"/>
      </p:cViewPr>
      <p:guideLst>
        <p:guide orient="horz" pos="2160"/>
        <p:guide pos="3840"/>
      </p:guideLst>
    </p:cSldViewPr>
  </p:slideViewPr>
  <p:notesTextViewPr>
    <p:cViewPr>
      <p:scale>
        <a:sx n="200" d="100"/>
        <a:sy n="2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tableStyles" Target="tableStyles.xml"/><Relationship Id="rId8"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阿里巴巴普惠体 M" panose="00020600040101010101" pitchFamily="18" charset="-122"/>
                <a:ea typeface="阿里巴巴普惠体 M" panose="00020600040101010101" pitchFamily="18" charset="-122"/>
              </a:defRPr>
            </a:lvl1pPr>
          </a:lstStyle>
          <a:p>
            <a:endParaRPr lang="zh-CN" altLang="en-US" dirty="0"/>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阿里巴巴普惠体 M" panose="00020600040101010101" pitchFamily="18" charset="-122"/>
                <a:ea typeface="阿里巴巴普惠体 M" panose="00020600040101010101" pitchFamily="18" charset="-122"/>
              </a:defRPr>
            </a:lvl1pPr>
          </a:lstStyle>
          <a:p>
            <a:fld id="{18387E6D-879A-4C3F-B90B-CB5B7D8C9D92}" type="datetimeFigureOut">
              <a:rPr lang="zh-CN" altLang="en-US" smtClean="0"/>
              <a:t>2025/5/1</a:t>
            </a:fld>
            <a:endParaRPr lang="zh-CN" altLang="en-US" dirty="0"/>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dirty="0"/>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阿里巴巴普惠体 M" panose="00020600040101010101" pitchFamily="18" charset="-122"/>
                <a:ea typeface="阿里巴巴普惠体 M" panose="00020600040101010101" pitchFamily="18" charset="-122"/>
              </a:defRPr>
            </a:lvl1pPr>
          </a:lstStyle>
          <a:p>
            <a:endParaRPr lang="zh-CN" altLang="en-US" dirty="0"/>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阿里巴巴普惠体 M" panose="00020600040101010101" pitchFamily="18" charset="-122"/>
                <a:ea typeface="阿里巴巴普惠体 M" panose="00020600040101010101" pitchFamily="18" charset="-122"/>
              </a:defRPr>
            </a:lvl1pPr>
          </a:lstStyle>
          <a:p>
            <a:fld id="{4DD70E93-9BC9-4DA2-8CAC-F4FC08D1C8CE}" type="slidenum">
              <a:rPr lang="zh-CN" altLang="en-US" smtClean="0"/>
              <a:t>‹#›</a:t>
            </a:fld>
            <a:endParaRPr lang="zh-CN" altLang="en-US" dirty="0"/>
          </a:p>
        </p:txBody>
      </p:sp>
    </p:spTree>
    <p:extLst>
      <p:ext uri="{BB962C8B-B14F-4D97-AF65-F5344CB8AC3E}">
        <p14:creationId xmlns:p14="http://schemas.microsoft.com/office/powerpoint/2010/main" val="17275022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阿里巴巴普惠体 M" panose="00020600040101010101" pitchFamily="18" charset="-122"/>
        <a:ea typeface="阿里巴巴普惠体 M" panose="00020600040101010101" pitchFamily="18" charset="-122"/>
        <a:cs typeface="+mn-cs"/>
      </a:defRPr>
    </a:lvl1pPr>
    <a:lvl2pPr marL="457200" algn="l" defTabSz="914400" rtl="0" eaLnBrk="1" latinLnBrk="0" hangingPunct="1">
      <a:defRPr sz="1200" kern="1200">
        <a:solidFill>
          <a:schemeClr val="tx1"/>
        </a:solidFill>
        <a:latin typeface="阿里巴巴普惠体 M" panose="00020600040101010101" pitchFamily="18" charset="-122"/>
        <a:ea typeface="阿里巴巴普惠体 M" panose="00020600040101010101" pitchFamily="18" charset="-122"/>
        <a:cs typeface="+mn-cs"/>
      </a:defRPr>
    </a:lvl2pPr>
    <a:lvl3pPr marL="914400" algn="l" defTabSz="914400" rtl="0" eaLnBrk="1" latinLnBrk="0" hangingPunct="1">
      <a:defRPr sz="1200" kern="1200">
        <a:solidFill>
          <a:schemeClr val="tx1"/>
        </a:solidFill>
        <a:latin typeface="阿里巴巴普惠体 M" panose="00020600040101010101" pitchFamily="18" charset="-122"/>
        <a:ea typeface="阿里巴巴普惠体 M" panose="00020600040101010101" pitchFamily="18" charset="-122"/>
        <a:cs typeface="+mn-cs"/>
      </a:defRPr>
    </a:lvl3pPr>
    <a:lvl4pPr marL="1371600" algn="l" defTabSz="914400" rtl="0" eaLnBrk="1" latinLnBrk="0" hangingPunct="1">
      <a:defRPr sz="1200" kern="1200">
        <a:solidFill>
          <a:schemeClr val="tx1"/>
        </a:solidFill>
        <a:latin typeface="阿里巴巴普惠体 M" panose="00020600040101010101" pitchFamily="18" charset="-122"/>
        <a:ea typeface="阿里巴巴普惠体 M" panose="00020600040101010101" pitchFamily="18" charset="-122"/>
        <a:cs typeface="+mn-cs"/>
      </a:defRPr>
    </a:lvl4pPr>
    <a:lvl5pPr marL="1828800" algn="l" defTabSz="914400" rtl="0" eaLnBrk="1" latinLnBrk="0" hangingPunct="1">
      <a:defRPr sz="1200" kern="1200">
        <a:solidFill>
          <a:schemeClr val="tx1"/>
        </a:solidFill>
        <a:latin typeface="阿里巴巴普惠体 M" panose="00020600040101010101" pitchFamily="18" charset="-122"/>
        <a:ea typeface="阿里巴巴普惠体 M" panose="00020600040101010101" pitchFamily="18"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600" kern="100" dirty="0">
                <a:effectLst/>
                <a:latin typeface="等线" panose="02010600030101010101" pitchFamily="2" charset="-122"/>
                <a:ea typeface="等线" panose="02010600030101010101" pitchFamily="2" charset="-122"/>
                <a:cs typeface="Times New Roman" panose="02020603050405020304" pitchFamily="18" charset="0"/>
              </a:rPr>
              <a:t>Hi, I will continue to talk about my project</a:t>
            </a:r>
            <a:endParaRPr lang="zh-CN" altLang="zh-CN" sz="16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4" name="灯片编号占位符 3"/>
          <p:cNvSpPr>
            <a:spLocks noGrp="1"/>
          </p:cNvSpPr>
          <p:nvPr>
            <p:ph type="sldNum" sz="quarter" idx="10"/>
          </p:nvPr>
        </p:nvSpPr>
        <p:spPr/>
        <p:txBody>
          <a:bodyPr/>
          <a:lstStyle/>
          <a:p>
            <a:fld id="{F1CB8912-F0BA-4AD8-8415-DA1F26BCB09F}" type="slidenum">
              <a:rPr lang="zh-CN" altLang="en-US" smtClean="0"/>
              <a:t>1</a:t>
            </a:fld>
            <a:endParaRPr lang="zh-CN" altLang="en-US"/>
          </a:p>
        </p:txBody>
      </p:sp>
    </p:spTree>
    <p:extLst>
      <p:ext uri="{BB962C8B-B14F-4D97-AF65-F5344CB8AC3E}">
        <p14:creationId xmlns:p14="http://schemas.microsoft.com/office/powerpoint/2010/main" val="38519858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FC7E06-2AC1-B74F-B953-2E96E1F8A53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3687405-21F5-921A-FD8B-5B5BAE51332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B609326-8F31-CE17-0266-ADBDF62BA3B7}"/>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In my previous work, I conducted a detailed analysis of the data and validated the proposed hypotheses through multivariate feature analysis.</a:t>
            </a:r>
            <a:endParaRPr lang="en-US" altLang="zh-CN" sz="1600" kern="100" dirty="0">
              <a:effectLst/>
              <a:latin typeface="等线" panose="02010600030101010101" pitchFamily="2" charset="-122"/>
              <a:ea typeface="等线" panose="02010600030101010101" pitchFamily="2"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I have processed the data, including processing feature columns, handling missing and outlier values, feature engineering like encoding feature, creating new feature total income and income bins.</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4" name="灯片编号占位符 3">
            <a:extLst>
              <a:ext uri="{FF2B5EF4-FFF2-40B4-BE49-F238E27FC236}">
                <a16:creationId xmlns:a16="http://schemas.microsoft.com/office/drawing/2014/main" id="{A891CF2F-7238-CB6B-8087-547E8A068293}"/>
              </a:ext>
            </a:extLst>
          </p:cNvPr>
          <p:cNvSpPr>
            <a:spLocks noGrp="1"/>
          </p:cNvSpPr>
          <p:nvPr>
            <p:ph type="sldNum" sz="quarter" idx="10"/>
          </p:nvPr>
        </p:nvSpPr>
        <p:spPr/>
        <p:txBody>
          <a:bodyPr/>
          <a:lstStyle/>
          <a:p>
            <a:fld id="{B2A64216-7571-4F55-B8A0-A9B09CAD06D6}" type="slidenum">
              <a:rPr lang="zh-CN" altLang="en-US" smtClean="0"/>
              <a:t>2</a:t>
            </a:fld>
            <a:endParaRPr lang="zh-CN" altLang="en-US"/>
          </a:p>
        </p:txBody>
      </p:sp>
    </p:spTree>
    <p:extLst>
      <p:ext uri="{BB962C8B-B14F-4D97-AF65-F5344CB8AC3E}">
        <p14:creationId xmlns:p14="http://schemas.microsoft.com/office/powerpoint/2010/main" val="2733500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Then I will focus on modeling and result. I used five models. For each model, I divided the data into an training set and a validation set, and trained the model using parameter tuning and K-Fold cross validation, then applying and evaluating the model with the best parameters.</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zh-CN" sz="16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4" name="灯片编号占位符 3"/>
          <p:cNvSpPr>
            <a:spLocks noGrp="1"/>
          </p:cNvSpPr>
          <p:nvPr>
            <p:ph type="sldNum" sz="quarter" idx="10"/>
          </p:nvPr>
        </p:nvSpPr>
        <p:spPr/>
        <p:txBody>
          <a:bodyPr/>
          <a:lstStyle/>
          <a:p>
            <a:fld id="{F1CB8912-F0BA-4AD8-8415-DA1F26BCB09F}" type="slidenum">
              <a:rPr lang="zh-CN" altLang="en-US" smtClean="0"/>
              <a:t>3</a:t>
            </a:fld>
            <a:endParaRPr lang="zh-CN" altLang="en-US"/>
          </a:p>
        </p:txBody>
      </p:sp>
    </p:spTree>
    <p:extLst>
      <p:ext uri="{BB962C8B-B14F-4D97-AF65-F5344CB8AC3E}">
        <p14:creationId xmlns:p14="http://schemas.microsoft.com/office/powerpoint/2010/main" val="8795226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zh-CN" sz="16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4" name="灯片编号占位符 3"/>
          <p:cNvSpPr>
            <a:spLocks noGrp="1"/>
          </p:cNvSpPr>
          <p:nvPr>
            <p:ph type="sldNum" sz="quarter" idx="10"/>
          </p:nvPr>
        </p:nvSpPr>
        <p:spPr/>
        <p:txBody>
          <a:bodyPr/>
          <a:lstStyle/>
          <a:p>
            <a:fld id="{F1CB8912-F0BA-4AD8-8415-DA1F26BCB09F}" type="slidenum">
              <a:rPr lang="zh-CN" altLang="en-US" smtClean="0"/>
              <a:t>4</a:t>
            </a:fld>
            <a:endParaRPr lang="zh-CN" altLang="en-US"/>
          </a:p>
        </p:txBody>
      </p:sp>
    </p:spTree>
    <p:extLst>
      <p:ext uri="{BB962C8B-B14F-4D97-AF65-F5344CB8AC3E}">
        <p14:creationId xmlns:p14="http://schemas.microsoft.com/office/powerpoint/2010/main" val="27986063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AB01AC-2EE1-72CF-44D0-BC0E0B14A97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2735D28-BF5B-9906-C9A8-313F2101423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96207F6-915B-38F1-0CD7-9732C44E75AE}"/>
              </a:ext>
            </a:extLst>
          </p:cNvPr>
          <p:cNvSpPr>
            <a:spLocks noGrp="1"/>
          </p:cNvSpPr>
          <p:nvPr>
            <p:ph type="body" idx="1"/>
          </p:nvPr>
        </p:nvSpPr>
        <p:spPr/>
        <p:txBody>
          <a:bodyPr/>
          <a:lstStyle/>
          <a:p>
            <a:r>
              <a:rPr lang="en-US" altLang="zh-CN" sz="1800" dirty="0">
                <a:effectLst/>
                <a:latin typeface="等线" panose="02010600030101010101" pitchFamily="2" charset="-122"/>
                <a:cs typeface="Times New Roman" panose="02020603050405020304" pitchFamily="18" charset="0"/>
              </a:rPr>
              <a:t>Logistic Regression is a linear model, so the coefficients directly show how strongly and in which direction each feature influences the probability of approval. </a:t>
            </a:r>
            <a:endParaRPr lang="zh-CN" altLang="en-US" dirty="0"/>
          </a:p>
        </p:txBody>
      </p:sp>
      <p:sp>
        <p:nvSpPr>
          <p:cNvPr id="4" name="灯片编号占位符 3">
            <a:extLst>
              <a:ext uri="{FF2B5EF4-FFF2-40B4-BE49-F238E27FC236}">
                <a16:creationId xmlns:a16="http://schemas.microsoft.com/office/drawing/2014/main" id="{6B68FF5A-D60A-AA41-1FEB-4EF4FB3F9694}"/>
              </a:ext>
            </a:extLst>
          </p:cNvPr>
          <p:cNvSpPr>
            <a:spLocks noGrp="1"/>
          </p:cNvSpPr>
          <p:nvPr>
            <p:ph type="sldNum" sz="quarter" idx="10"/>
          </p:nvPr>
        </p:nvSpPr>
        <p:spPr/>
        <p:txBody>
          <a:bodyPr/>
          <a:lstStyle/>
          <a:p>
            <a:fld id="{B2A64216-7571-4F55-B8A0-A9B09CAD06D6}" type="slidenum">
              <a:rPr lang="zh-CN" altLang="en-US" smtClean="0"/>
              <a:t>5</a:t>
            </a:fld>
            <a:endParaRPr lang="zh-CN" altLang="en-US"/>
          </a:p>
        </p:txBody>
      </p:sp>
    </p:spTree>
    <p:extLst>
      <p:ext uri="{BB962C8B-B14F-4D97-AF65-F5344CB8AC3E}">
        <p14:creationId xmlns:p14="http://schemas.microsoft.com/office/powerpoint/2010/main" val="26070523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09091A-5C89-F0EF-3CC0-6D89AD23110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68876DD-6F6F-13DF-645D-4978F338115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663BFB0-86C9-F7C5-343C-DD31DED1A7D9}"/>
              </a:ext>
            </a:extLst>
          </p:cNvPr>
          <p:cNvSpPr>
            <a:spLocks noGrp="1"/>
          </p:cNvSpPr>
          <p:nvPr>
            <p:ph type="body" idx="1"/>
          </p:nvPr>
        </p:nvSpPr>
        <p:spPr/>
        <p:txBody>
          <a:bodyPr/>
          <a:lstStyle/>
          <a:p>
            <a:pPr marL="0" lvl="0" indent="0" algn="just">
              <a:buSzPts val="1000"/>
              <a:buFont typeface="Symbol" panose="05050102010706020507" pitchFamily="18" charset="2"/>
              <a:buNone/>
              <a:tabLst>
                <a:tab pos="457200" algn="l"/>
              </a:tabLst>
            </a:pP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In the results, </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Credit_History</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has the highest positive coefficient, confirming that applicants with a good credit history significantly increase the odds of loan approval. Married and </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TotalIncomeBin</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also show strong positive effects, suggesting lenders favor stable marital status and higher income brackets. </a:t>
            </a:r>
          </a:p>
          <a:p>
            <a:pPr marL="0" lvl="0" indent="0" algn="just">
              <a:buSzPts val="1000"/>
              <a:buFont typeface="Symbol" panose="05050102010706020507" pitchFamily="18" charset="2"/>
              <a:buNone/>
              <a:tabLst>
                <a:tab pos="457200" algn="l"/>
              </a:tabLst>
            </a:pP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On the negative side, </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Loan_Amount_Term</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has the largest negative coefficient, indicating that longer loan terms reduce approval likelihood, perhaps due to greater uncertainty in long-term repayments.</a:t>
            </a:r>
            <a:r>
              <a:rPr lang="en-US" altLang="zh-CN" sz="1800" kern="100" dirty="0">
                <a:solidFill>
                  <a:srgbClr val="404040"/>
                </a:solidFill>
                <a:effectLst/>
                <a:latin typeface="Segoe UI" panose="020B0502040204020203" pitchFamily="34" charset="0"/>
                <a:ea typeface="等线" panose="02010600030101010101" pitchFamily="2" charset="-122"/>
                <a:cs typeface="Times New Roman" panose="02020603050405020304" pitchFamily="18" charset="0"/>
              </a:rPr>
              <a:t> </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Surprisingly, Education negatively impacts approval, this could reflect dataset bias or confounding variables. for example, graduates might have higher debt.</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4" name="灯片编号占位符 3">
            <a:extLst>
              <a:ext uri="{FF2B5EF4-FFF2-40B4-BE49-F238E27FC236}">
                <a16:creationId xmlns:a16="http://schemas.microsoft.com/office/drawing/2014/main" id="{DF051744-77D2-E0B0-5653-551035FB5286}"/>
              </a:ext>
            </a:extLst>
          </p:cNvPr>
          <p:cNvSpPr>
            <a:spLocks noGrp="1"/>
          </p:cNvSpPr>
          <p:nvPr>
            <p:ph type="sldNum" sz="quarter" idx="10"/>
          </p:nvPr>
        </p:nvSpPr>
        <p:spPr/>
        <p:txBody>
          <a:bodyPr/>
          <a:lstStyle/>
          <a:p>
            <a:fld id="{B2A64216-7571-4F55-B8A0-A9B09CAD06D6}" type="slidenum">
              <a:rPr lang="zh-CN" altLang="en-US" smtClean="0"/>
              <a:t>6</a:t>
            </a:fld>
            <a:endParaRPr lang="zh-CN" altLang="en-US"/>
          </a:p>
        </p:txBody>
      </p:sp>
    </p:spTree>
    <p:extLst>
      <p:ext uri="{BB962C8B-B14F-4D97-AF65-F5344CB8AC3E}">
        <p14:creationId xmlns:p14="http://schemas.microsoft.com/office/powerpoint/2010/main" val="40168668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A10719-5D9D-9795-CAED-5CA276004AA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471E850-0990-F863-00CE-18B61A96C89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5A1D156-216B-F6F3-9AFB-0AD105CCE673}"/>
              </a:ext>
            </a:extLst>
          </p:cNvPr>
          <p:cNvSpPr>
            <a:spLocks noGrp="1"/>
          </p:cNvSpPr>
          <p:nvPr>
            <p:ph type="body" idx="1"/>
          </p:nvPr>
        </p:nvSpPr>
        <p:spPr/>
        <p:txBody>
          <a:bodyPr/>
          <a:lstStyle/>
          <a:p>
            <a:r>
              <a:rPr lang="en-US" altLang="zh-CN" sz="1800" b="0" dirty="0">
                <a:effectLst/>
                <a:latin typeface="等线" panose="02010600030101010101" pitchFamily="2" charset="-122"/>
                <a:cs typeface="Times New Roman" panose="02020603050405020304" pitchFamily="18" charset="0"/>
              </a:rPr>
              <a:t>I use </a:t>
            </a:r>
            <a:r>
              <a:rPr lang="en-US" altLang="zh-CN" sz="1800" b="0" dirty="0" err="1">
                <a:effectLst/>
                <a:latin typeface="等线" panose="02010600030101010101" pitchFamily="2" charset="-122"/>
                <a:cs typeface="Times New Roman" panose="02020603050405020304" pitchFamily="18" charset="0"/>
              </a:rPr>
              <a:t>GridSearchCV</a:t>
            </a:r>
            <a:r>
              <a:rPr lang="en-US" altLang="zh-CN" sz="1800" b="0" dirty="0">
                <a:effectLst/>
                <a:latin typeface="等线" panose="02010600030101010101" pitchFamily="2" charset="-122"/>
                <a:cs typeface="Times New Roman" panose="02020603050405020304" pitchFamily="18" charset="0"/>
              </a:rPr>
              <a:t> to find the best regularization strength and penalty type. </a:t>
            </a:r>
          </a:p>
          <a:p>
            <a:r>
              <a:rPr lang="en-US" altLang="zh-CN" b="0" dirty="0"/>
              <a:t>I calculated the accuracy of the base model and the improved model, and it can be inferred that the improved model did not improve model performance.</a:t>
            </a:r>
          </a:p>
        </p:txBody>
      </p:sp>
      <p:sp>
        <p:nvSpPr>
          <p:cNvPr id="4" name="灯片编号占位符 3">
            <a:extLst>
              <a:ext uri="{FF2B5EF4-FFF2-40B4-BE49-F238E27FC236}">
                <a16:creationId xmlns:a16="http://schemas.microsoft.com/office/drawing/2014/main" id="{94DB3318-ADBC-3EB4-8998-CED6F8B7AFF3}"/>
              </a:ext>
            </a:extLst>
          </p:cNvPr>
          <p:cNvSpPr>
            <a:spLocks noGrp="1"/>
          </p:cNvSpPr>
          <p:nvPr>
            <p:ph type="sldNum" sz="quarter" idx="10"/>
          </p:nvPr>
        </p:nvSpPr>
        <p:spPr/>
        <p:txBody>
          <a:bodyPr/>
          <a:lstStyle/>
          <a:p>
            <a:fld id="{B2A64216-7571-4F55-B8A0-A9B09CAD06D6}" type="slidenum">
              <a:rPr lang="zh-CN" altLang="en-US" smtClean="0"/>
              <a:t>7</a:t>
            </a:fld>
            <a:endParaRPr lang="zh-CN" altLang="en-US"/>
          </a:p>
        </p:txBody>
      </p:sp>
    </p:spTree>
    <p:extLst>
      <p:ext uri="{BB962C8B-B14F-4D97-AF65-F5344CB8AC3E}">
        <p14:creationId xmlns:p14="http://schemas.microsoft.com/office/powerpoint/2010/main" val="40698201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3E411E-BA23-AD84-4C6D-B78EC9F8696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6CA69FEB-9143-31D0-0AE2-E694C57481C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794970C-F7D7-24B1-BEC3-5FFB0956B38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b="0" dirty="0"/>
              <a:t>So let’s move to Decision Tree next. </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It can capture non-linear relationships in the data.</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4" name="灯片编号占位符 3">
            <a:extLst>
              <a:ext uri="{FF2B5EF4-FFF2-40B4-BE49-F238E27FC236}">
                <a16:creationId xmlns:a16="http://schemas.microsoft.com/office/drawing/2014/main" id="{D5322190-69ED-F915-FBE8-7B97CAA8BDD2}"/>
              </a:ext>
            </a:extLst>
          </p:cNvPr>
          <p:cNvSpPr>
            <a:spLocks noGrp="1"/>
          </p:cNvSpPr>
          <p:nvPr>
            <p:ph type="sldNum" sz="quarter" idx="10"/>
          </p:nvPr>
        </p:nvSpPr>
        <p:spPr/>
        <p:txBody>
          <a:bodyPr/>
          <a:lstStyle/>
          <a:p>
            <a:fld id="{F1CB8912-F0BA-4AD8-8415-DA1F26BCB09F}" type="slidenum">
              <a:rPr lang="zh-CN" altLang="en-US" smtClean="0"/>
              <a:t>8</a:t>
            </a:fld>
            <a:endParaRPr lang="zh-CN" altLang="en-US"/>
          </a:p>
        </p:txBody>
      </p:sp>
    </p:spTree>
    <p:extLst>
      <p:ext uri="{BB962C8B-B14F-4D97-AF65-F5344CB8AC3E}">
        <p14:creationId xmlns:p14="http://schemas.microsoft.com/office/powerpoint/2010/main" val="42292953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3A2789-08AA-27B7-E8B3-25639537D84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3152CE5-C5A9-0530-6C00-AB5EB563DB5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3C75F06-06E2-32E5-61F9-690659EE270E}"/>
              </a:ext>
            </a:extLst>
          </p:cNvPr>
          <p:cNvSpPr>
            <a:spLocks noGrp="1"/>
          </p:cNvSpPr>
          <p:nvPr>
            <p:ph type="body" idx="1"/>
          </p:nvPr>
        </p:nvSpPr>
        <p:spPr/>
        <p:txBody>
          <a:bodyPr/>
          <a:lstStyle/>
          <a:p>
            <a:pPr marL="0" marR="0" lvl="0" indent="0" algn="just" defTabSz="914400" rtl="0" eaLnBrk="1" fontAlgn="auto" latinLnBrk="0" hangingPunct="1">
              <a:lnSpc>
                <a:spcPct val="100000"/>
              </a:lnSpc>
              <a:spcBef>
                <a:spcPts val="0"/>
              </a:spcBef>
              <a:spcAft>
                <a:spcPts val="0"/>
              </a:spcAft>
              <a:buClrTx/>
              <a:buSzPts val="1000"/>
              <a:buFont typeface="Symbol" panose="05050102010706020507" pitchFamily="18" charset="2"/>
              <a:buNone/>
              <a:tabLst>
                <a:tab pos="457200" algn="l"/>
              </a:tabLst>
              <a:defRPr/>
            </a:pP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I visualized the tree structure. It explains how decisions are made based on key financial attributes. </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4" name="灯片编号占位符 3">
            <a:extLst>
              <a:ext uri="{FF2B5EF4-FFF2-40B4-BE49-F238E27FC236}">
                <a16:creationId xmlns:a16="http://schemas.microsoft.com/office/drawing/2014/main" id="{B8C17C90-BB54-9D96-75EA-049E75BBDEBC}"/>
              </a:ext>
            </a:extLst>
          </p:cNvPr>
          <p:cNvSpPr>
            <a:spLocks noGrp="1"/>
          </p:cNvSpPr>
          <p:nvPr>
            <p:ph type="sldNum" sz="quarter" idx="10"/>
          </p:nvPr>
        </p:nvSpPr>
        <p:spPr/>
        <p:txBody>
          <a:bodyPr/>
          <a:lstStyle/>
          <a:p>
            <a:fld id="{B2A64216-7571-4F55-B8A0-A9B09CAD06D6}" type="slidenum">
              <a:rPr lang="zh-CN" altLang="en-US" smtClean="0"/>
              <a:t>9</a:t>
            </a:fld>
            <a:endParaRPr lang="zh-CN" altLang="en-US"/>
          </a:p>
        </p:txBody>
      </p:sp>
    </p:spTree>
    <p:extLst>
      <p:ext uri="{BB962C8B-B14F-4D97-AF65-F5344CB8AC3E}">
        <p14:creationId xmlns:p14="http://schemas.microsoft.com/office/powerpoint/2010/main" val="3758209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C28F99-0F78-D1C2-FAF9-8672322424B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6DE87E3-5DC7-59C3-4262-B7C85A24045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11DC140-B7A0-A269-C7A7-2706724BAAFC}"/>
              </a:ext>
            </a:extLst>
          </p:cNvPr>
          <p:cNvSpPr>
            <a:spLocks noGrp="1"/>
          </p:cNvSpPr>
          <p:nvPr>
            <p:ph type="body" idx="1"/>
          </p:nvPr>
        </p:nvSpPr>
        <p:spPr/>
        <p:txBody>
          <a:bodyPr/>
          <a:lstStyle/>
          <a:p>
            <a:pPr marL="0" marR="0" lvl="0" indent="0" algn="just" defTabSz="914400" rtl="0" eaLnBrk="1" fontAlgn="auto" latinLnBrk="0" hangingPunct="1">
              <a:lnSpc>
                <a:spcPct val="100000"/>
              </a:lnSpc>
              <a:spcBef>
                <a:spcPts val="0"/>
              </a:spcBef>
              <a:spcAft>
                <a:spcPts val="0"/>
              </a:spcAft>
              <a:buClrTx/>
              <a:buSzPts val="1000"/>
              <a:buFont typeface="Symbol" panose="05050102010706020507" pitchFamily="18" charset="2"/>
              <a:buNone/>
              <a:tabLst>
                <a:tab pos="457200" algn="l"/>
              </a:tabLst>
              <a:defRPr/>
            </a:pPr>
            <a:r>
              <a:rPr lang="en-US" altLang="zh-CN" sz="1800" dirty="0">
                <a:effectLst/>
                <a:latin typeface="等线" panose="02010600030101010101" pitchFamily="2" charset="-122"/>
                <a:cs typeface="Times New Roman" panose="02020603050405020304" pitchFamily="18" charset="0"/>
              </a:rPr>
              <a:t>The root node splits the dataset based on </a:t>
            </a:r>
            <a:r>
              <a:rPr lang="en-US" altLang="zh-CN" sz="1800" dirty="0" err="1">
                <a:effectLst/>
                <a:latin typeface="等线" panose="02010600030101010101" pitchFamily="2" charset="-122"/>
                <a:cs typeface="Times New Roman" panose="02020603050405020304" pitchFamily="18" charset="0"/>
              </a:rPr>
              <a:t>credit_history</a:t>
            </a:r>
            <a:r>
              <a:rPr lang="en-US" altLang="zh-CN" sz="1800" dirty="0">
                <a:effectLst/>
                <a:latin typeface="等线" panose="02010600030101010101" pitchFamily="2" charset="-122"/>
                <a:cs typeface="Times New Roman" panose="02020603050405020304" pitchFamily="18" charset="0"/>
              </a:rPr>
              <a:t>, reflecting its pivotal role in loan approval decisions.</a:t>
            </a:r>
          </a:p>
          <a:p>
            <a:pPr marL="0" marR="0" lvl="0" indent="0" algn="just" defTabSz="914400" rtl="0" eaLnBrk="1" fontAlgn="auto" latinLnBrk="0" hangingPunct="1">
              <a:lnSpc>
                <a:spcPct val="100000"/>
              </a:lnSpc>
              <a:spcBef>
                <a:spcPts val="0"/>
              </a:spcBef>
              <a:spcAft>
                <a:spcPts val="0"/>
              </a:spcAft>
              <a:buClrTx/>
              <a:buSzPts val="1000"/>
              <a:buFont typeface="Symbol" panose="05050102010706020507" pitchFamily="18" charset="2"/>
              <a:buNone/>
              <a:tabLst>
                <a:tab pos="457200" algn="l"/>
              </a:tabLst>
              <a:defRPr/>
            </a:pPr>
            <a:r>
              <a:rPr lang="en-US" altLang="zh-CN" sz="1800" dirty="0">
                <a:effectLst/>
                <a:ea typeface="等线" panose="02010600030101010101" pitchFamily="2" charset="-122"/>
                <a:cs typeface="Times New Roman" panose="02020603050405020304" pitchFamily="18" charset="0"/>
              </a:rPr>
              <a:t>The second layer introduces </a:t>
            </a:r>
            <a:r>
              <a:rPr lang="en-US" altLang="zh-CN" sz="1800" dirty="0" err="1">
                <a:effectLst/>
                <a:ea typeface="等线" panose="02010600030101010101" pitchFamily="2" charset="-122"/>
                <a:cs typeface="Times New Roman" panose="02020603050405020304" pitchFamily="18" charset="0"/>
              </a:rPr>
              <a:t>TotalIncome</a:t>
            </a:r>
            <a:r>
              <a:rPr lang="en-US" altLang="zh-CN" sz="1800" dirty="0">
                <a:effectLst/>
                <a:ea typeface="等线" panose="02010600030101010101" pitchFamily="2" charset="-122"/>
                <a:cs typeface="Times New Roman" panose="02020603050405020304" pitchFamily="18" charset="0"/>
              </a:rPr>
              <a:t> as a critical feature. The left subtree has low entropy and a stark value imbalance, shows that nearly all applicants in this segment are denied loans. </a:t>
            </a:r>
            <a:r>
              <a:rPr lang="en-US" altLang="zh-CN" sz="1800" dirty="0">
                <a:effectLst/>
                <a:latin typeface="等线" panose="02010600030101010101" pitchFamily="2" charset="-122"/>
                <a:cs typeface="Times New Roman" panose="02020603050405020304" pitchFamily="18" charset="0"/>
              </a:rPr>
              <a:t>This reflects that applicants with both poor credit and very low income are deemed high-risk.</a:t>
            </a:r>
          </a:p>
          <a:p>
            <a:pPr marL="0" marR="0" lvl="0" indent="0" algn="just" defTabSz="914400" rtl="0" eaLnBrk="1" fontAlgn="auto" latinLnBrk="0" hangingPunct="1">
              <a:lnSpc>
                <a:spcPct val="100000"/>
              </a:lnSpc>
              <a:spcBef>
                <a:spcPts val="0"/>
              </a:spcBef>
              <a:spcAft>
                <a:spcPts val="0"/>
              </a:spcAft>
              <a:buClrTx/>
              <a:buSzPts val="1000"/>
              <a:buFont typeface="Symbol" panose="05050102010706020507" pitchFamily="18" charset="2"/>
              <a:buNone/>
              <a:tabLst>
                <a:tab pos="457200" algn="l"/>
              </a:tabLst>
              <a:defRPr/>
            </a:pPr>
            <a:r>
              <a:rPr lang="en-US" altLang="zh-CN" sz="1800" dirty="0">
                <a:effectLst/>
                <a:latin typeface="等线" panose="02010600030101010101" pitchFamily="2" charset="-122"/>
                <a:cs typeface="Times New Roman" panose="02020603050405020304" pitchFamily="18" charset="0"/>
              </a:rPr>
              <a:t>At the third level, the tree introduces </a:t>
            </a:r>
            <a:r>
              <a:rPr lang="en-US" altLang="zh-CN" sz="1800" dirty="0" err="1">
                <a:effectLst/>
                <a:latin typeface="等线" panose="02010600030101010101" pitchFamily="2" charset="-122"/>
                <a:cs typeface="Times New Roman" panose="02020603050405020304" pitchFamily="18" charset="0"/>
              </a:rPr>
              <a:t>ApplicantIncome</a:t>
            </a:r>
            <a:r>
              <a:rPr lang="en-US" altLang="zh-CN" sz="1800" dirty="0">
                <a:effectLst/>
                <a:latin typeface="等线" panose="02010600030101010101" pitchFamily="2" charset="-122"/>
                <a:cs typeface="Times New Roman" panose="02020603050405020304" pitchFamily="18" charset="0"/>
              </a:rPr>
              <a:t> as the next criterion.</a:t>
            </a:r>
          </a:p>
          <a:p>
            <a:pPr marL="0" marR="0" lvl="0" indent="0" algn="just" defTabSz="914400" rtl="0" eaLnBrk="1" fontAlgn="auto" latinLnBrk="0" hangingPunct="1">
              <a:lnSpc>
                <a:spcPct val="100000"/>
              </a:lnSpc>
              <a:spcBef>
                <a:spcPts val="0"/>
              </a:spcBef>
              <a:spcAft>
                <a:spcPts val="0"/>
              </a:spcAft>
              <a:buClrTx/>
              <a:buSzPts val="1000"/>
              <a:buFont typeface="Symbol" panose="05050102010706020507" pitchFamily="18" charset="2"/>
              <a:buNone/>
              <a:tabLst>
                <a:tab pos="457200" algn="l"/>
              </a:tabLst>
              <a:defRPr/>
            </a:pPr>
            <a:r>
              <a:rPr lang="en-US" altLang="zh-CN" sz="1800" dirty="0">
                <a:effectLst/>
                <a:latin typeface="等线" panose="02010600030101010101" pitchFamily="2" charset="-122"/>
                <a:cs typeface="Times New Roman" panose="02020603050405020304" pitchFamily="18" charset="0"/>
              </a:rPr>
              <a:t>The nodes of the last layer represent the final decision points of the model. The low entropy at most leaves reflects confidence in classification.</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4" name="灯片编号占位符 3">
            <a:extLst>
              <a:ext uri="{FF2B5EF4-FFF2-40B4-BE49-F238E27FC236}">
                <a16:creationId xmlns:a16="http://schemas.microsoft.com/office/drawing/2014/main" id="{5E4A1A15-A100-2121-CADE-225D1FA2CC0D}"/>
              </a:ext>
            </a:extLst>
          </p:cNvPr>
          <p:cNvSpPr>
            <a:spLocks noGrp="1"/>
          </p:cNvSpPr>
          <p:nvPr>
            <p:ph type="sldNum" sz="quarter" idx="10"/>
          </p:nvPr>
        </p:nvSpPr>
        <p:spPr/>
        <p:txBody>
          <a:bodyPr/>
          <a:lstStyle/>
          <a:p>
            <a:fld id="{B2A64216-7571-4F55-B8A0-A9B09CAD06D6}" type="slidenum">
              <a:rPr lang="zh-CN" altLang="en-US" smtClean="0"/>
              <a:t>10</a:t>
            </a:fld>
            <a:endParaRPr lang="zh-CN" altLang="en-US"/>
          </a:p>
        </p:txBody>
      </p:sp>
    </p:spTree>
    <p:extLst>
      <p:ext uri="{BB962C8B-B14F-4D97-AF65-F5344CB8AC3E}">
        <p14:creationId xmlns:p14="http://schemas.microsoft.com/office/powerpoint/2010/main" val="20083990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F68561-ACD6-F85B-22BA-7209F9BFAB9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35FED6A-8AB5-A54B-F289-E4CE037771A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EBF50EB-2479-EAE1-22F2-F6F35283F40B}"/>
              </a:ext>
            </a:extLst>
          </p:cNvPr>
          <p:cNvSpPr>
            <a:spLocks noGrp="1"/>
          </p:cNvSpPr>
          <p:nvPr>
            <p:ph type="body" idx="1"/>
          </p:nvPr>
        </p:nvSpPr>
        <p:spPr/>
        <p:txBody>
          <a:bodyPr/>
          <a:lstStyle/>
          <a:p>
            <a:pPr marL="0" marR="0" lvl="0" indent="0" algn="just" defTabSz="914400" rtl="0" eaLnBrk="1" fontAlgn="auto" latinLnBrk="0" hangingPunct="1">
              <a:lnSpc>
                <a:spcPct val="100000"/>
              </a:lnSpc>
              <a:spcBef>
                <a:spcPts val="0"/>
              </a:spcBef>
              <a:spcAft>
                <a:spcPts val="0"/>
              </a:spcAft>
              <a:buClrTx/>
              <a:buSzPts val="1000"/>
              <a:buFont typeface="Symbol" panose="05050102010706020507" pitchFamily="18" charset="2"/>
              <a:buNone/>
              <a:tabLst>
                <a:tab pos="457200" algn="l"/>
              </a:tabLst>
              <a:defRPr/>
            </a:pP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Here is the accuracy of the decision tree, and then I built a random forest model based on the decision tree</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4" name="灯片编号占位符 3">
            <a:extLst>
              <a:ext uri="{FF2B5EF4-FFF2-40B4-BE49-F238E27FC236}">
                <a16:creationId xmlns:a16="http://schemas.microsoft.com/office/drawing/2014/main" id="{6E641CFB-D325-97B9-9B01-340930630FF3}"/>
              </a:ext>
            </a:extLst>
          </p:cNvPr>
          <p:cNvSpPr>
            <a:spLocks noGrp="1"/>
          </p:cNvSpPr>
          <p:nvPr>
            <p:ph type="sldNum" sz="quarter" idx="10"/>
          </p:nvPr>
        </p:nvSpPr>
        <p:spPr/>
        <p:txBody>
          <a:bodyPr/>
          <a:lstStyle/>
          <a:p>
            <a:fld id="{B2A64216-7571-4F55-B8A0-A9B09CAD06D6}" type="slidenum">
              <a:rPr lang="zh-CN" altLang="en-US" smtClean="0"/>
              <a:t>11</a:t>
            </a:fld>
            <a:endParaRPr lang="zh-CN" altLang="en-US"/>
          </a:p>
        </p:txBody>
      </p:sp>
    </p:spTree>
    <p:extLst>
      <p:ext uri="{BB962C8B-B14F-4D97-AF65-F5344CB8AC3E}">
        <p14:creationId xmlns:p14="http://schemas.microsoft.com/office/powerpoint/2010/main" val="250751805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96C0C9-4974-563D-125B-14A4A6ABA91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54E7298-6003-795A-0455-9D00B0FFB56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8B0E29C-2239-014A-1AB4-6480D324E51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Random Forests reduce the risk of overfitting and can handle a large number of input variables efficiently.</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p:txBody>
      </p:sp>
      <p:sp>
        <p:nvSpPr>
          <p:cNvPr id="4" name="灯片编号占位符 3">
            <a:extLst>
              <a:ext uri="{FF2B5EF4-FFF2-40B4-BE49-F238E27FC236}">
                <a16:creationId xmlns:a16="http://schemas.microsoft.com/office/drawing/2014/main" id="{64D2F723-B31E-1664-3F79-9F660F858421}"/>
              </a:ext>
            </a:extLst>
          </p:cNvPr>
          <p:cNvSpPr>
            <a:spLocks noGrp="1"/>
          </p:cNvSpPr>
          <p:nvPr>
            <p:ph type="sldNum" sz="quarter" idx="10"/>
          </p:nvPr>
        </p:nvSpPr>
        <p:spPr/>
        <p:txBody>
          <a:bodyPr/>
          <a:lstStyle/>
          <a:p>
            <a:fld id="{F1CB8912-F0BA-4AD8-8415-DA1F26BCB09F}" type="slidenum">
              <a:rPr lang="zh-CN" altLang="en-US" smtClean="0"/>
              <a:t>12</a:t>
            </a:fld>
            <a:endParaRPr lang="zh-CN" altLang="en-US"/>
          </a:p>
        </p:txBody>
      </p:sp>
    </p:spTree>
    <p:extLst>
      <p:ext uri="{BB962C8B-B14F-4D97-AF65-F5344CB8AC3E}">
        <p14:creationId xmlns:p14="http://schemas.microsoft.com/office/powerpoint/2010/main" val="367702781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D4542F-71F6-5C20-D92F-4776C8416BE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29DB084-CAA6-2D44-7906-F03023A9FCE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FEB77BE2-26F3-1B02-8834-C8729D1A2E29}"/>
              </a:ext>
            </a:extLst>
          </p:cNvPr>
          <p:cNvSpPr>
            <a:spLocks noGrp="1"/>
          </p:cNvSpPr>
          <p:nvPr>
            <p:ph type="body" idx="1"/>
          </p:nvPr>
        </p:nvSpPr>
        <p:spPr/>
        <p:txBody>
          <a:bodyPr/>
          <a:lstStyle/>
          <a:p>
            <a:pPr marL="0" marR="0" lvl="0" indent="0" algn="just" defTabSz="914400" rtl="0" eaLnBrk="1" fontAlgn="auto" latinLnBrk="0" hangingPunct="1">
              <a:lnSpc>
                <a:spcPct val="100000"/>
              </a:lnSpc>
              <a:spcBef>
                <a:spcPts val="0"/>
              </a:spcBef>
              <a:spcAft>
                <a:spcPts val="0"/>
              </a:spcAft>
              <a:buClrTx/>
              <a:buSzPts val="1000"/>
              <a:buFont typeface="Symbol" panose="05050102010706020507" pitchFamily="18" charset="2"/>
              <a:buNone/>
              <a:tabLst>
                <a:tab pos="457200" algn="l"/>
              </a:tabLst>
              <a:defRPr/>
            </a:pP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Similarly, visualize the features importance</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4" name="灯片编号占位符 3">
            <a:extLst>
              <a:ext uri="{FF2B5EF4-FFF2-40B4-BE49-F238E27FC236}">
                <a16:creationId xmlns:a16="http://schemas.microsoft.com/office/drawing/2014/main" id="{928BD4E8-B6BE-9222-FAB9-3F30EF25B016}"/>
              </a:ext>
            </a:extLst>
          </p:cNvPr>
          <p:cNvSpPr>
            <a:spLocks noGrp="1"/>
          </p:cNvSpPr>
          <p:nvPr>
            <p:ph type="sldNum" sz="quarter" idx="10"/>
          </p:nvPr>
        </p:nvSpPr>
        <p:spPr/>
        <p:txBody>
          <a:bodyPr/>
          <a:lstStyle/>
          <a:p>
            <a:fld id="{B2A64216-7571-4F55-B8A0-A9B09CAD06D6}" type="slidenum">
              <a:rPr lang="zh-CN" altLang="en-US" smtClean="0"/>
              <a:t>13</a:t>
            </a:fld>
            <a:endParaRPr lang="zh-CN" altLang="en-US"/>
          </a:p>
        </p:txBody>
      </p:sp>
    </p:spTree>
    <p:extLst>
      <p:ext uri="{BB962C8B-B14F-4D97-AF65-F5344CB8AC3E}">
        <p14:creationId xmlns:p14="http://schemas.microsoft.com/office/powerpoint/2010/main" val="116746869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D19EA0-76D8-665E-3306-DEBCFBEC80E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F77B972-1383-E010-B7F2-E278B1D7EEA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97E418C-896D-D3AC-AE86-9093EB3A4385}"/>
              </a:ext>
            </a:extLst>
          </p:cNvPr>
          <p:cNvSpPr>
            <a:spLocks noGrp="1"/>
          </p:cNvSpPr>
          <p:nvPr>
            <p:ph type="body" idx="1"/>
          </p:nvPr>
        </p:nvSpPr>
        <p:spPr/>
        <p:txBody>
          <a:bodyPr/>
          <a:lstStyle/>
          <a:p>
            <a:pPr marL="0" marR="0" lvl="0" indent="0" algn="just" defTabSz="914400" rtl="0" eaLnBrk="1" fontAlgn="auto" latinLnBrk="0" hangingPunct="1">
              <a:lnSpc>
                <a:spcPct val="100000"/>
              </a:lnSpc>
              <a:spcBef>
                <a:spcPts val="0"/>
              </a:spcBef>
              <a:spcAft>
                <a:spcPts val="0"/>
              </a:spcAft>
              <a:buClrTx/>
              <a:buSzPts val="1000"/>
              <a:buFont typeface="Symbol" panose="05050102010706020507" pitchFamily="18" charset="2"/>
              <a:buNone/>
              <a:tabLst>
                <a:tab pos="457200" algn="l"/>
              </a:tabLst>
              <a:defRPr/>
            </a:pP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Compared to logistic regression, the importance of marriage and education is lower here. This difference arises because random forests capture nonlinear interactions,</a:t>
            </a:r>
            <a:r>
              <a:rPr lang="en-US" altLang="zh-CN" sz="1800" b="1" kern="100" dirty="0">
                <a:effectLst/>
                <a:latin typeface="等线" panose="02010600030101010101" pitchFamily="2" charset="-122"/>
                <a:ea typeface="等线" panose="02010600030101010101" pitchFamily="2" charset="-122"/>
                <a:cs typeface="Times New Roman" panose="02020603050405020304" pitchFamily="18" charset="0"/>
              </a:rPr>
              <a:t> </a:t>
            </a:r>
            <a:r>
              <a:rPr lang="en-US" altLang="zh-CN" sz="1800" b="0" kern="100" dirty="0">
                <a:effectLst/>
                <a:latin typeface="等线" panose="02010600030101010101" pitchFamily="2" charset="-122"/>
                <a:ea typeface="等线" panose="02010600030101010101" pitchFamily="2" charset="-122"/>
                <a:cs typeface="Times New Roman" panose="02020603050405020304" pitchFamily="18" charset="0"/>
              </a:rPr>
              <a:t>for example, income and marriage combined might matter more than marriage alone, while logistic regression isolates linear effects.</a:t>
            </a:r>
            <a:endParaRPr lang="zh-CN" altLang="zh-CN" sz="1800" b="0" kern="100" dirty="0">
              <a:effectLst/>
              <a:latin typeface="等线" panose="02010600030101010101" pitchFamily="2" charset="-122"/>
              <a:ea typeface="等线" panose="02010600030101010101" pitchFamily="2" charset="-122"/>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Pts val="1000"/>
              <a:buFont typeface="Symbol" panose="05050102010706020507" pitchFamily="18" charset="2"/>
              <a:buNone/>
              <a:tabLst>
                <a:tab pos="457200" algn="l"/>
              </a:tabLst>
              <a:defRPr/>
            </a:pP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4" name="灯片编号占位符 3">
            <a:extLst>
              <a:ext uri="{FF2B5EF4-FFF2-40B4-BE49-F238E27FC236}">
                <a16:creationId xmlns:a16="http://schemas.microsoft.com/office/drawing/2014/main" id="{22B2F552-DF25-F0DF-C49E-6481F71E568C}"/>
              </a:ext>
            </a:extLst>
          </p:cNvPr>
          <p:cNvSpPr>
            <a:spLocks noGrp="1"/>
          </p:cNvSpPr>
          <p:nvPr>
            <p:ph type="sldNum" sz="quarter" idx="10"/>
          </p:nvPr>
        </p:nvSpPr>
        <p:spPr/>
        <p:txBody>
          <a:bodyPr/>
          <a:lstStyle/>
          <a:p>
            <a:fld id="{B2A64216-7571-4F55-B8A0-A9B09CAD06D6}" type="slidenum">
              <a:rPr lang="zh-CN" altLang="en-US" smtClean="0"/>
              <a:t>14</a:t>
            </a:fld>
            <a:endParaRPr lang="zh-CN" altLang="en-US"/>
          </a:p>
        </p:txBody>
      </p:sp>
    </p:spTree>
    <p:extLst>
      <p:ext uri="{BB962C8B-B14F-4D97-AF65-F5344CB8AC3E}">
        <p14:creationId xmlns:p14="http://schemas.microsoft.com/office/powerpoint/2010/main" val="21106758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AD7817-F3B5-77EA-133F-838DA76C290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99250DE-6FA6-6CC0-CEFE-C08DAC4E3DF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C3D32A5-699C-838E-9EAD-FD5060DEEDDF}"/>
              </a:ext>
            </a:extLst>
          </p:cNvPr>
          <p:cNvSpPr>
            <a:spLocks noGrp="1"/>
          </p:cNvSpPr>
          <p:nvPr>
            <p:ph type="body" idx="1"/>
          </p:nvPr>
        </p:nvSpPr>
        <p:spPr/>
        <p:txBody>
          <a:bodyPr/>
          <a:lstStyle/>
          <a:p>
            <a:pPr marL="0" marR="0" lvl="0" indent="0" algn="just" defTabSz="914400" rtl="0" eaLnBrk="1" fontAlgn="auto" latinLnBrk="0" hangingPunct="1">
              <a:lnSpc>
                <a:spcPct val="100000"/>
              </a:lnSpc>
              <a:spcBef>
                <a:spcPts val="0"/>
              </a:spcBef>
              <a:spcAft>
                <a:spcPts val="0"/>
              </a:spcAft>
              <a:buClrTx/>
              <a:buSzPts val="1000"/>
              <a:buFont typeface="Symbol" panose="05050102010706020507" pitchFamily="18" charset="2"/>
              <a:buNone/>
              <a:tabLst>
                <a:tab pos="457200" algn="l"/>
              </a:tabLst>
              <a:defRPr/>
            </a:pP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Here is the accuracy of random forest.</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4" name="灯片编号占位符 3">
            <a:extLst>
              <a:ext uri="{FF2B5EF4-FFF2-40B4-BE49-F238E27FC236}">
                <a16:creationId xmlns:a16="http://schemas.microsoft.com/office/drawing/2014/main" id="{BDCD7799-2D77-DE01-690D-9BD301CBAA32}"/>
              </a:ext>
            </a:extLst>
          </p:cNvPr>
          <p:cNvSpPr>
            <a:spLocks noGrp="1"/>
          </p:cNvSpPr>
          <p:nvPr>
            <p:ph type="sldNum" sz="quarter" idx="10"/>
          </p:nvPr>
        </p:nvSpPr>
        <p:spPr/>
        <p:txBody>
          <a:bodyPr/>
          <a:lstStyle/>
          <a:p>
            <a:fld id="{B2A64216-7571-4F55-B8A0-A9B09CAD06D6}" type="slidenum">
              <a:rPr lang="zh-CN" altLang="en-US" smtClean="0"/>
              <a:t>15</a:t>
            </a:fld>
            <a:endParaRPr lang="zh-CN" altLang="en-US"/>
          </a:p>
        </p:txBody>
      </p:sp>
    </p:spTree>
    <p:extLst>
      <p:ext uri="{BB962C8B-B14F-4D97-AF65-F5344CB8AC3E}">
        <p14:creationId xmlns:p14="http://schemas.microsoft.com/office/powerpoint/2010/main" val="387009066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EF785F-35BB-719B-59BF-20B1D8EF84D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BAD2CC0-7BA6-2A2A-CE34-F9D4032AE47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26733BC-2BB9-7E4A-DF5A-67A25CF11DDB}"/>
              </a:ext>
            </a:extLst>
          </p:cNvPr>
          <p:cNvSpPr>
            <a:spLocks noGrp="1"/>
          </p:cNvSpPr>
          <p:nvPr>
            <p:ph type="body" idx="1"/>
          </p:nvPr>
        </p:nvSpPr>
        <p:spPr/>
        <p:txBody>
          <a:bodyPr/>
          <a:lstStyle/>
          <a:p>
            <a:r>
              <a:rPr lang="en-US" altLang="zh-CN" sz="1800" dirty="0" err="1">
                <a:effectLst/>
                <a:latin typeface="等线" panose="02010600030101010101" pitchFamily="2" charset="-122"/>
                <a:cs typeface="Times New Roman" panose="02020603050405020304" pitchFamily="18" charset="0"/>
              </a:rPr>
              <a:t>XGBoost</a:t>
            </a:r>
            <a:r>
              <a:rPr lang="en-US" altLang="zh-CN" sz="1800" dirty="0">
                <a:effectLst/>
                <a:latin typeface="等线" panose="02010600030101010101" pitchFamily="2" charset="-122"/>
                <a:cs typeface="Times New Roman" panose="02020603050405020304" pitchFamily="18" charset="0"/>
              </a:rPr>
              <a:t> uses gradient boosting to build a sequence of optimized trees.</a:t>
            </a:r>
            <a:endParaRPr lang="zh-CN" altLang="en-US" dirty="0"/>
          </a:p>
        </p:txBody>
      </p:sp>
      <p:sp>
        <p:nvSpPr>
          <p:cNvPr id="4" name="灯片编号占位符 3">
            <a:extLst>
              <a:ext uri="{FF2B5EF4-FFF2-40B4-BE49-F238E27FC236}">
                <a16:creationId xmlns:a16="http://schemas.microsoft.com/office/drawing/2014/main" id="{721F7919-8FB0-345B-325A-A86294B81B25}"/>
              </a:ext>
            </a:extLst>
          </p:cNvPr>
          <p:cNvSpPr>
            <a:spLocks noGrp="1"/>
          </p:cNvSpPr>
          <p:nvPr>
            <p:ph type="sldNum" sz="quarter" idx="10"/>
          </p:nvPr>
        </p:nvSpPr>
        <p:spPr/>
        <p:txBody>
          <a:bodyPr/>
          <a:lstStyle/>
          <a:p>
            <a:fld id="{F1CB8912-F0BA-4AD8-8415-DA1F26BCB09F}" type="slidenum">
              <a:rPr lang="zh-CN" altLang="en-US" smtClean="0"/>
              <a:t>16</a:t>
            </a:fld>
            <a:endParaRPr lang="zh-CN" altLang="en-US"/>
          </a:p>
        </p:txBody>
      </p:sp>
    </p:spTree>
    <p:extLst>
      <p:ext uri="{BB962C8B-B14F-4D97-AF65-F5344CB8AC3E}">
        <p14:creationId xmlns:p14="http://schemas.microsoft.com/office/powerpoint/2010/main" val="301253139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5F9D1-8FF3-6928-178D-811449442C8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4E6F9ED-8890-8362-8166-4EBF3A7EF69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277AFDC-3DF9-0448-539D-88953EA86AE5}"/>
              </a:ext>
            </a:extLst>
          </p:cNvPr>
          <p:cNvSpPr>
            <a:spLocks noGrp="1"/>
          </p:cNvSpPr>
          <p:nvPr>
            <p:ph type="body" idx="1"/>
          </p:nvPr>
        </p:nvSpPr>
        <p:spPr/>
        <p:txBody>
          <a:bodyPr/>
          <a:lstStyle/>
          <a:p>
            <a:pPr marL="0" marR="0" lvl="0" indent="0" algn="just" defTabSz="914400" rtl="0" eaLnBrk="1" fontAlgn="auto" latinLnBrk="0" hangingPunct="1">
              <a:lnSpc>
                <a:spcPct val="100000"/>
              </a:lnSpc>
              <a:spcBef>
                <a:spcPts val="0"/>
              </a:spcBef>
              <a:spcAft>
                <a:spcPts val="0"/>
              </a:spcAft>
              <a:buClrTx/>
              <a:buSzPts val="1000"/>
              <a:buFont typeface="Symbol" panose="05050102010706020507" pitchFamily="18" charset="2"/>
              <a:buNone/>
              <a:tabLst>
                <a:tab pos="457200" algn="l"/>
              </a:tabLst>
              <a:defRPr/>
            </a:pP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It </a:t>
            </a:r>
            <a:r>
              <a:rPr lang="en-US" altLang="zh-CN" sz="1800" dirty="0">
                <a:effectLst/>
                <a:latin typeface="等线" panose="02010600030101010101" pitchFamily="2" charset="-122"/>
                <a:cs typeface="Times New Roman" panose="02020603050405020304" pitchFamily="18" charset="0"/>
              </a:rPr>
              <a:t>presents a more refined view of feature contribution. </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4" name="灯片编号占位符 3">
            <a:extLst>
              <a:ext uri="{FF2B5EF4-FFF2-40B4-BE49-F238E27FC236}">
                <a16:creationId xmlns:a16="http://schemas.microsoft.com/office/drawing/2014/main" id="{BA98115D-619A-A34A-BCDF-2B413F43054B}"/>
              </a:ext>
            </a:extLst>
          </p:cNvPr>
          <p:cNvSpPr>
            <a:spLocks noGrp="1"/>
          </p:cNvSpPr>
          <p:nvPr>
            <p:ph type="sldNum" sz="quarter" idx="10"/>
          </p:nvPr>
        </p:nvSpPr>
        <p:spPr/>
        <p:txBody>
          <a:bodyPr/>
          <a:lstStyle/>
          <a:p>
            <a:fld id="{B2A64216-7571-4F55-B8A0-A9B09CAD06D6}" type="slidenum">
              <a:rPr lang="zh-CN" altLang="en-US" smtClean="0"/>
              <a:t>17</a:t>
            </a:fld>
            <a:endParaRPr lang="zh-CN" altLang="en-US"/>
          </a:p>
        </p:txBody>
      </p:sp>
    </p:spTree>
    <p:extLst>
      <p:ext uri="{BB962C8B-B14F-4D97-AF65-F5344CB8AC3E}">
        <p14:creationId xmlns:p14="http://schemas.microsoft.com/office/powerpoint/2010/main" val="146267823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AC6A52-190F-DD7A-FC93-4C2E2998872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84DA1D0-A2B9-4281-2DA5-183DE1D2B83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E4E2E58-0D7C-EAFE-A383-AB7B2C1F7981}"/>
              </a:ext>
            </a:extLst>
          </p:cNvPr>
          <p:cNvSpPr>
            <a:spLocks noGrp="1"/>
          </p:cNvSpPr>
          <p:nvPr>
            <p:ph type="body" idx="1"/>
          </p:nvPr>
        </p:nvSpPr>
        <p:spPr/>
        <p:txBody>
          <a:bodyPr/>
          <a:lstStyle/>
          <a:p>
            <a:pPr marL="0" marR="0" lvl="0" indent="0" algn="just" defTabSz="914400" rtl="0" eaLnBrk="1" fontAlgn="auto" latinLnBrk="0" hangingPunct="1">
              <a:lnSpc>
                <a:spcPct val="100000"/>
              </a:lnSpc>
              <a:spcBef>
                <a:spcPts val="0"/>
              </a:spcBef>
              <a:spcAft>
                <a:spcPts val="0"/>
              </a:spcAft>
              <a:buClrTx/>
              <a:buSzPts val="1000"/>
              <a:buFont typeface="Symbol" panose="05050102010706020507" pitchFamily="18" charset="2"/>
              <a:buNone/>
              <a:tabLst>
                <a:tab pos="457200" algn="l"/>
              </a:tabLst>
              <a:defRPr/>
            </a:pPr>
            <a:r>
              <a:rPr lang="en-US" altLang="zh-CN" sz="1800" dirty="0" err="1">
                <a:effectLst/>
                <a:latin typeface="等线" panose="02010600030101010101" pitchFamily="2" charset="-122"/>
                <a:cs typeface="Times New Roman" panose="02020603050405020304" pitchFamily="18" charset="0"/>
              </a:rPr>
              <a:t>XGBoost</a:t>
            </a:r>
            <a:r>
              <a:rPr lang="en-US" altLang="zh-CN" sz="1800" dirty="0">
                <a:effectLst/>
                <a:latin typeface="等线" panose="02010600030101010101" pitchFamily="2" charset="-122"/>
                <a:cs typeface="Times New Roman" panose="02020603050405020304" pitchFamily="18" charset="0"/>
              </a:rPr>
              <a:t> gives unexpected weight to </a:t>
            </a:r>
            <a:r>
              <a:rPr lang="en-US" altLang="zh-CN" sz="1800" dirty="0" err="1">
                <a:effectLst/>
                <a:latin typeface="等线" panose="02010600030101010101" pitchFamily="2" charset="-122"/>
                <a:cs typeface="Times New Roman" panose="02020603050405020304" pitchFamily="18" charset="0"/>
              </a:rPr>
              <a:t>Self_Employed</a:t>
            </a:r>
            <a:r>
              <a:rPr lang="en-US" altLang="zh-CN" sz="1800" dirty="0">
                <a:effectLst/>
                <a:latin typeface="等线" panose="02010600030101010101" pitchFamily="2" charset="-122"/>
                <a:cs typeface="Times New Roman" panose="02020603050405020304" pitchFamily="18" charset="0"/>
              </a:rPr>
              <a:t>. This could indicate that self-employment status interact strongly with other features, for example, self-employed applicants might need higher incomes to qualify. </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4" name="灯片编号占位符 3">
            <a:extLst>
              <a:ext uri="{FF2B5EF4-FFF2-40B4-BE49-F238E27FC236}">
                <a16:creationId xmlns:a16="http://schemas.microsoft.com/office/drawing/2014/main" id="{70B45164-E8E4-95E4-D210-65C7BDABFE78}"/>
              </a:ext>
            </a:extLst>
          </p:cNvPr>
          <p:cNvSpPr>
            <a:spLocks noGrp="1"/>
          </p:cNvSpPr>
          <p:nvPr>
            <p:ph type="sldNum" sz="quarter" idx="10"/>
          </p:nvPr>
        </p:nvSpPr>
        <p:spPr/>
        <p:txBody>
          <a:bodyPr/>
          <a:lstStyle/>
          <a:p>
            <a:fld id="{B2A64216-7571-4F55-B8A0-A9B09CAD06D6}" type="slidenum">
              <a:rPr lang="zh-CN" altLang="en-US" smtClean="0"/>
              <a:t>18</a:t>
            </a:fld>
            <a:endParaRPr lang="zh-CN" altLang="en-US"/>
          </a:p>
        </p:txBody>
      </p:sp>
    </p:spTree>
    <p:extLst>
      <p:ext uri="{BB962C8B-B14F-4D97-AF65-F5344CB8AC3E}">
        <p14:creationId xmlns:p14="http://schemas.microsoft.com/office/powerpoint/2010/main" val="383226686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28D88D-4CA9-00BA-35F3-162FA6CEED0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8DA1DA8-3917-B59C-62F0-A185FB82DBA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C5FDAA8-CB61-72C6-8AEB-4FB9FEA46D11}"/>
              </a:ext>
            </a:extLst>
          </p:cNvPr>
          <p:cNvSpPr>
            <a:spLocks noGrp="1"/>
          </p:cNvSpPr>
          <p:nvPr>
            <p:ph type="body" idx="1"/>
          </p:nvPr>
        </p:nvSpPr>
        <p:spPr/>
        <p:txBody>
          <a:bodyPr/>
          <a:lstStyle/>
          <a:p>
            <a:pPr marL="0" marR="0" lvl="0" indent="0" algn="just" defTabSz="914400" rtl="0" eaLnBrk="1" fontAlgn="auto" latinLnBrk="0" hangingPunct="1">
              <a:lnSpc>
                <a:spcPct val="100000"/>
              </a:lnSpc>
              <a:spcBef>
                <a:spcPts val="0"/>
              </a:spcBef>
              <a:spcAft>
                <a:spcPts val="0"/>
              </a:spcAft>
              <a:buClrTx/>
              <a:buSzPts val="1000"/>
              <a:buFont typeface="Symbol" panose="05050102010706020507" pitchFamily="18" charset="2"/>
              <a:buNone/>
              <a:tabLst>
                <a:tab pos="457200" algn="l"/>
              </a:tabLst>
              <a:defRPr/>
            </a:pP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Here is the accuracy of </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XGBoost</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4" name="灯片编号占位符 3">
            <a:extLst>
              <a:ext uri="{FF2B5EF4-FFF2-40B4-BE49-F238E27FC236}">
                <a16:creationId xmlns:a16="http://schemas.microsoft.com/office/drawing/2014/main" id="{7524FBD8-4568-C41B-AFA5-4B9E2872361C}"/>
              </a:ext>
            </a:extLst>
          </p:cNvPr>
          <p:cNvSpPr>
            <a:spLocks noGrp="1"/>
          </p:cNvSpPr>
          <p:nvPr>
            <p:ph type="sldNum" sz="quarter" idx="10"/>
          </p:nvPr>
        </p:nvSpPr>
        <p:spPr/>
        <p:txBody>
          <a:bodyPr/>
          <a:lstStyle/>
          <a:p>
            <a:fld id="{B2A64216-7571-4F55-B8A0-A9B09CAD06D6}" type="slidenum">
              <a:rPr lang="zh-CN" altLang="en-US" smtClean="0"/>
              <a:t>19</a:t>
            </a:fld>
            <a:endParaRPr lang="zh-CN" altLang="en-US"/>
          </a:p>
        </p:txBody>
      </p:sp>
    </p:spTree>
    <p:extLst>
      <p:ext uri="{BB962C8B-B14F-4D97-AF65-F5344CB8AC3E}">
        <p14:creationId xmlns:p14="http://schemas.microsoft.com/office/powerpoint/2010/main" val="76736837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5E4A2C-297C-D57A-BB63-3CBC737DE4D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4A46AA1-3CF4-C688-B342-35C48869739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2EFBDF8-09C9-23D2-63E8-884DDCCBDC9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SVM</a:t>
            </a:r>
            <a:r>
              <a:rPr lang="zh-CN" altLang="en-US" dirty="0"/>
              <a:t> </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works well for both linear and non-linear classification.</a:t>
            </a:r>
            <a:endParaRPr lang="zh-CN" altLang="en-US" dirty="0"/>
          </a:p>
        </p:txBody>
      </p:sp>
      <p:sp>
        <p:nvSpPr>
          <p:cNvPr id="4" name="灯片编号占位符 3">
            <a:extLst>
              <a:ext uri="{FF2B5EF4-FFF2-40B4-BE49-F238E27FC236}">
                <a16:creationId xmlns:a16="http://schemas.microsoft.com/office/drawing/2014/main" id="{494E33BE-D9F5-EA7E-0B55-725AD8919FC7}"/>
              </a:ext>
            </a:extLst>
          </p:cNvPr>
          <p:cNvSpPr>
            <a:spLocks noGrp="1"/>
          </p:cNvSpPr>
          <p:nvPr>
            <p:ph type="sldNum" sz="quarter" idx="10"/>
          </p:nvPr>
        </p:nvSpPr>
        <p:spPr/>
        <p:txBody>
          <a:bodyPr/>
          <a:lstStyle/>
          <a:p>
            <a:fld id="{F1CB8912-F0BA-4AD8-8415-DA1F26BCB09F}" type="slidenum">
              <a:rPr lang="zh-CN" altLang="en-US" smtClean="0"/>
              <a:t>20</a:t>
            </a:fld>
            <a:endParaRPr lang="zh-CN" altLang="en-US"/>
          </a:p>
        </p:txBody>
      </p:sp>
    </p:spTree>
    <p:extLst>
      <p:ext uri="{BB962C8B-B14F-4D97-AF65-F5344CB8AC3E}">
        <p14:creationId xmlns:p14="http://schemas.microsoft.com/office/powerpoint/2010/main" val="162745484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B00B1F-6CE1-69A4-3F13-7875A581AAE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DC7709B-6608-B32E-78DC-89BA482D323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D2F07A1-5CA7-6A35-5B84-AE5737F1AB57}"/>
              </a:ext>
            </a:extLst>
          </p:cNvPr>
          <p:cNvSpPr>
            <a:spLocks noGrp="1"/>
          </p:cNvSpPr>
          <p:nvPr>
            <p:ph type="body" idx="1"/>
          </p:nvPr>
        </p:nvSpPr>
        <p:spPr/>
        <p:txBody>
          <a:bodyPr/>
          <a:lstStyle/>
          <a:p>
            <a:pPr marL="0" marR="0" lvl="0" indent="0" algn="just" defTabSz="914400" rtl="0" eaLnBrk="1" fontAlgn="auto" latinLnBrk="0" hangingPunct="1">
              <a:lnSpc>
                <a:spcPct val="100000"/>
              </a:lnSpc>
              <a:spcBef>
                <a:spcPts val="0"/>
              </a:spcBef>
              <a:spcAft>
                <a:spcPts val="0"/>
              </a:spcAft>
              <a:buClrTx/>
              <a:buSzPts val="1000"/>
              <a:buFont typeface="Symbol" panose="05050102010706020507" pitchFamily="18" charset="2"/>
              <a:buNone/>
              <a:tabLst>
                <a:tab pos="457200" algn="l"/>
              </a:tabLst>
              <a:defRPr/>
            </a:pP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Here is the code. F</a:t>
            </a:r>
            <a:r>
              <a:rPr lang="en-US" altLang="zh-CN" sz="1800" dirty="0">
                <a:effectLst/>
                <a:latin typeface="等线" panose="02010600030101010101" pitchFamily="2" charset="-122"/>
                <a:cs typeface="Times New Roman" panose="02020603050405020304" pitchFamily="18" charset="0"/>
              </a:rPr>
              <a:t>or visualization, I select two important features (</a:t>
            </a:r>
            <a:r>
              <a:rPr lang="en-US" altLang="zh-CN" sz="1800" dirty="0" err="1">
                <a:effectLst/>
                <a:latin typeface="等线" panose="02010600030101010101" pitchFamily="2" charset="-122"/>
                <a:cs typeface="Times New Roman" panose="02020603050405020304" pitchFamily="18" charset="0"/>
              </a:rPr>
              <a:t>Credit_History</a:t>
            </a:r>
            <a:r>
              <a:rPr lang="en-US" altLang="zh-CN" sz="1800" dirty="0">
                <a:effectLst/>
                <a:latin typeface="等线" panose="02010600030101010101" pitchFamily="2" charset="-122"/>
                <a:cs typeface="Times New Roman" panose="02020603050405020304" pitchFamily="18" charset="0"/>
              </a:rPr>
              <a:t>" and "</a:t>
            </a:r>
            <a:r>
              <a:rPr lang="en-US" altLang="zh-CN" sz="1800" dirty="0" err="1">
                <a:effectLst/>
                <a:latin typeface="等线" panose="02010600030101010101" pitchFamily="2" charset="-122"/>
                <a:cs typeface="Times New Roman" panose="02020603050405020304" pitchFamily="18" charset="0"/>
              </a:rPr>
              <a:t>TotalIncome</a:t>
            </a:r>
            <a:r>
              <a:rPr lang="en-US" altLang="zh-CN" sz="1800" dirty="0">
                <a:effectLst/>
                <a:latin typeface="等线" panose="02010600030101010101" pitchFamily="2" charset="-122"/>
                <a:cs typeface="Times New Roman" panose="02020603050405020304" pitchFamily="18" charset="0"/>
              </a:rPr>
              <a:t>) and plot how SVM separates the classes</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4" name="灯片编号占位符 3">
            <a:extLst>
              <a:ext uri="{FF2B5EF4-FFF2-40B4-BE49-F238E27FC236}">
                <a16:creationId xmlns:a16="http://schemas.microsoft.com/office/drawing/2014/main" id="{C6CCE793-4C02-81AA-8798-D61CBF0DD889}"/>
              </a:ext>
            </a:extLst>
          </p:cNvPr>
          <p:cNvSpPr>
            <a:spLocks noGrp="1"/>
          </p:cNvSpPr>
          <p:nvPr>
            <p:ph type="sldNum" sz="quarter" idx="10"/>
          </p:nvPr>
        </p:nvSpPr>
        <p:spPr/>
        <p:txBody>
          <a:bodyPr/>
          <a:lstStyle/>
          <a:p>
            <a:fld id="{B2A64216-7571-4F55-B8A0-A9B09CAD06D6}" type="slidenum">
              <a:rPr lang="zh-CN" altLang="en-US" smtClean="0"/>
              <a:t>21</a:t>
            </a:fld>
            <a:endParaRPr lang="zh-CN" altLang="en-US"/>
          </a:p>
        </p:txBody>
      </p:sp>
    </p:spTree>
    <p:extLst>
      <p:ext uri="{BB962C8B-B14F-4D97-AF65-F5344CB8AC3E}">
        <p14:creationId xmlns:p14="http://schemas.microsoft.com/office/powerpoint/2010/main" val="127413093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76CA13-8047-DE17-D7D1-89049F35FDD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1B1F1E1-AF85-9468-1AA3-060D4D04751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56E2E34-EE6F-9DDC-463F-35B7F514C3C9}"/>
              </a:ext>
            </a:extLst>
          </p:cNvPr>
          <p:cNvSpPr>
            <a:spLocks noGrp="1"/>
          </p:cNvSpPr>
          <p:nvPr>
            <p:ph type="body" idx="1"/>
          </p:nvPr>
        </p:nvSpPr>
        <p:spPr/>
        <p:txBody>
          <a:bodyPr/>
          <a:lstStyle/>
          <a:p>
            <a:pPr marL="0" marR="0" lvl="0" indent="0" algn="just" defTabSz="914400" rtl="0" eaLnBrk="1" fontAlgn="auto" latinLnBrk="0" hangingPunct="1">
              <a:lnSpc>
                <a:spcPct val="100000"/>
              </a:lnSpc>
              <a:spcBef>
                <a:spcPts val="0"/>
              </a:spcBef>
              <a:spcAft>
                <a:spcPts val="0"/>
              </a:spcAft>
              <a:buClrTx/>
              <a:buSzPts val="1000"/>
              <a:buFont typeface="Symbol" panose="05050102010706020507" pitchFamily="18" charset="2"/>
              <a:buNone/>
              <a:tabLst>
                <a:tab pos="457200" algn="l"/>
              </a:tabLst>
              <a:defRPr/>
            </a:pPr>
            <a:r>
              <a:rPr lang="en-US" altLang="zh-CN" sz="1800" b="0" dirty="0">
                <a:effectLst/>
                <a:latin typeface="等线" panose="02010600030101010101" pitchFamily="2" charset="-122"/>
                <a:cs typeface="Times New Roman" panose="02020603050405020304" pitchFamily="18" charset="0"/>
              </a:rPr>
              <a:t>Because </a:t>
            </a:r>
            <a:r>
              <a:rPr lang="en-US" altLang="zh-CN" sz="1800" b="0" dirty="0" err="1">
                <a:effectLst/>
                <a:latin typeface="等线" panose="02010600030101010101" pitchFamily="2" charset="-122"/>
                <a:cs typeface="Times New Roman" panose="02020603050405020304" pitchFamily="18" charset="0"/>
              </a:rPr>
              <a:t>Credit_History</a:t>
            </a:r>
            <a:r>
              <a:rPr lang="en-US" altLang="zh-CN" sz="1800" b="0" dirty="0">
                <a:effectLst/>
                <a:latin typeface="等线" panose="02010600030101010101" pitchFamily="2" charset="-122"/>
                <a:cs typeface="Times New Roman" panose="02020603050405020304" pitchFamily="18" charset="0"/>
              </a:rPr>
              <a:t> has only two unique values, so points are stacked vertically. SVM decision boundary mainly splits between </a:t>
            </a:r>
            <a:r>
              <a:rPr lang="en-US" altLang="zh-CN" sz="1800" b="0" dirty="0" err="1">
                <a:effectLst/>
                <a:latin typeface="等线" panose="02010600030101010101" pitchFamily="2" charset="-122"/>
                <a:cs typeface="Times New Roman" panose="02020603050405020304" pitchFamily="18" charset="0"/>
              </a:rPr>
              <a:t>Credit_History</a:t>
            </a:r>
            <a:r>
              <a:rPr lang="en-US" altLang="zh-CN" sz="1800" b="0" dirty="0">
                <a:effectLst/>
                <a:latin typeface="等线" panose="02010600030101010101" pitchFamily="2" charset="-122"/>
                <a:cs typeface="Times New Roman" panose="02020603050405020304" pitchFamily="18" charset="0"/>
              </a:rPr>
              <a:t> 0 and 1, rather than caring much about income. </a:t>
            </a:r>
          </a:p>
          <a:p>
            <a:pPr marL="0" marR="0" lvl="0" indent="0" algn="just" defTabSz="914400" rtl="0" eaLnBrk="1" fontAlgn="auto" latinLnBrk="0" hangingPunct="1">
              <a:lnSpc>
                <a:spcPct val="100000"/>
              </a:lnSpc>
              <a:spcBef>
                <a:spcPts val="0"/>
              </a:spcBef>
              <a:spcAft>
                <a:spcPts val="0"/>
              </a:spcAft>
              <a:buClrTx/>
              <a:buSzPts val="1000"/>
              <a:buFont typeface="Symbol" panose="05050102010706020507" pitchFamily="18" charset="2"/>
              <a:buNone/>
              <a:tabLst>
                <a:tab pos="457200" algn="l"/>
              </a:tabLst>
              <a:defRPr/>
            </a:pPr>
            <a:r>
              <a:rPr lang="en-US" altLang="zh-CN" sz="1800" b="0" dirty="0">
                <a:effectLst/>
                <a:latin typeface="等线" panose="02010600030101010101" pitchFamily="2" charset="-122"/>
                <a:cs typeface="Times New Roman" panose="02020603050405020304" pitchFamily="18" charset="0"/>
              </a:rPr>
              <a:t>The left region with blue dots shows mostly loan not approved.</a:t>
            </a:r>
            <a:r>
              <a:rPr lang="zh-CN" altLang="en-US" sz="1800" b="0" dirty="0">
                <a:effectLst/>
                <a:latin typeface="等线" panose="02010600030101010101" pitchFamily="2" charset="-122"/>
                <a:cs typeface="Times New Roman" panose="02020603050405020304" pitchFamily="18" charset="0"/>
              </a:rPr>
              <a:t> </a:t>
            </a:r>
            <a:r>
              <a:rPr lang="en-US" altLang="zh-CN" sz="1800" b="0" dirty="0">
                <a:effectLst/>
                <a:latin typeface="等线" panose="02010600030101010101" pitchFamily="2" charset="-122"/>
                <a:cs typeface="Times New Roman" panose="02020603050405020304" pitchFamily="18" charset="0"/>
              </a:rPr>
              <a:t>The right region with </a:t>
            </a:r>
            <a:r>
              <a:rPr lang="en-US" altLang="zh-CN" sz="1800" b="0" dirty="0" err="1">
                <a:effectLst/>
                <a:latin typeface="等线" panose="02010600030101010101" pitchFamily="2" charset="-122"/>
                <a:cs typeface="Times New Roman" panose="02020603050405020304" pitchFamily="18" charset="0"/>
              </a:rPr>
              <a:t>Credit_History</a:t>
            </a:r>
            <a:r>
              <a:rPr lang="en-US" altLang="zh-CN" sz="1800" b="0" dirty="0">
                <a:effectLst/>
                <a:latin typeface="等线" panose="02010600030101010101" pitchFamily="2" charset="-122"/>
                <a:cs typeface="Times New Roman" panose="02020603050405020304" pitchFamily="18" charset="0"/>
              </a:rPr>
              <a:t> shows mostly loan approved.</a:t>
            </a:r>
            <a:endParaRPr lang="zh-CN" altLang="zh-CN" sz="1800" b="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4" name="灯片编号占位符 3">
            <a:extLst>
              <a:ext uri="{FF2B5EF4-FFF2-40B4-BE49-F238E27FC236}">
                <a16:creationId xmlns:a16="http://schemas.microsoft.com/office/drawing/2014/main" id="{0C4A4440-6A40-CEC8-0833-3D477F5DBBDC}"/>
              </a:ext>
            </a:extLst>
          </p:cNvPr>
          <p:cNvSpPr>
            <a:spLocks noGrp="1"/>
          </p:cNvSpPr>
          <p:nvPr>
            <p:ph type="sldNum" sz="quarter" idx="10"/>
          </p:nvPr>
        </p:nvSpPr>
        <p:spPr/>
        <p:txBody>
          <a:bodyPr/>
          <a:lstStyle/>
          <a:p>
            <a:fld id="{B2A64216-7571-4F55-B8A0-A9B09CAD06D6}" type="slidenum">
              <a:rPr lang="zh-CN" altLang="en-US" smtClean="0"/>
              <a:t>22</a:t>
            </a:fld>
            <a:endParaRPr lang="zh-CN" altLang="en-US"/>
          </a:p>
        </p:txBody>
      </p:sp>
    </p:spTree>
    <p:extLst>
      <p:ext uri="{BB962C8B-B14F-4D97-AF65-F5344CB8AC3E}">
        <p14:creationId xmlns:p14="http://schemas.microsoft.com/office/powerpoint/2010/main" val="147473203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90111D-751E-628F-511F-FAE4E2F550D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1AFBD1F-579D-E493-7202-5CC2C68ADDC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2050C3D-A647-3F1A-D054-6262B18F8553}"/>
              </a:ext>
            </a:extLst>
          </p:cNvPr>
          <p:cNvSpPr>
            <a:spLocks noGrp="1"/>
          </p:cNvSpPr>
          <p:nvPr>
            <p:ph type="body" idx="1"/>
          </p:nvPr>
        </p:nvSpPr>
        <p:spPr/>
        <p:txBody>
          <a:bodyPr/>
          <a:lstStyle/>
          <a:p>
            <a:pPr marL="0" marR="0" lvl="0" indent="0" algn="just" defTabSz="914400" rtl="0" eaLnBrk="1" fontAlgn="auto" latinLnBrk="0" hangingPunct="1">
              <a:lnSpc>
                <a:spcPct val="100000"/>
              </a:lnSpc>
              <a:spcBef>
                <a:spcPts val="0"/>
              </a:spcBef>
              <a:spcAft>
                <a:spcPts val="0"/>
              </a:spcAft>
              <a:buClrTx/>
              <a:buSzPts val="1000"/>
              <a:buFont typeface="Symbol" panose="05050102010706020507" pitchFamily="18" charset="2"/>
              <a:buNone/>
              <a:tabLst>
                <a:tab pos="457200" algn="l"/>
              </a:tabLst>
              <a:defRPr/>
            </a:pP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Here is the accuracy of SVM.</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4" name="灯片编号占位符 3">
            <a:extLst>
              <a:ext uri="{FF2B5EF4-FFF2-40B4-BE49-F238E27FC236}">
                <a16:creationId xmlns:a16="http://schemas.microsoft.com/office/drawing/2014/main" id="{889A5188-30BA-C73E-CCC5-51A75DD6D082}"/>
              </a:ext>
            </a:extLst>
          </p:cNvPr>
          <p:cNvSpPr>
            <a:spLocks noGrp="1"/>
          </p:cNvSpPr>
          <p:nvPr>
            <p:ph type="sldNum" sz="quarter" idx="10"/>
          </p:nvPr>
        </p:nvSpPr>
        <p:spPr/>
        <p:txBody>
          <a:bodyPr/>
          <a:lstStyle/>
          <a:p>
            <a:fld id="{B2A64216-7571-4F55-B8A0-A9B09CAD06D6}" type="slidenum">
              <a:rPr lang="zh-CN" altLang="en-US" smtClean="0"/>
              <a:t>23</a:t>
            </a:fld>
            <a:endParaRPr lang="zh-CN" altLang="en-US"/>
          </a:p>
        </p:txBody>
      </p:sp>
    </p:spTree>
    <p:extLst>
      <p:ext uri="{BB962C8B-B14F-4D97-AF65-F5344CB8AC3E}">
        <p14:creationId xmlns:p14="http://schemas.microsoft.com/office/powerpoint/2010/main" val="67808346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638CAE-ABD4-42A8-7C6E-2FF85F9B829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4C8B784-B019-B9BF-ED9B-669449CF887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6812611-6363-DE57-FA0B-BD0BB43FF30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The different order of feature importance indicates that the models have different decision-making mechanisms. Across all models, </a:t>
            </a:r>
            <a:r>
              <a:rPr lang="en-US" altLang="zh-CN" sz="1800" kern="100" dirty="0" err="1">
                <a:effectLst/>
                <a:latin typeface="等线" panose="02010600030101010101" pitchFamily="2" charset="-122"/>
                <a:ea typeface="等线" panose="02010600030101010101" pitchFamily="2" charset="-122"/>
                <a:cs typeface="Times New Roman" panose="02020603050405020304" pitchFamily="18" charset="0"/>
              </a:rPr>
              <a:t>Credit_History</a:t>
            </a: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 remains the most important feature, reinforcing its foundational role in loan approval decisions. </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endParaRPr lang="zh-CN" altLang="en-US" dirty="0"/>
          </a:p>
        </p:txBody>
      </p:sp>
      <p:sp>
        <p:nvSpPr>
          <p:cNvPr id="4" name="灯片编号占位符 3">
            <a:extLst>
              <a:ext uri="{FF2B5EF4-FFF2-40B4-BE49-F238E27FC236}">
                <a16:creationId xmlns:a16="http://schemas.microsoft.com/office/drawing/2014/main" id="{59661939-E8F7-6FBB-C417-9CD39BCE3B78}"/>
              </a:ext>
            </a:extLst>
          </p:cNvPr>
          <p:cNvSpPr>
            <a:spLocks noGrp="1"/>
          </p:cNvSpPr>
          <p:nvPr>
            <p:ph type="sldNum" sz="quarter" idx="10"/>
          </p:nvPr>
        </p:nvSpPr>
        <p:spPr/>
        <p:txBody>
          <a:bodyPr/>
          <a:lstStyle/>
          <a:p>
            <a:fld id="{F1CB8912-F0BA-4AD8-8415-DA1F26BCB09F}" type="slidenum">
              <a:rPr lang="zh-CN" altLang="en-US" smtClean="0"/>
              <a:t>24</a:t>
            </a:fld>
            <a:endParaRPr lang="zh-CN" altLang="en-US"/>
          </a:p>
        </p:txBody>
      </p:sp>
    </p:spTree>
    <p:extLst>
      <p:ext uri="{BB962C8B-B14F-4D97-AF65-F5344CB8AC3E}">
        <p14:creationId xmlns:p14="http://schemas.microsoft.com/office/powerpoint/2010/main" val="366571474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9478FB-8859-E8F5-3AF5-690643A5507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95C78D5-B669-85C9-0290-991158F0386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37470EF-3197-0314-3B7E-84C6096B6D9F}"/>
              </a:ext>
            </a:extLst>
          </p:cNvPr>
          <p:cNvSpPr>
            <a:spLocks noGrp="1"/>
          </p:cNvSpPr>
          <p:nvPr>
            <p:ph type="body" idx="1"/>
          </p:nvPr>
        </p:nvSpPr>
        <p:spPr/>
        <p:txBody>
          <a:bodyPr/>
          <a:lstStyle/>
          <a:p>
            <a:pPr marL="0" marR="0" lvl="0" indent="0" algn="just" defTabSz="914400" rtl="0" eaLnBrk="1" fontAlgn="auto" latinLnBrk="0" hangingPunct="1">
              <a:lnSpc>
                <a:spcPct val="100000"/>
              </a:lnSpc>
              <a:spcBef>
                <a:spcPts val="0"/>
              </a:spcBef>
              <a:spcAft>
                <a:spcPts val="0"/>
              </a:spcAft>
              <a:buClrTx/>
              <a:buSzPts val="1000"/>
              <a:buFont typeface="Symbol" panose="05050102010706020507" pitchFamily="18" charset="2"/>
              <a:buNone/>
              <a:tabLst>
                <a:tab pos="457200" algn="l"/>
              </a:tabLst>
              <a:defRPr/>
            </a:pPr>
            <a:r>
              <a:rPr lang="en-US" altLang="zh-CN" sz="1800" b="0" kern="100" dirty="0">
                <a:effectLst/>
                <a:latin typeface="等线" panose="02010600030101010101" pitchFamily="2" charset="-122"/>
                <a:ea typeface="等线" panose="02010600030101010101" pitchFamily="2" charset="-122"/>
                <a:cs typeface="Times New Roman" panose="02020603050405020304" pitchFamily="18" charset="0"/>
              </a:rPr>
              <a:t>We compare the performance of each model vertically first.</a:t>
            </a:r>
          </a:p>
          <a:p>
            <a:pPr marL="0" marR="0" lvl="0" indent="0" algn="just" defTabSz="914400" rtl="0" eaLnBrk="1" fontAlgn="auto" latinLnBrk="0" hangingPunct="1">
              <a:lnSpc>
                <a:spcPct val="100000"/>
              </a:lnSpc>
              <a:spcBef>
                <a:spcPts val="0"/>
              </a:spcBef>
              <a:spcAft>
                <a:spcPts val="0"/>
              </a:spcAft>
              <a:buClrTx/>
              <a:buSzPts val="1000"/>
              <a:buFont typeface="Symbol" panose="05050102010706020507" pitchFamily="18" charset="2"/>
              <a:buNone/>
              <a:tabLst>
                <a:tab pos="457200" algn="l"/>
              </a:tabLst>
              <a:defRPr/>
            </a:pPr>
            <a:r>
              <a:rPr lang="en-US" altLang="zh-CN" sz="1800" b="0" kern="100" dirty="0">
                <a:effectLst/>
                <a:latin typeface="等线" panose="02010600030101010101" pitchFamily="2" charset="-122"/>
                <a:ea typeface="等线" panose="02010600030101010101" pitchFamily="2" charset="-122"/>
                <a:cs typeface="Times New Roman" panose="02020603050405020304" pitchFamily="18" charset="0"/>
              </a:rPr>
              <a:t>Logistic regression and SVM perform the best. This indicates that for this </a:t>
            </a:r>
            <a:r>
              <a:rPr lang="en-US" altLang="zh-CN" sz="1800" dirty="0">
                <a:effectLst/>
                <a:latin typeface="等线" panose="02010600030101010101" pitchFamily="2" charset="-122"/>
                <a:cs typeface="Times New Roman" panose="02020603050405020304" pitchFamily="18" charset="0"/>
              </a:rPr>
              <a:t>particular </a:t>
            </a:r>
            <a:r>
              <a:rPr lang="en-US" altLang="zh-CN" sz="1800" b="0" kern="100" dirty="0">
                <a:effectLst/>
                <a:latin typeface="等线" panose="02010600030101010101" pitchFamily="2" charset="-122"/>
                <a:ea typeface="等线" panose="02010600030101010101" pitchFamily="2" charset="-122"/>
                <a:cs typeface="Times New Roman" panose="02020603050405020304" pitchFamily="18" charset="0"/>
              </a:rPr>
              <a:t>dataset, simpler linear models may generalize better to unseen data compared to more complex tree based models. This also indicates that feature engineering and data preprocessing steps effectively shape the data of the model. Other models showed lower performance, indicating possible slight overfitting or sensitivity to data segmentation. All models achieved a validation accuracy of over 84%, which confirms that the project has successfully achieved the goal of building a reliable loan eligibility predictor.</a:t>
            </a:r>
            <a:endParaRPr lang="zh-CN" altLang="zh-CN" sz="1800" b="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4" name="灯片编号占位符 3">
            <a:extLst>
              <a:ext uri="{FF2B5EF4-FFF2-40B4-BE49-F238E27FC236}">
                <a16:creationId xmlns:a16="http://schemas.microsoft.com/office/drawing/2014/main" id="{BBA66ED1-C996-6669-AE6B-5EC7731E0C3B}"/>
              </a:ext>
            </a:extLst>
          </p:cNvPr>
          <p:cNvSpPr>
            <a:spLocks noGrp="1"/>
          </p:cNvSpPr>
          <p:nvPr>
            <p:ph type="sldNum" sz="quarter" idx="10"/>
          </p:nvPr>
        </p:nvSpPr>
        <p:spPr/>
        <p:txBody>
          <a:bodyPr/>
          <a:lstStyle/>
          <a:p>
            <a:fld id="{B2A64216-7571-4F55-B8A0-A9B09CAD06D6}" type="slidenum">
              <a:rPr lang="zh-CN" altLang="en-US" smtClean="0"/>
              <a:t>25</a:t>
            </a:fld>
            <a:endParaRPr lang="zh-CN" altLang="en-US"/>
          </a:p>
        </p:txBody>
      </p:sp>
    </p:spTree>
    <p:extLst>
      <p:ext uri="{BB962C8B-B14F-4D97-AF65-F5344CB8AC3E}">
        <p14:creationId xmlns:p14="http://schemas.microsoft.com/office/powerpoint/2010/main" val="352739597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7485FB-2463-BD52-46CF-D5FF71FC19A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84C6E55-2508-B143-D095-625645B308F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5A73DE0-A22C-D1B8-4143-6679FDE93F0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b="0" dirty="0"/>
              <a:t>Comparing different models, I focus on four indicators. </a:t>
            </a:r>
            <a:r>
              <a:rPr lang="en-US" altLang="zh-CN" sz="1800" b="0" kern="100" dirty="0">
                <a:effectLst/>
                <a:latin typeface="等线" panose="02010600030101010101" pitchFamily="2" charset="-122"/>
                <a:ea typeface="等线" panose="02010600030101010101" pitchFamily="2" charset="-122"/>
                <a:cs typeface="Times New Roman" panose="02020603050405020304" pitchFamily="18" charset="0"/>
              </a:rPr>
              <a:t>Precision reflect Not granting loans to risky customers</a:t>
            </a:r>
            <a:r>
              <a:rPr lang="zh-CN" altLang="zh-CN" sz="1800" b="0"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1800" b="0" kern="100" dirty="0">
                <a:effectLst/>
                <a:latin typeface="等线" panose="02010600030101010101" pitchFamily="2" charset="-122"/>
                <a:ea typeface="等线" panose="02010600030101010101" pitchFamily="2" charset="-122"/>
                <a:cs typeface="Times New Roman" panose="02020603050405020304" pitchFamily="18" charset="0"/>
              </a:rPr>
              <a:t>recall reflect Not rejecting eligible customers</a:t>
            </a:r>
            <a:r>
              <a:rPr lang="zh-CN" altLang="zh-CN" sz="1800" b="0"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1800" b="0" kern="100" dirty="0">
                <a:effectLst/>
                <a:latin typeface="等线" panose="02010600030101010101" pitchFamily="2" charset="-122"/>
                <a:ea typeface="等线" panose="02010600030101010101" pitchFamily="2" charset="-122"/>
                <a:cs typeface="Times New Roman" panose="02020603050405020304" pitchFamily="18" charset="0"/>
              </a:rPr>
              <a:t>F1 Score balances both precision and recall</a:t>
            </a:r>
            <a:r>
              <a:rPr lang="zh-CN" altLang="zh-CN" sz="1800" b="0" kern="100" dirty="0">
                <a:effectLst/>
                <a:latin typeface="等线" panose="02010600030101010101" pitchFamily="2" charset="-122"/>
                <a:ea typeface="等线" panose="02010600030101010101" pitchFamily="2" charset="-122"/>
                <a:cs typeface="Times New Roman" panose="02020603050405020304" pitchFamily="18" charset="0"/>
              </a:rPr>
              <a:t>，</a:t>
            </a:r>
            <a:r>
              <a:rPr lang="en-US" altLang="zh-CN" sz="1800" b="0" kern="100" dirty="0">
                <a:effectLst/>
                <a:latin typeface="等线" panose="02010600030101010101" pitchFamily="2" charset="-122"/>
                <a:ea typeface="等线" panose="02010600030101010101" pitchFamily="2" charset="-122"/>
                <a:cs typeface="Times New Roman" panose="02020603050405020304" pitchFamily="18" charset="0"/>
              </a:rPr>
              <a:t>So I use F1 Score as the main metric to evaluate model. </a:t>
            </a:r>
            <a:endParaRPr lang="zh-CN" altLang="en-US" dirty="0"/>
          </a:p>
        </p:txBody>
      </p:sp>
      <p:sp>
        <p:nvSpPr>
          <p:cNvPr id="4" name="灯片编号占位符 3">
            <a:extLst>
              <a:ext uri="{FF2B5EF4-FFF2-40B4-BE49-F238E27FC236}">
                <a16:creationId xmlns:a16="http://schemas.microsoft.com/office/drawing/2014/main" id="{82FE6040-4F02-7F27-C12C-0661437D97D5}"/>
              </a:ext>
            </a:extLst>
          </p:cNvPr>
          <p:cNvSpPr>
            <a:spLocks noGrp="1"/>
          </p:cNvSpPr>
          <p:nvPr>
            <p:ph type="sldNum" sz="quarter" idx="10"/>
          </p:nvPr>
        </p:nvSpPr>
        <p:spPr/>
        <p:txBody>
          <a:bodyPr/>
          <a:lstStyle/>
          <a:p>
            <a:fld id="{B2A64216-7571-4F55-B8A0-A9B09CAD06D6}" type="slidenum">
              <a:rPr lang="zh-CN" altLang="en-US" smtClean="0"/>
              <a:t>26</a:t>
            </a:fld>
            <a:endParaRPr lang="zh-CN" altLang="en-US"/>
          </a:p>
        </p:txBody>
      </p:sp>
    </p:spTree>
    <p:extLst>
      <p:ext uri="{BB962C8B-B14F-4D97-AF65-F5344CB8AC3E}">
        <p14:creationId xmlns:p14="http://schemas.microsoft.com/office/powerpoint/2010/main" val="293962627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88FAA4-5F87-9894-072C-4EDDAA0A52D2}"/>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EE73FB5-AD06-64BA-9534-64E17445676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86B9A86-9639-FAA0-7C1C-D37CD711EDB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We found that the model exhibited similar testing accuracy and metrics.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The reason may be that the dataset may contain very strong predictive features. For example, if the majority of the dataset has </a:t>
            </a:r>
            <a:r>
              <a:rPr lang="en-US" altLang="zh-CN" dirty="0" err="1"/>
              <a:t>Credit_Sistory</a:t>
            </a:r>
            <a:r>
              <a:rPr lang="en-US" altLang="zh-CN" dirty="0"/>
              <a:t>=1 and it predicts </a:t>
            </a:r>
            <a:r>
              <a:rPr lang="en-US" altLang="zh-CN" dirty="0" err="1"/>
              <a:t>Loan_Status</a:t>
            </a:r>
            <a:r>
              <a:rPr lang="en-US" altLang="zh-CN" dirty="0"/>
              <a:t> very well individually, then all models will 'agree' and achieve similar accuracy.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Common data processing might have homogenized the input space.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Evaluation Set Limitations: here we only have 20% of 614 samples, a few identical predictions can make models seem more alike than they truly are. The test set might reveal more differentiation in performance.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800" kern="100" dirty="0">
                <a:effectLst/>
                <a:latin typeface="等线" panose="02010600030101010101" pitchFamily="2" charset="-122"/>
                <a:ea typeface="等线" panose="02010600030101010101" pitchFamily="2" charset="-122"/>
                <a:cs typeface="Times New Roman" panose="02020603050405020304" pitchFamily="18" charset="0"/>
              </a:rPr>
              <a:t>Finally, I chose logistic regression for the prediction and generated the prediction csv file. Because it performs well on all indicators and the coefficients directly indicate features. And it has lower computational costs, faster speed, and greater scalability.</a:t>
            </a:r>
            <a:endParaRPr lang="zh-CN" altLang="zh-CN" sz="1800" kern="100" dirty="0">
              <a:effectLst/>
              <a:latin typeface="等线" panose="02010600030101010101" pitchFamily="2" charset="-122"/>
              <a:ea typeface="等线" panose="02010600030101010101" pitchFamily="2" charset="-122"/>
              <a:cs typeface="Times New Roman" panose="02020603050405020304" pitchFamily="18" charset="0"/>
            </a:endParaRPr>
          </a:p>
        </p:txBody>
      </p:sp>
      <p:sp>
        <p:nvSpPr>
          <p:cNvPr id="4" name="灯片编号占位符 3">
            <a:extLst>
              <a:ext uri="{FF2B5EF4-FFF2-40B4-BE49-F238E27FC236}">
                <a16:creationId xmlns:a16="http://schemas.microsoft.com/office/drawing/2014/main" id="{49FDF6E6-29E9-D9FD-A35E-7DC79F36185D}"/>
              </a:ext>
            </a:extLst>
          </p:cNvPr>
          <p:cNvSpPr>
            <a:spLocks noGrp="1"/>
          </p:cNvSpPr>
          <p:nvPr>
            <p:ph type="sldNum" sz="quarter" idx="10"/>
          </p:nvPr>
        </p:nvSpPr>
        <p:spPr/>
        <p:txBody>
          <a:bodyPr/>
          <a:lstStyle/>
          <a:p>
            <a:fld id="{B2A64216-7571-4F55-B8A0-A9B09CAD06D6}" type="slidenum">
              <a:rPr lang="zh-CN" altLang="en-US" smtClean="0"/>
              <a:t>27</a:t>
            </a:fld>
            <a:endParaRPr lang="zh-CN" altLang="en-US"/>
          </a:p>
        </p:txBody>
      </p:sp>
    </p:spTree>
    <p:extLst>
      <p:ext uri="{BB962C8B-B14F-4D97-AF65-F5344CB8AC3E}">
        <p14:creationId xmlns:p14="http://schemas.microsoft.com/office/powerpoint/2010/main" val="403333933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8AD2C2-9F3F-388B-9495-F70E22B0418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89EC690-E472-AFC3-D577-E80E554540F0}"/>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1F5E0FE-0F0A-B3E6-0BB3-A66B2AFB6DF1}"/>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DE13D6C4-BACE-2BDB-99A3-2B636E4A6DF1}"/>
              </a:ext>
            </a:extLst>
          </p:cNvPr>
          <p:cNvSpPr>
            <a:spLocks noGrp="1"/>
          </p:cNvSpPr>
          <p:nvPr>
            <p:ph type="sldNum" sz="quarter" idx="10"/>
          </p:nvPr>
        </p:nvSpPr>
        <p:spPr/>
        <p:txBody>
          <a:bodyPr/>
          <a:lstStyle/>
          <a:p>
            <a:fld id="{F1CB8912-F0BA-4AD8-8415-DA1F26BCB09F}" type="slidenum">
              <a:rPr lang="zh-CN" altLang="en-US" smtClean="0"/>
              <a:t>28</a:t>
            </a:fld>
            <a:endParaRPr lang="zh-CN" altLang="en-US"/>
          </a:p>
        </p:txBody>
      </p:sp>
    </p:spTree>
    <p:extLst>
      <p:ext uri="{BB962C8B-B14F-4D97-AF65-F5344CB8AC3E}">
        <p14:creationId xmlns:p14="http://schemas.microsoft.com/office/powerpoint/2010/main" val="3929237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C0C128AD-E0BD-45AD-BE26-E627024D0FC7}" type="datetimeFigureOut">
              <a:rPr lang="zh-CN" altLang="en-US" smtClean="0"/>
              <a:t>2025/5/1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CFF0EAC-093A-487A-84BB-5268A719D53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0" advTm="3764"/>
    </mc:Choice>
    <mc:Fallback xmlns="">
      <p:transition advTm="3764"/>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C0C128AD-E0BD-45AD-BE26-E627024D0FC7}" type="datetimeFigureOut">
              <a:rPr lang="zh-CN" altLang="en-US" smtClean="0"/>
              <a:t>2025/5/1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CFF0EAC-093A-487A-84BB-5268A719D53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0" advTm="3764"/>
    </mc:Choice>
    <mc:Fallback xmlns="">
      <p:transition advTm="3764"/>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C0C128AD-E0BD-45AD-BE26-E627024D0FC7}" type="datetimeFigureOut">
              <a:rPr lang="zh-CN" altLang="en-US" smtClean="0"/>
              <a:t>2025/5/1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CFF0EAC-093A-487A-84BB-5268A719D53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0" advTm="3764"/>
    </mc:Choice>
    <mc:Fallback xmlns="">
      <p:transition advTm="3764"/>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C0C128AD-E0BD-45AD-BE26-E627024D0FC7}" type="datetimeFigureOut">
              <a:rPr lang="zh-CN" altLang="en-US" smtClean="0"/>
              <a:t>2025/5/1</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DCFF0EAC-093A-487A-84BB-5268A719D53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0" advTm="3764"/>
    </mc:Choice>
    <mc:Fallback xmlns="">
      <p:transition advTm="3764"/>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1_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C0C128AD-E0BD-45AD-BE26-E627024D0FC7}" type="datetimeFigureOut">
              <a:rPr lang="zh-CN" altLang="en-US" smtClean="0"/>
              <a:t>2025/5/1</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DCFF0EAC-093A-487A-84BB-5268A719D534}" type="slidenum">
              <a:rPr lang="zh-CN" altLang="en-US" smtClean="0"/>
              <a:t>‹#›</a:t>
            </a:fld>
            <a:endParaRPr lang="zh-CN" altLang="en-US"/>
          </a:p>
        </p:txBody>
      </p:sp>
    </p:spTree>
    <p:extLst>
      <p:ext uri="{BB962C8B-B14F-4D97-AF65-F5344CB8AC3E}">
        <p14:creationId xmlns:p14="http://schemas.microsoft.com/office/powerpoint/2010/main" val="4177684402"/>
      </p:ext>
    </p:extLst>
  </p:cSld>
  <p:clrMapOvr>
    <a:masterClrMapping/>
  </p:clrMapOvr>
  <mc:AlternateContent xmlns:mc="http://schemas.openxmlformats.org/markup-compatibility/2006" xmlns:p14="http://schemas.microsoft.com/office/powerpoint/2010/main">
    <mc:Choice Requires="p14">
      <p:transition p14:dur="0" advTm="3764"/>
    </mc:Choice>
    <mc:Fallback xmlns="">
      <p:transition advTm="3764"/>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C0C128AD-E0BD-45AD-BE26-E627024D0FC7}" type="datetimeFigureOut">
              <a:rPr lang="zh-CN" altLang="en-US" smtClean="0"/>
              <a:t>2025/5/1</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DCFF0EAC-093A-487A-84BB-5268A719D53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0" advTm="3764"/>
    </mc:Choice>
    <mc:Fallback xmlns="">
      <p:transition advTm="3764"/>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C0C128AD-E0BD-45AD-BE26-E627024D0FC7}" type="datetimeFigureOut">
              <a:rPr lang="zh-CN" altLang="en-US" smtClean="0"/>
              <a:t>2025/5/1</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DCFF0EAC-093A-487A-84BB-5268A719D53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0" advTm="3764"/>
    </mc:Choice>
    <mc:Fallback xmlns="">
      <p:transition advTm="3764"/>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C0C128AD-E0BD-45AD-BE26-E627024D0FC7}" type="datetimeFigureOut">
              <a:rPr lang="zh-CN" altLang="en-US" smtClean="0"/>
              <a:t>2025/5/1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CFF0EAC-093A-487A-84BB-5268A719D53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0" advTm="3764"/>
    </mc:Choice>
    <mc:Fallback xmlns="">
      <p:transition advTm="3764"/>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C0C128AD-E0BD-45AD-BE26-E627024D0FC7}" type="datetimeFigureOut">
              <a:rPr lang="zh-CN" altLang="en-US" smtClean="0"/>
              <a:t>2025/5/1</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DCFF0EAC-093A-487A-84BB-5268A719D53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0" advTm="3764"/>
    </mc:Choice>
    <mc:Fallback xmlns="">
      <p:transition advTm="3764"/>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C0C128AD-E0BD-45AD-BE26-E627024D0FC7}" type="datetimeFigureOut">
              <a:rPr lang="zh-CN" altLang="en-US" smtClean="0"/>
              <a:t>2025/5/1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CFF0EAC-093A-487A-84BB-5268A719D53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0" advTm="3764"/>
    </mc:Choice>
    <mc:Fallback xmlns="">
      <p:transition advTm="3764"/>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C0C128AD-E0BD-45AD-BE26-E627024D0FC7}" type="datetimeFigureOut">
              <a:rPr lang="zh-CN" altLang="en-US" smtClean="0"/>
              <a:t>2025/5/1</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DCFF0EAC-093A-487A-84BB-5268A719D534}" type="slidenum">
              <a:rPr lang="zh-CN" altLang="en-US" smtClean="0"/>
              <a:t>‹#›</a:t>
            </a:fld>
            <a:endParaRPr lang="zh-CN" altLang="en-US"/>
          </a:p>
        </p:txBody>
      </p:sp>
    </p:spTree>
  </p:cSld>
  <p:clrMapOvr>
    <a:masterClrMapping/>
  </p:clrMapOvr>
  <mc:AlternateContent xmlns:mc="http://schemas.openxmlformats.org/markup-compatibility/2006" xmlns:p14="http://schemas.microsoft.com/office/powerpoint/2010/main">
    <mc:Choice Requires="p14">
      <p:transition p14:dur="0" advTm="3764"/>
    </mc:Choice>
    <mc:Fallback xmlns="">
      <p:transition advTm="3764"/>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cSld name="1_仅标题">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0" advTm="3764"/>
    </mc:Choice>
    <mc:Fallback xmlns="">
      <p:transition advTm="3764"/>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5_自定义版式">
    <p:spTree>
      <p:nvGrpSpPr>
        <p:cNvPr id="1" name=""/>
        <p:cNvGrpSpPr/>
        <p:nvPr/>
      </p:nvGrpSpPr>
      <p:grpSpPr>
        <a:xfrm>
          <a:off x="0" y="0"/>
          <a:ext cx="0" cy="0"/>
          <a:chOff x="0" y="0"/>
          <a:chExt cx="0" cy="0"/>
        </a:xfrm>
      </p:grpSpPr>
      <p:sp>
        <p:nvSpPr>
          <p:cNvPr id="7" name="图片占位符 6"/>
          <p:cNvSpPr>
            <a:spLocks noGrp="1"/>
          </p:cNvSpPr>
          <p:nvPr>
            <p:ph type="pic" sz="quarter" idx="10"/>
          </p:nvPr>
        </p:nvSpPr>
        <p:spPr>
          <a:xfrm>
            <a:off x="985519" y="1518470"/>
            <a:ext cx="3461834" cy="2221681"/>
          </a:xfrm>
          <a:custGeom>
            <a:avLst/>
            <a:gdLst>
              <a:gd name="connsiteX0" fmla="*/ 0 w 3461834"/>
              <a:gd name="connsiteY0" fmla="*/ 0 h 2221681"/>
              <a:gd name="connsiteX1" fmla="*/ 3461834 w 3461834"/>
              <a:gd name="connsiteY1" fmla="*/ 0 h 2221681"/>
              <a:gd name="connsiteX2" fmla="*/ 3461834 w 3461834"/>
              <a:gd name="connsiteY2" fmla="*/ 2221681 h 2221681"/>
              <a:gd name="connsiteX3" fmla="*/ 0 w 3461834"/>
              <a:gd name="connsiteY3" fmla="*/ 2221681 h 2221681"/>
            </a:gdLst>
            <a:ahLst/>
            <a:cxnLst>
              <a:cxn ang="0">
                <a:pos x="connsiteX0" y="connsiteY0"/>
              </a:cxn>
              <a:cxn ang="0">
                <a:pos x="connsiteX1" y="connsiteY1"/>
              </a:cxn>
              <a:cxn ang="0">
                <a:pos x="connsiteX2" y="connsiteY2"/>
              </a:cxn>
              <a:cxn ang="0">
                <a:pos x="connsiteX3" y="connsiteY3"/>
              </a:cxn>
            </a:cxnLst>
            <a:rect l="l" t="t" r="r" b="b"/>
            <a:pathLst>
              <a:path w="3461834" h="2221681">
                <a:moveTo>
                  <a:pt x="0" y="0"/>
                </a:moveTo>
                <a:lnTo>
                  <a:pt x="3461834" y="0"/>
                </a:lnTo>
                <a:lnTo>
                  <a:pt x="3461834" y="2221681"/>
                </a:lnTo>
                <a:lnTo>
                  <a:pt x="0" y="2221681"/>
                </a:lnTo>
                <a:close/>
              </a:path>
            </a:pathLst>
          </a:custGeom>
        </p:spPr>
        <p:txBody>
          <a:bodyPr wrap="square">
            <a:noAutofit/>
          </a:bodyPr>
          <a:lstStyle/>
          <a:p>
            <a:endParaRPr lang="zh-CN" altLang="en-US"/>
          </a:p>
        </p:txBody>
      </p:sp>
      <p:sp>
        <p:nvSpPr>
          <p:cNvPr id="8" name="图片占位符 7"/>
          <p:cNvSpPr>
            <a:spLocks noGrp="1"/>
          </p:cNvSpPr>
          <p:nvPr>
            <p:ph type="pic" sz="quarter" idx="11"/>
          </p:nvPr>
        </p:nvSpPr>
        <p:spPr>
          <a:xfrm>
            <a:off x="985519" y="3822700"/>
            <a:ext cx="3461832" cy="2211614"/>
          </a:xfrm>
          <a:custGeom>
            <a:avLst/>
            <a:gdLst>
              <a:gd name="connsiteX0" fmla="*/ 0 w 3461832"/>
              <a:gd name="connsiteY0" fmla="*/ 0 h 2211614"/>
              <a:gd name="connsiteX1" fmla="*/ 3461832 w 3461832"/>
              <a:gd name="connsiteY1" fmla="*/ 0 h 2211614"/>
              <a:gd name="connsiteX2" fmla="*/ 3461832 w 3461832"/>
              <a:gd name="connsiteY2" fmla="*/ 2211614 h 2211614"/>
              <a:gd name="connsiteX3" fmla="*/ 0 w 3461832"/>
              <a:gd name="connsiteY3" fmla="*/ 2211614 h 2211614"/>
            </a:gdLst>
            <a:ahLst/>
            <a:cxnLst>
              <a:cxn ang="0">
                <a:pos x="connsiteX0" y="connsiteY0"/>
              </a:cxn>
              <a:cxn ang="0">
                <a:pos x="connsiteX1" y="connsiteY1"/>
              </a:cxn>
              <a:cxn ang="0">
                <a:pos x="connsiteX2" y="connsiteY2"/>
              </a:cxn>
              <a:cxn ang="0">
                <a:pos x="connsiteX3" y="connsiteY3"/>
              </a:cxn>
            </a:cxnLst>
            <a:rect l="l" t="t" r="r" b="b"/>
            <a:pathLst>
              <a:path w="3461832" h="2211614">
                <a:moveTo>
                  <a:pt x="0" y="0"/>
                </a:moveTo>
                <a:lnTo>
                  <a:pt x="3461832" y="0"/>
                </a:lnTo>
                <a:lnTo>
                  <a:pt x="3461832" y="2211614"/>
                </a:lnTo>
                <a:lnTo>
                  <a:pt x="0" y="2211614"/>
                </a:lnTo>
                <a:close/>
              </a:path>
            </a:pathLst>
          </a:custGeom>
        </p:spPr>
        <p:txBody>
          <a:bodyPr wrap="square">
            <a:noAutofit/>
          </a:bodyPr>
          <a:lstStyle/>
          <a:p>
            <a:endParaRPr lang="zh-CN" altLang="en-US"/>
          </a:p>
        </p:txBody>
      </p:sp>
    </p:spTree>
  </p:cSld>
  <p:clrMapOvr>
    <a:masterClrMapping/>
  </p:clrMapOvr>
  <mc:AlternateContent xmlns:mc="http://schemas.openxmlformats.org/markup-compatibility/2006" xmlns:p14="http://schemas.microsoft.com/office/powerpoint/2010/main">
    <mc:Choice Requires="p14">
      <p:transition p14:dur="0" advTm="3764"/>
    </mc:Choice>
    <mc:Fallback xmlns="">
      <p:transition advTm="3764"/>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609600" y="1600201"/>
            <a:ext cx="10972800"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00" y="6356351"/>
            <a:ext cx="2844800" cy="365125"/>
          </a:xfrm>
          <a:prstGeom prst="rect">
            <a:avLst/>
          </a:prstGeom>
        </p:spPr>
        <p:txBody>
          <a:bodyPr/>
          <a:lstStyle/>
          <a:p>
            <a:fld id="{2E3AAC11-D570-4EA9-AFC0-30FB72BA45EB}" type="datetimeFigureOut">
              <a:rPr lang="zh-CN" altLang="en-US" smtClean="0">
                <a:solidFill>
                  <a:prstClr val="black"/>
                </a:solidFill>
              </a:rPr>
              <a:pPr/>
              <a:t>2025/5/1</a:t>
            </a:fld>
            <a:endParaRPr lang="zh-CN" altLang="en-US">
              <a:solidFill>
                <a:prstClr val="black"/>
              </a:solidFill>
            </a:endParaRPr>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fld id="{55ECCFAA-F4FB-487C-9F1E-C8836D0C3DC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1699987788"/>
      </p:ext>
    </p:extLst>
  </p:cSld>
  <p:clrMapOvr>
    <a:masterClrMapping/>
  </p:clrMapOvr>
  <mc:AlternateContent xmlns:mc="http://schemas.openxmlformats.org/markup-compatibility/2006" xmlns:p14="http://schemas.microsoft.com/office/powerpoint/2010/main">
    <mc:Choice Requires="p14">
      <p:transition p14:dur="0" advTm="3764"/>
    </mc:Choice>
    <mc:Fallback xmlns="">
      <p:transition advTm="3764"/>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39"/>
            <a:ext cx="8026400"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609600" y="6356351"/>
            <a:ext cx="2844800" cy="365125"/>
          </a:xfrm>
          <a:prstGeom prst="rect">
            <a:avLst/>
          </a:prstGeom>
        </p:spPr>
        <p:txBody>
          <a:bodyPr/>
          <a:lstStyle/>
          <a:p>
            <a:fld id="{2E3AAC11-D570-4EA9-AFC0-30FB72BA45EB}" type="datetimeFigureOut">
              <a:rPr lang="zh-CN" altLang="en-US" smtClean="0">
                <a:solidFill>
                  <a:prstClr val="black"/>
                </a:solidFill>
              </a:rPr>
              <a:pPr/>
              <a:t>2025/5/1</a:t>
            </a:fld>
            <a:endParaRPr lang="zh-CN" altLang="en-US">
              <a:solidFill>
                <a:prstClr val="black"/>
              </a:solidFill>
            </a:endParaRPr>
          </a:p>
        </p:txBody>
      </p:sp>
      <p:sp>
        <p:nvSpPr>
          <p:cNvPr id="5" name="页脚占位符 4"/>
          <p:cNvSpPr>
            <a:spLocks noGrp="1"/>
          </p:cNvSpPr>
          <p:nvPr>
            <p:ph type="ftr" sz="quarter" idx="11"/>
          </p:nvPr>
        </p:nvSpPr>
        <p:spPr>
          <a:xfrm>
            <a:off x="4165600" y="6356351"/>
            <a:ext cx="3860800" cy="365125"/>
          </a:xfrm>
          <a:prstGeom prst="rect">
            <a:avLst/>
          </a:prstGeom>
        </p:spPr>
        <p:txBody>
          <a:bodyPr/>
          <a:lstStyle/>
          <a:p>
            <a:endParaRPr lang="zh-CN" altLang="en-US">
              <a:solidFill>
                <a:prstClr val="black"/>
              </a:solidFill>
            </a:endParaRPr>
          </a:p>
        </p:txBody>
      </p:sp>
      <p:sp>
        <p:nvSpPr>
          <p:cNvPr id="6" name="灯片编号占位符 5"/>
          <p:cNvSpPr>
            <a:spLocks noGrp="1"/>
          </p:cNvSpPr>
          <p:nvPr>
            <p:ph type="sldNum" sz="quarter" idx="12"/>
          </p:nvPr>
        </p:nvSpPr>
        <p:spPr>
          <a:xfrm>
            <a:off x="8737600" y="6356351"/>
            <a:ext cx="2844800" cy="365125"/>
          </a:xfrm>
          <a:prstGeom prst="rect">
            <a:avLst/>
          </a:prstGeom>
        </p:spPr>
        <p:txBody>
          <a:bodyPr/>
          <a:lstStyle/>
          <a:p>
            <a:fld id="{55ECCFAA-F4FB-487C-9F1E-C8836D0C3DC9}" type="slidenum">
              <a:rPr lang="zh-CN" altLang="en-US" smtClean="0">
                <a:solidFill>
                  <a:prstClr val="black"/>
                </a:solidFill>
              </a:rPr>
              <a:pPr/>
              <a:t>‹#›</a:t>
            </a:fld>
            <a:endParaRPr lang="zh-CN" altLang="en-US">
              <a:solidFill>
                <a:prstClr val="black"/>
              </a:solidFill>
            </a:endParaRPr>
          </a:p>
        </p:txBody>
      </p:sp>
    </p:spTree>
    <p:extLst>
      <p:ext uri="{BB962C8B-B14F-4D97-AF65-F5344CB8AC3E}">
        <p14:creationId xmlns:p14="http://schemas.microsoft.com/office/powerpoint/2010/main" val="3526978780"/>
      </p:ext>
    </p:extLst>
  </p:cSld>
  <p:clrMapOvr>
    <a:masterClrMapping/>
  </p:clrMapOvr>
  <mc:AlternateContent xmlns:mc="http://schemas.openxmlformats.org/markup-compatibility/2006" xmlns:p14="http://schemas.microsoft.com/office/powerpoint/2010/main">
    <mc:Choice Requires="p14">
      <p:transition p14:dur="0" advTm="3764"/>
    </mc:Choice>
    <mc:Fallback xmlns="">
      <p:transition advTm="3764"/>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425947743"/>
      </p:ext>
    </p:extLst>
  </p:cSld>
  <p:clrMapOvr>
    <a:masterClrMapping/>
  </p:clrMapOvr>
  <mc:AlternateContent xmlns:mc="http://schemas.openxmlformats.org/markup-compatibility/2006" xmlns:p14="http://schemas.microsoft.com/office/powerpoint/2010/main">
    <mc:Choice Requires="p14">
      <p:transition p14:dur="0" advTm="3764"/>
    </mc:Choice>
    <mc:Fallback xmlns="">
      <p:transition advTm="3764"/>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6.xml"/><Relationship Id="rId2" Type="http://schemas.openxmlformats.org/officeDocument/2006/relationships/slideLayout" Target="../slideLayouts/slideLayout15.xml"/><Relationship Id="rId1" Type="http://schemas.openxmlformats.org/officeDocument/2006/relationships/slideLayout" Target="../slideLayouts/slideLayout14.xml"/><Relationship Id="rId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阿里巴巴普惠体 M" panose="00020600040101010101" pitchFamily="18" charset="-122"/>
                <a:ea typeface="阿里巴巴普惠体 M" panose="00020600040101010101" pitchFamily="18" charset="-122"/>
              </a:defRPr>
            </a:lvl1pPr>
          </a:lstStyle>
          <a:p>
            <a:fld id="{C0C128AD-E0BD-45AD-BE26-E627024D0FC7}" type="datetimeFigureOut">
              <a:rPr lang="zh-CN" altLang="en-US" smtClean="0"/>
              <a:t>2025/5/1</a:t>
            </a:fld>
            <a:endParaRPr lang="zh-CN" altLang="en-US" dirty="0"/>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阿里巴巴普惠体 M" panose="00020600040101010101" pitchFamily="18" charset="-122"/>
                <a:ea typeface="阿里巴巴普惠体 M" panose="00020600040101010101" pitchFamily="18" charset="-122"/>
              </a:defRPr>
            </a:lvl1pPr>
          </a:lstStyle>
          <a:p>
            <a:endParaRPr lang="zh-CN" altLang="en-US" dirty="0"/>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阿里巴巴普惠体 M" panose="00020600040101010101" pitchFamily="18" charset="-122"/>
                <a:ea typeface="阿里巴巴普惠体 M" panose="00020600040101010101" pitchFamily="18" charset="-122"/>
              </a:defRPr>
            </a:lvl1pPr>
          </a:lstStyle>
          <a:p>
            <a:fld id="{DCFF0EAC-093A-487A-84BB-5268A719D534}" type="slidenum">
              <a:rPr lang="zh-CN" altLang="en-US" smtClean="0"/>
              <a:t>‹#›</a:t>
            </a:fld>
            <a:endParaRPr lang="zh-CN" altLang="en-US" dirty="0"/>
          </a:p>
        </p:txBody>
      </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62"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mc:AlternateContent xmlns:mc="http://schemas.openxmlformats.org/markup-compatibility/2006" xmlns:p14="http://schemas.microsoft.com/office/powerpoint/2010/main">
    <mc:Choice Requires="p14">
      <p:transition p14:dur="0" advTm="3764"/>
    </mc:Choice>
    <mc:Fallback xmlns="">
      <p:transition advTm="3764"/>
    </mc:Fallback>
  </mc:AlternateContent>
  <p:txStyles>
    <p:titleStyle>
      <a:lvl1pPr algn="l" defTabSz="914400" rtl="0" eaLnBrk="1" latinLnBrk="0" hangingPunct="1">
        <a:lnSpc>
          <a:spcPct val="90000"/>
        </a:lnSpc>
        <a:spcBef>
          <a:spcPct val="0"/>
        </a:spcBef>
        <a:buNone/>
        <a:defRPr sz="4400" kern="1200">
          <a:solidFill>
            <a:schemeClr val="tx1"/>
          </a:solidFill>
          <a:latin typeface="阿里巴巴普惠体 L" panose="00020600040101010101" pitchFamily="18" charset="-122"/>
          <a:ea typeface="阿里巴巴普惠体 L" panose="00020600040101010101" pitchFamily="18" charset="-122"/>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阿里巴巴普惠体 M" panose="00020600040101010101" pitchFamily="18" charset="-122"/>
          <a:ea typeface="阿里巴巴普惠体 M" panose="00020600040101010101" pitchFamily="18"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阿里巴巴普惠体 M" panose="00020600040101010101" pitchFamily="18" charset="-122"/>
          <a:ea typeface="阿里巴巴普惠体 M" panose="00020600040101010101" pitchFamily="18"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阿里巴巴普惠体 M" panose="00020600040101010101" pitchFamily="18" charset="-122"/>
          <a:ea typeface="阿里巴巴普惠体 M" panose="00020600040101010101" pitchFamily="18"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阿里巴巴普惠体 M" panose="00020600040101010101" pitchFamily="18" charset="-122"/>
          <a:ea typeface="阿里巴巴普惠体 M" panose="00020600040101010101" pitchFamily="18"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阿里巴巴普惠体 M" panose="00020600040101010101" pitchFamily="18" charset="-122"/>
          <a:ea typeface="阿里巴巴普惠体 M" panose="00020600040101010101" pitchFamily="18"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39216054"/>
      </p:ext>
    </p:extLst>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Lst>
  <mc:AlternateContent xmlns:mc="http://schemas.openxmlformats.org/markup-compatibility/2006" xmlns:p14="http://schemas.microsoft.com/office/powerpoint/2010/main">
    <mc:Choice Requires="p14">
      <p:transition p14:dur="0" advTm="3764"/>
    </mc:Choice>
    <mc:Fallback xmlns="">
      <p:transition advTm="3764"/>
    </mc:Fallback>
  </mc:AlternateConten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3.xml"/><Relationship Id="rId5" Type="http://schemas.openxmlformats.org/officeDocument/2006/relationships/image" Target="../media/image5.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3.xml"/><Relationship Id="rId5" Type="http://schemas.openxmlformats.org/officeDocument/2006/relationships/image" Target="../media/image9.png"/><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13.xml"/><Relationship Id="rId5" Type="http://schemas.openxmlformats.org/officeDocument/2006/relationships/image" Target="../media/image13.png"/><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xml"/><Relationship Id="rId1" Type="http://schemas.openxmlformats.org/officeDocument/2006/relationships/slideLayout" Target="../slideLayouts/slideLayout13.xml"/><Relationship Id="rId5" Type="http://schemas.openxmlformats.org/officeDocument/2006/relationships/image" Target="../media/image17.png"/><Relationship Id="rId4" Type="http://schemas.openxmlformats.org/officeDocument/2006/relationships/image" Target="../media/image16.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1.xml"/><Relationship Id="rId1" Type="http://schemas.openxmlformats.org/officeDocument/2006/relationships/slideLayout" Target="../slideLayouts/slideLayout13.xml"/><Relationship Id="rId4" Type="http://schemas.openxmlformats.org/officeDocument/2006/relationships/image" Target="../media/image19.png"/></Relationships>
</file>

<file path=ppt/slides/_rels/slide2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3.xml"/><Relationship Id="rId1" Type="http://schemas.openxmlformats.org/officeDocument/2006/relationships/slideLayout" Target="../slideLayouts/slideLayout13.xml"/><Relationship Id="rId5" Type="http://schemas.openxmlformats.org/officeDocument/2006/relationships/image" Target="../media/image22.png"/><Relationship Id="rId4" Type="http://schemas.openxmlformats.org/officeDocument/2006/relationships/image" Target="../media/image21.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任意多边形 28"/>
          <p:cNvSpPr/>
          <p:nvPr/>
        </p:nvSpPr>
        <p:spPr>
          <a:xfrm rot="2700000">
            <a:off x="9330371" y="916648"/>
            <a:ext cx="1420687" cy="1427783"/>
          </a:xfrm>
          <a:custGeom>
            <a:avLst/>
            <a:gdLst>
              <a:gd name="connsiteX0" fmla="*/ 1163668 w 4706557"/>
              <a:gd name="connsiteY0" fmla="*/ 125724 h 4730065"/>
              <a:gd name="connsiteX1" fmla="*/ 1163670 w 4706557"/>
              <a:gd name="connsiteY1" fmla="*/ 125724 h 4730065"/>
              <a:gd name="connsiteX2" fmla="*/ 1289393 w 4706557"/>
              <a:gd name="connsiteY2" fmla="*/ 1 h 4730065"/>
              <a:gd name="connsiteX3" fmla="*/ 4274851 w 4706557"/>
              <a:gd name="connsiteY3" fmla="*/ 0 h 4730065"/>
              <a:gd name="connsiteX4" fmla="*/ 4706557 w 4706557"/>
              <a:gd name="connsiteY4" fmla="*/ 431706 h 4730065"/>
              <a:gd name="connsiteX5" fmla="*/ 4706557 w 4706557"/>
              <a:gd name="connsiteY5" fmla="*/ 3440672 h 4730065"/>
              <a:gd name="connsiteX6" fmla="*/ 3542888 w 4706557"/>
              <a:gd name="connsiteY6" fmla="*/ 4604342 h 4730065"/>
              <a:gd name="connsiteX7" fmla="*/ 3542888 w 4706557"/>
              <a:gd name="connsiteY7" fmla="*/ 4604340 h 4730065"/>
              <a:gd name="connsiteX8" fmla="*/ 3417163 w 4706557"/>
              <a:gd name="connsiteY8" fmla="*/ 4730065 h 4730065"/>
              <a:gd name="connsiteX9" fmla="*/ 3417163 w 4706557"/>
              <a:gd name="connsiteY9" fmla="*/ 1289392 h 4730065"/>
              <a:gd name="connsiteX10" fmla="*/ 0 w 4706557"/>
              <a:gd name="connsiteY10" fmla="*/ 1289392 h 4730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706557" h="4730065">
                <a:moveTo>
                  <a:pt x="1163668" y="125724"/>
                </a:moveTo>
                <a:lnTo>
                  <a:pt x="1163670" y="125724"/>
                </a:lnTo>
                <a:lnTo>
                  <a:pt x="1289393" y="1"/>
                </a:lnTo>
                <a:lnTo>
                  <a:pt x="4274851" y="0"/>
                </a:lnTo>
                <a:cubicBezTo>
                  <a:pt x="4513275" y="1"/>
                  <a:pt x="4706557" y="193282"/>
                  <a:pt x="4706557" y="431706"/>
                </a:cubicBezTo>
                <a:lnTo>
                  <a:pt x="4706557" y="3440672"/>
                </a:lnTo>
                <a:lnTo>
                  <a:pt x="3542888" y="4604342"/>
                </a:lnTo>
                <a:lnTo>
                  <a:pt x="3542888" y="4604340"/>
                </a:lnTo>
                <a:lnTo>
                  <a:pt x="3417163" y="4730065"/>
                </a:lnTo>
                <a:lnTo>
                  <a:pt x="3417163" y="1289392"/>
                </a:lnTo>
                <a:lnTo>
                  <a:pt x="0" y="1289392"/>
                </a:lnTo>
                <a:close/>
              </a:path>
            </a:pathLst>
          </a:custGeom>
          <a:solidFill>
            <a:schemeClr val="bg1">
              <a:lumMod val="95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8" name="任意多边形 17"/>
          <p:cNvSpPr/>
          <p:nvPr/>
        </p:nvSpPr>
        <p:spPr>
          <a:xfrm rot="2700000">
            <a:off x="3117460" y="-89875"/>
            <a:ext cx="7004023" cy="7037748"/>
          </a:xfrm>
          <a:custGeom>
            <a:avLst/>
            <a:gdLst>
              <a:gd name="connsiteX0" fmla="*/ 0 w 7004023"/>
              <a:gd name="connsiteY0" fmla="*/ 2171546 h 7037748"/>
              <a:gd name="connsiteX1" fmla="*/ 1740201 w 7004023"/>
              <a:gd name="connsiteY1" fmla="*/ 431345 h 7037748"/>
              <a:gd name="connsiteX2" fmla="*/ 1740202 w 7004023"/>
              <a:gd name="connsiteY2" fmla="*/ 431345 h 7037748"/>
              <a:gd name="connsiteX3" fmla="*/ 2171547 w 7004023"/>
              <a:gd name="connsiteY3" fmla="*/ 0 h 7037748"/>
              <a:gd name="connsiteX4" fmla="*/ 6358431 w 7004023"/>
              <a:gd name="connsiteY4" fmla="*/ 0 h 7037748"/>
              <a:gd name="connsiteX5" fmla="*/ 7004023 w 7004023"/>
              <a:gd name="connsiteY5" fmla="*/ 645592 h 7037748"/>
              <a:gd name="connsiteX6" fmla="*/ 7004022 w 7004023"/>
              <a:gd name="connsiteY6" fmla="*/ 4866202 h 7037748"/>
              <a:gd name="connsiteX7" fmla="*/ 5263822 w 7004023"/>
              <a:gd name="connsiteY7" fmla="*/ 6606403 h 7037748"/>
              <a:gd name="connsiteX8" fmla="*/ 5263822 w 7004023"/>
              <a:gd name="connsiteY8" fmla="*/ 6606401 h 7037748"/>
              <a:gd name="connsiteX9" fmla="*/ 4832475 w 7004023"/>
              <a:gd name="connsiteY9" fmla="*/ 7037748 h 7037748"/>
              <a:gd name="connsiteX10" fmla="*/ 4832474 w 7004023"/>
              <a:gd name="connsiteY10" fmla="*/ 2171546 h 7037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004023" h="7037748">
                <a:moveTo>
                  <a:pt x="0" y="2171546"/>
                </a:moveTo>
                <a:lnTo>
                  <a:pt x="1740201" y="431345"/>
                </a:lnTo>
                <a:lnTo>
                  <a:pt x="1740202" y="431345"/>
                </a:lnTo>
                <a:lnTo>
                  <a:pt x="2171547" y="0"/>
                </a:lnTo>
                <a:lnTo>
                  <a:pt x="6358431" y="0"/>
                </a:lnTo>
                <a:cubicBezTo>
                  <a:pt x="6714981" y="0"/>
                  <a:pt x="7004023" y="289042"/>
                  <a:pt x="7004023" y="645592"/>
                </a:cubicBezTo>
                <a:lnTo>
                  <a:pt x="7004022" y="4866202"/>
                </a:lnTo>
                <a:lnTo>
                  <a:pt x="5263822" y="6606403"/>
                </a:lnTo>
                <a:lnTo>
                  <a:pt x="5263822" y="6606401"/>
                </a:lnTo>
                <a:lnTo>
                  <a:pt x="4832475" y="7037748"/>
                </a:lnTo>
                <a:lnTo>
                  <a:pt x="4832474" y="2171546"/>
                </a:lnTo>
                <a:close/>
              </a:path>
            </a:pathLst>
          </a:cu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2" name="任意多边形 21"/>
          <p:cNvSpPr/>
          <p:nvPr/>
        </p:nvSpPr>
        <p:spPr>
          <a:xfrm rot="2700000">
            <a:off x="6098536" y="2488658"/>
            <a:ext cx="4353560" cy="4231886"/>
          </a:xfrm>
          <a:custGeom>
            <a:avLst/>
            <a:gdLst>
              <a:gd name="connsiteX0" fmla="*/ 0 w 4353560"/>
              <a:gd name="connsiteY0" fmla="*/ 1105934 h 4231886"/>
              <a:gd name="connsiteX1" fmla="*/ 1105935 w 4353560"/>
              <a:gd name="connsiteY1" fmla="*/ 0 h 4231886"/>
              <a:gd name="connsiteX2" fmla="*/ 3943273 w 4353560"/>
              <a:gd name="connsiteY2" fmla="*/ 0 h 4231886"/>
              <a:gd name="connsiteX3" fmla="*/ 4353560 w 4353560"/>
              <a:gd name="connsiteY3" fmla="*/ 410287 h 4231886"/>
              <a:gd name="connsiteX4" fmla="*/ 4353560 w 4353560"/>
              <a:gd name="connsiteY4" fmla="*/ 3125951 h 4231886"/>
              <a:gd name="connsiteX5" fmla="*/ 3247625 w 4353560"/>
              <a:gd name="connsiteY5" fmla="*/ 4231886 h 4231886"/>
              <a:gd name="connsiteX6" fmla="*/ 3247625 w 4353560"/>
              <a:gd name="connsiteY6" fmla="*/ 1105934 h 42318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53560" h="4231886">
                <a:moveTo>
                  <a:pt x="0" y="1105934"/>
                </a:moveTo>
                <a:lnTo>
                  <a:pt x="1105935" y="0"/>
                </a:lnTo>
                <a:lnTo>
                  <a:pt x="3943273" y="0"/>
                </a:lnTo>
                <a:cubicBezTo>
                  <a:pt x="4169868" y="0"/>
                  <a:pt x="4353560" y="183692"/>
                  <a:pt x="4353560" y="410287"/>
                </a:cubicBezTo>
                <a:lnTo>
                  <a:pt x="4353560" y="3125951"/>
                </a:lnTo>
                <a:lnTo>
                  <a:pt x="3247625" y="4231886"/>
                </a:lnTo>
                <a:lnTo>
                  <a:pt x="3247625" y="1105934"/>
                </a:lnTo>
                <a:close/>
              </a:path>
            </a:pathLst>
          </a:custGeom>
          <a:solidFill>
            <a:schemeClr val="accent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0" name="任意多边形 19"/>
          <p:cNvSpPr/>
          <p:nvPr/>
        </p:nvSpPr>
        <p:spPr>
          <a:xfrm rot="2700000">
            <a:off x="5271643" y="433691"/>
            <a:ext cx="4706557" cy="4730065"/>
          </a:xfrm>
          <a:custGeom>
            <a:avLst/>
            <a:gdLst>
              <a:gd name="connsiteX0" fmla="*/ 1163668 w 4706557"/>
              <a:gd name="connsiteY0" fmla="*/ 125724 h 4730065"/>
              <a:gd name="connsiteX1" fmla="*/ 1163670 w 4706557"/>
              <a:gd name="connsiteY1" fmla="*/ 125724 h 4730065"/>
              <a:gd name="connsiteX2" fmla="*/ 1289393 w 4706557"/>
              <a:gd name="connsiteY2" fmla="*/ 1 h 4730065"/>
              <a:gd name="connsiteX3" fmla="*/ 4274851 w 4706557"/>
              <a:gd name="connsiteY3" fmla="*/ 0 h 4730065"/>
              <a:gd name="connsiteX4" fmla="*/ 4706557 w 4706557"/>
              <a:gd name="connsiteY4" fmla="*/ 431706 h 4730065"/>
              <a:gd name="connsiteX5" fmla="*/ 4706557 w 4706557"/>
              <a:gd name="connsiteY5" fmla="*/ 3440672 h 4730065"/>
              <a:gd name="connsiteX6" fmla="*/ 3542888 w 4706557"/>
              <a:gd name="connsiteY6" fmla="*/ 4604342 h 4730065"/>
              <a:gd name="connsiteX7" fmla="*/ 3542888 w 4706557"/>
              <a:gd name="connsiteY7" fmla="*/ 4604340 h 4730065"/>
              <a:gd name="connsiteX8" fmla="*/ 3417163 w 4706557"/>
              <a:gd name="connsiteY8" fmla="*/ 4730065 h 4730065"/>
              <a:gd name="connsiteX9" fmla="*/ 3417163 w 4706557"/>
              <a:gd name="connsiteY9" fmla="*/ 1289392 h 4730065"/>
              <a:gd name="connsiteX10" fmla="*/ 0 w 4706557"/>
              <a:gd name="connsiteY10" fmla="*/ 1289392 h 4730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706557" h="4730065">
                <a:moveTo>
                  <a:pt x="1163668" y="125724"/>
                </a:moveTo>
                <a:lnTo>
                  <a:pt x="1163670" y="125724"/>
                </a:lnTo>
                <a:lnTo>
                  <a:pt x="1289393" y="1"/>
                </a:lnTo>
                <a:lnTo>
                  <a:pt x="4274851" y="0"/>
                </a:lnTo>
                <a:cubicBezTo>
                  <a:pt x="4513275" y="1"/>
                  <a:pt x="4706557" y="193282"/>
                  <a:pt x="4706557" y="431706"/>
                </a:cubicBezTo>
                <a:lnTo>
                  <a:pt x="4706557" y="3440672"/>
                </a:lnTo>
                <a:lnTo>
                  <a:pt x="3542888" y="4604342"/>
                </a:lnTo>
                <a:lnTo>
                  <a:pt x="3542888" y="4604340"/>
                </a:lnTo>
                <a:lnTo>
                  <a:pt x="3417163" y="4730065"/>
                </a:lnTo>
                <a:lnTo>
                  <a:pt x="3417163" y="1289392"/>
                </a:lnTo>
                <a:lnTo>
                  <a:pt x="0" y="1289392"/>
                </a:lnTo>
                <a:close/>
              </a:path>
            </a:pathLst>
          </a:custGeom>
          <a:solidFill>
            <a:srgbClr val="5D999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3" name="文本框 22"/>
          <p:cNvSpPr txBox="1"/>
          <p:nvPr/>
        </p:nvSpPr>
        <p:spPr>
          <a:xfrm>
            <a:off x="914280" y="1879625"/>
            <a:ext cx="1978427" cy="461665"/>
          </a:xfrm>
          <a:prstGeom prst="rect">
            <a:avLst/>
          </a:prstGeom>
          <a:noFill/>
        </p:spPr>
        <p:txBody>
          <a:bodyPr wrap="none" rtlCol="0">
            <a:spAutoFit/>
            <a:scene3d>
              <a:camera prst="orthographicFront"/>
              <a:lightRig rig="threePt" dir="t"/>
            </a:scene3d>
            <a:sp3d contourW="12700"/>
          </a:bodyPr>
          <a:lstStyle/>
          <a:p>
            <a:r>
              <a:rPr lang="en-US" altLang="zh-CN" sz="2400" b="1" dirty="0">
                <a:solidFill>
                  <a:srgbClr val="5D999F"/>
                </a:solidFill>
                <a:cs typeface="+mn-ea"/>
                <a:sym typeface="+mn-lt"/>
              </a:rPr>
              <a:t>Final Report</a:t>
            </a:r>
            <a:endParaRPr lang="zh-CN" altLang="en-US" sz="2400" b="1" dirty="0">
              <a:solidFill>
                <a:srgbClr val="5D999F"/>
              </a:solidFill>
              <a:cs typeface="+mn-ea"/>
              <a:sym typeface="+mn-lt"/>
            </a:endParaRPr>
          </a:p>
        </p:txBody>
      </p:sp>
      <p:sp>
        <p:nvSpPr>
          <p:cNvPr id="24" name="文本框 23"/>
          <p:cNvSpPr txBox="1"/>
          <p:nvPr/>
        </p:nvSpPr>
        <p:spPr>
          <a:xfrm>
            <a:off x="897936" y="2422477"/>
            <a:ext cx="4719093" cy="2171428"/>
          </a:xfrm>
          <a:prstGeom prst="rect">
            <a:avLst/>
          </a:prstGeom>
          <a:noFill/>
        </p:spPr>
        <p:txBody>
          <a:bodyPr wrap="square" rtlCol="0">
            <a:spAutoFit/>
            <a:scene3d>
              <a:camera prst="orthographicFront"/>
              <a:lightRig rig="threePt" dir="t"/>
            </a:scene3d>
            <a:sp3d contourW="12700"/>
          </a:bodyPr>
          <a:lstStyle/>
          <a:p>
            <a:pPr>
              <a:lnSpc>
                <a:spcPct val="150000"/>
              </a:lnSpc>
            </a:pPr>
            <a:r>
              <a:rPr lang="en-US" altLang="zh-CN" sz="4800" b="1" dirty="0">
                <a:solidFill>
                  <a:schemeClr val="tx1">
                    <a:lumMod val="75000"/>
                    <a:lumOff val="25000"/>
                  </a:schemeClr>
                </a:solidFill>
                <a:cs typeface="+mn-ea"/>
                <a:sym typeface="+mn-lt"/>
              </a:rPr>
              <a:t>Loan Eligibility Prediction</a:t>
            </a:r>
            <a:endParaRPr lang="zh-CN" altLang="en-US" sz="4800" b="1" dirty="0">
              <a:solidFill>
                <a:schemeClr val="tx1">
                  <a:lumMod val="75000"/>
                  <a:lumOff val="25000"/>
                </a:schemeClr>
              </a:solidFill>
              <a:cs typeface="+mn-ea"/>
              <a:sym typeface="+mn-lt"/>
            </a:endParaRPr>
          </a:p>
        </p:txBody>
      </p:sp>
      <p:grpSp>
        <p:nvGrpSpPr>
          <p:cNvPr id="26" name="组合 25"/>
          <p:cNvGrpSpPr/>
          <p:nvPr/>
        </p:nvGrpSpPr>
        <p:grpSpPr>
          <a:xfrm>
            <a:off x="4789797" y="5849975"/>
            <a:ext cx="2767734" cy="316802"/>
            <a:chOff x="1244534" y="3522134"/>
            <a:chExt cx="2767734" cy="316802"/>
          </a:xfrm>
          <a:solidFill>
            <a:srgbClr val="5D999F"/>
          </a:solidFill>
        </p:grpSpPr>
        <p:sp>
          <p:nvSpPr>
            <p:cNvPr id="27" name="矩形 26"/>
            <p:cNvSpPr/>
            <p:nvPr/>
          </p:nvSpPr>
          <p:spPr>
            <a:xfrm>
              <a:off x="1244534" y="3522134"/>
              <a:ext cx="2767734" cy="31680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8" name="文本框 27"/>
            <p:cNvSpPr txBox="1"/>
            <p:nvPr/>
          </p:nvSpPr>
          <p:spPr>
            <a:xfrm>
              <a:off x="1445812" y="3522134"/>
              <a:ext cx="2365178" cy="306705"/>
            </a:xfrm>
            <a:prstGeom prst="rect">
              <a:avLst/>
            </a:prstGeom>
            <a:noFill/>
          </p:spPr>
          <p:txBody>
            <a:bodyPr wrap="square" rtlCol="0">
              <a:spAutoFit/>
              <a:scene3d>
                <a:camera prst="orthographicFront"/>
                <a:lightRig rig="threePt" dir="t"/>
              </a:scene3d>
              <a:sp3d contourW="12700"/>
            </a:bodyPr>
            <a:lstStyle/>
            <a:p>
              <a:pPr algn="ctr"/>
              <a:r>
                <a:rPr lang="en-US" altLang="zh-CN" sz="1400" dirty="0">
                  <a:solidFill>
                    <a:schemeClr val="bg1"/>
                  </a:solidFill>
                  <a:cs typeface="+mn-ea"/>
                  <a:sym typeface="+mn-lt"/>
                </a:rPr>
                <a:t>Leyan Chen(U99402862)</a:t>
              </a:r>
            </a:p>
          </p:txBody>
        </p:sp>
      </p:grpSp>
      <p:sp>
        <p:nvSpPr>
          <p:cNvPr id="30" name="任意多边形 29"/>
          <p:cNvSpPr/>
          <p:nvPr/>
        </p:nvSpPr>
        <p:spPr>
          <a:xfrm rot="2700000">
            <a:off x="10732001" y="5932661"/>
            <a:ext cx="922260" cy="926867"/>
          </a:xfrm>
          <a:custGeom>
            <a:avLst/>
            <a:gdLst>
              <a:gd name="connsiteX0" fmla="*/ 1163668 w 4706557"/>
              <a:gd name="connsiteY0" fmla="*/ 125724 h 4730065"/>
              <a:gd name="connsiteX1" fmla="*/ 1163670 w 4706557"/>
              <a:gd name="connsiteY1" fmla="*/ 125724 h 4730065"/>
              <a:gd name="connsiteX2" fmla="*/ 1289393 w 4706557"/>
              <a:gd name="connsiteY2" fmla="*/ 1 h 4730065"/>
              <a:gd name="connsiteX3" fmla="*/ 4274851 w 4706557"/>
              <a:gd name="connsiteY3" fmla="*/ 0 h 4730065"/>
              <a:gd name="connsiteX4" fmla="*/ 4706557 w 4706557"/>
              <a:gd name="connsiteY4" fmla="*/ 431706 h 4730065"/>
              <a:gd name="connsiteX5" fmla="*/ 4706557 w 4706557"/>
              <a:gd name="connsiteY5" fmla="*/ 3440672 h 4730065"/>
              <a:gd name="connsiteX6" fmla="*/ 3542888 w 4706557"/>
              <a:gd name="connsiteY6" fmla="*/ 4604342 h 4730065"/>
              <a:gd name="connsiteX7" fmla="*/ 3542888 w 4706557"/>
              <a:gd name="connsiteY7" fmla="*/ 4604340 h 4730065"/>
              <a:gd name="connsiteX8" fmla="*/ 3417163 w 4706557"/>
              <a:gd name="connsiteY8" fmla="*/ 4730065 h 4730065"/>
              <a:gd name="connsiteX9" fmla="*/ 3417163 w 4706557"/>
              <a:gd name="connsiteY9" fmla="*/ 1289392 h 4730065"/>
              <a:gd name="connsiteX10" fmla="*/ 0 w 4706557"/>
              <a:gd name="connsiteY10" fmla="*/ 1289392 h 4730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706557" h="4730065">
                <a:moveTo>
                  <a:pt x="1163668" y="125724"/>
                </a:moveTo>
                <a:lnTo>
                  <a:pt x="1163670" y="125724"/>
                </a:lnTo>
                <a:lnTo>
                  <a:pt x="1289393" y="1"/>
                </a:lnTo>
                <a:lnTo>
                  <a:pt x="4274851" y="0"/>
                </a:lnTo>
                <a:cubicBezTo>
                  <a:pt x="4513275" y="1"/>
                  <a:pt x="4706557" y="193282"/>
                  <a:pt x="4706557" y="431706"/>
                </a:cubicBezTo>
                <a:lnTo>
                  <a:pt x="4706557" y="3440672"/>
                </a:lnTo>
                <a:lnTo>
                  <a:pt x="3542888" y="4604342"/>
                </a:lnTo>
                <a:lnTo>
                  <a:pt x="3542888" y="4604340"/>
                </a:lnTo>
                <a:lnTo>
                  <a:pt x="3417163" y="4730065"/>
                </a:lnTo>
                <a:lnTo>
                  <a:pt x="3417163" y="1289392"/>
                </a:lnTo>
                <a:lnTo>
                  <a:pt x="0" y="1289392"/>
                </a:lnTo>
                <a:close/>
              </a:path>
            </a:pathLst>
          </a:custGeom>
          <a:solidFill>
            <a:schemeClr val="accent2">
              <a:lumMod val="20000"/>
              <a:lumOff val="8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32" name="任意多边形 31"/>
          <p:cNvSpPr/>
          <p:nvPr/>
        </p:nvSpPr>
        <p:spPr>
          <a:xfrm rot="2700000">
            <a:off x="1301417" y="5457574"/>
            <a:ext cx="707075" cy="710607"/>
          </a:xfrm>
          <a:custGeom>
            <a:avLst/>
            <a:gdLst>
              <a:gd name="connsiteX0" fmla="*/ 1163668 w 4706557"/>
              <a:gd name="connsiteY0" fmla="*/ 125724 h 4730065"/>
              <a:gd name="connsiteX1" fmla="*/ 1163670 w 4706557"/>
              <a:gd name="connsiteY1" fmla="*/ 125724 h 4730065"/>
              <a:gd name="connsiteX2" fmla="*/ 1289393 w 4706557"/>
              <a:gd name="connsiteY2" fmla="*/ 1 h 4730065"/>
              <a:gd name="connsiteX3" fmla="*/ 4274851 w 4706557"/>
              <a:gd name="connsiteY3" fmla="*/ 0 h 4730065"/>
              <a:gd name="connsiteX4" fmla="*/ 4706557 w 4706557"/>
              <a:gd name="connsiteY4" fmla="*/ 431706 h 4730065"/>
              <a:gd name="connsiteX5" fmla="*/ 4706557 w 4706557"/>
              <a:gd name="connsiteY5" fmla="*/ 3440672 h 4730065"/>
              <a:gd name="connsiteX6" fmla="*/ 3542888 w 4706557"/>
              <a:gd name="connsiteY6" fmla="*/ 4604342 h 4730065"/>
              <a:gd name="connsiteX7" fmla="*/ 3542888 w 4706557"/>
              <a:gd name="connsiteY7" fmla="*/ 4604340 h 4730065"/>
              <a:gd name="connsiteX8" fmla="*/ 3417163 w 4706557"/>
              <a:gd name="connsiteY8" fmla="*/ 4730065 h 4730065"/>
              <a:gd name="connsiteX9" fmla="*/ 3417163 w 4706557"/>
              <a:gd name="connsiteY9" fmla="*/ 1289392 h 4730065"/>
              <a:gd name="connsiteX10" fmla="*/ 0 w 4706557"/>
              <a:gd name="connsiteY10" fmla="*/ 1289392 h 4730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706557" h="4730065">
                <a:moveTo>
                  <a:pt x="1163668" y="125724"/>
                </a:moveTo>
                <a:lnTo>
                  <a:pt x="1163670" y="125724"/>
                </a:lnTo>
                <a:lnTo>
                  <a:pt x="1289393" y="1"/>
                </a:lnTo>
                <a:lnTo>
                  <a:pt x="4274851" y="0"/>
                </a:lnTo>
                <a:cubicBezTo>
                  <a:pt x="4513275" y="1"/>
                  <a:pt x="4706557" y="193282"/>
                  <a:pt x="4706557" y="431706"/>
                </a:cubicBezTo>
                <a:lnTo>
                  <a:pt x="4706557" y="3440672"/>
                </a:lnTo>
                <a:lnTo>
                  <a:pt x="3542888" y="4604342"/>
                </a:lnTo>
                <a:lnTo>
                  <a:pt x="3542888" y="4604340"/>
                </a:lnTo>
                <a:lnTo>
                  <a:pt x="3417163" y="4730065"/>
                </a:lnTo>
                <a:lnTo>
                  <a:pt x="3417163" y="1289392"/>
                </a:lnTo>
                <a:lnTo>
                  <a:pt x="0" y="1289392"/>
                </a:lnTo>
                <a:close/>
              </a:path>
            </a:pathLst>
          </a:custGeom>
          <a:solidFill>
            <a:schemeClr val="bg1">
              <a:lumMod val="95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33" name="任意多边形 32"/>
          <p:cNvSpPr/>
          <p:nvPr/>
        </p:nvSpPr>
        <p:spPr>
          <a:xfrm rot="2700000">
            <a:off x="4647436" y="484397"/>
            <a:ext cx="354223" cy="355992"/>
          </a:xfrm>
          <a:custGeom>
            <a:avLst/>
            <a:gdLst>
              <a:gd name="connsiteX0" fmla="*/ 1163668 w 4706557"/>
              <a:gd name="connsiteY0" fmla="*/ 125724 h 4730065"/>
              <a:gd name="connsiteX1" fmla="*/ 1163670 w 4706557"/>
              <a:gd name="connsiteY1" fmla="*/ 125724 h 4730065"/>
              <a:gd name="connsiteX2" fmla="*/ 1289393 w 4706557"/>
              <a:gd name="connsiteY2" fmla="*/ 1 h 4730065"/>
              <a:gd name="connsiteX3" fmla="*/ 4274851 w 4706557"/>
              <a:gd name="connsiteY3" fmla="*/ 0 h 4730065"/>
              <a:gd name="connsiteX4" fmla="*/ 4706557 w 4706557"/>
              <a:gd name="connsiteY4" fmla="*/ 431706 h 4730065"/>
              <a:gd name="connsiteX5" fmla="*/ 4706557 w 4706557"/>
              <a:gd name="connsiteY5" fmla="*/ 3440672 h 4730065"/>
              <a:gd name="connsiteX6" fmla="*/ 3542888 w 4706557"/>
              <a:gd name="connsiteY6" fmla="*/ 4604342 h 4730065"/>
              <a:gd name="connsiteX7" fmla="*/ 3542888 w 4706557"/>
              <a:gd name="connsiteY7" fmla="*/ 4604340 h 4730065"/>
              <a:gd name="connsiteX8" fmla="*/ 3417163 w 4706557"/>
              <a:gd name="connsiteY8" fmla="*/ 4730065 h 4730065"/>
              <a:gd name="connsiteX9" fmla="*/ 3417163 w 4706557"/>
              <a:gd name="connsiteY9" fmla="*/ 1289392 h 4730065"/>
              <a:gd name="connsiteX10" fmla="*/ 0 w 4706557"/>
              <a:gd name="connsiteY10" fmla="*/ 1289392 h 4730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706557" h="4730065">
                <a:moveTo>
                  <a:pt x="1163668" y="125724"/>
                </a:moveTo>
                <a:lnTo>
                  <a:pt x="1163670" y="125724"/>
                </a:lnTo>
                <a:lnTo>
                  <a:pt x="1289393" y="1"/>
                </a:lnTo>
                <a:lnTo>
                  <a:pt x="4274851" y="0"/>
                </a:lnTo>
                <a:cubicBezTo>
                  <a:pt x="4513275" y="1"/>
                  <a:pt x="4706557" y="193282"/>
                  <a:pt x="4706557" y="431706"/>
                </a:cubicBezTo>
                <a:lnTo>
                  <a:pt x="4706557" y="3440672"/>
                </a:lnTo>
                <a:lnTo>
                  <a:pt x="3542888" y="4604342"/>
                </a:lnTo>
                <a:lnTo>
                  <a:pt x="3542888" y="4604340"/>
                </a:lnTo>
                <a:lnTo>
                  <a:pt x="3417163" y="4730065"/>
                </a:lnTo>
                <a:lnTo>
                  <a:pt x="3417163" y="1289392"/>
                </a:lnTo>
                <a:lnTo>
                  <a:pt x="0" y="1289392"/>
                </a:lnTo>
                <a:close/>
              </a:path>
            </a:pathLst>
          </a:custGeom>
          <a:solidFill>
            <a:schemeClr val="accent1">
              <a:lumMod val="20000"/>
              <a:lumOff val="8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grpSp>
        <p:nvGrpSpPr>
          <p:cNvPr id="41" name="组合 40"/>
          <p:cNvGrpSpPr/>
          <p:nvPr/>
        </p:nvGrpSpPr>
        <p:grpSpPr>
          <a:xfrm>
            <a:off x="458272" y="546208"/>
            <a:ext cx="311151" cy="194270"/>
            <a:chOff x="207558" y="206734"/>
            <a:chExt cx="380545" cy="157163"/>
          </a:xfrm>
        </p:grpSpPr>
        <p:cxnSp>
          <p:nvCxnSpPr>
            <p:cNvPr id="35" name="直接连接符 34"/>
            <p:cNvCxnSpPr/>
            <p:nvPr/>
          </p:nvCxnSpPr>
          <p:spPr>
            <a:xfrm>
              <a:off x="207558" y="206734"/>
              <a:ext cx="380545" cy="0"/>
            </a:xfrm>
            <a:prstGeom prst="line">
              <a:avLst/>
            </a:prstGeom>
            <a:ln w="38100" cap="rnd">
              <a:solidFill>
                <a:srgbClr val="5D999F"/>
              </a:solidFill>
              <a:round/>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a:off x="207558" y="285316"/>
              <a:ext cx="380545" cy="0"/>
            </a:xfrm>
            <a:prstGeom prst="line">
              <a:avLst/>
            </a:prstGeom>
            <a:ln w="38100" cap="rnd">
              <a:solidFill>
                <a:srgbClr val="5D999F"/>
              </a:solidFill>
              <a:round/>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nvCxnSpPr>
          <p:spPr>
            <a:xfrm>
              <a:off x="207558" y="363897"/>
              <a:ext cx="380545" cy="0"/>
            </a:xfrm>
            <a:prstGeom prst="line">
              <a:avLst/>
            </a:prstGeom>
            <a:ln w="38100" cap="rnd">
              <a:solidFill>
                <a:srgbClr val="5D999F"/>
              </a:solidFill>
              <a:round/>
            </a:ln>
          </p:spPr>
          <p:style>
            <a:lnRef idx="1">
              <a:schemeClr val="accent1"/>
            </a:lnRef>
            <a:fillRef idx="0">
              <a:schemeClr val="accent1"/>
            </a:fillRef>
            <a:effectRef idx="0">
              <a:schemeClr val="accent1"/>
            </a:effectRef>
            <a:fontRef idx="minor">
              <a:schemeClr val="tx1"/>
            </a:fontRef>
          </p:style>
        </p:cxnSp>
      </p:grpSp>
      <p:sp>
        <p:nvSpPr>
          <p:cNvPr id="42" name="文本框 41"/>
          <p:cNvSpPr txBox="1"/>
          <p:nvPr/>
        </p:nvSpPr>
        <p:spPr>
          <a:xfrm>
            <a:off x="966681" y="440800"/>
            <a:ext cx="3530455" cy="400110"/>
          </a:xfrm>
          <a:prstGeom prst="rect">
            <a:avLst/>
          </a:prstGeom>
          <a:noFill/>
        </p:spPr>
        <p:txBody>
          <a:bodyPr wrap="square" rtlCol="0">
            <a:spAutoFit/>
            <a:scene3d>
              <a:camera prst="orthographicFront"/>
              <a:lightRig rig="threePt" dir="t"/>
            </a:scene3d>
            <a:sp3d contourW="12700"/>
          </a:bodyPr>
          <a:lstStyle/>
          <a:p>
            <a:r>
              <a:rPr lang="en-US" altLang="zh-CN" sz="2000" dirty="0">
                <a:solidFill>
                  <a:schemeClr val="tx1">
                    <a:lumMod val="50000"/>
                    <a:lumOff val="50000"/>
                  </a:schemeClr>
                </a:solidFill>
                <a:cs typeface="+mn-ea"/>
                <a:sym typeface="+mn-lt"/>
              </a:rPr>
              <a:t>25Spring: CAS CS506</a:t>
            </a:r>
            <a:endParaRPr lang="zh-CN" altLang="en-US" sz="2000" dirty="0">
              <a:solidFill>
                <a:schemeClr val="tx1">
                  <a:lumMod val="50000"/>
                  <a:lumOff val="50000"/>
                </a:schemeClr>
              </a:solidFill>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F3B408-0B18-14FC-34A4-3C48F958BC55}"/>
            </a:ext>
          </a:extLst>
        </p:cNvPr>
        <p:cNvGrpSpPr/>
        <p:nvPr/>
      </p:nvGrpSpPr>
      <p:grpSpPr>
        <a:xfrm>
          <a:off x="0" y="0"/>
          <a:ext cx="0" cy="0"/>
          <a:chOff x="0" y="0"/>
          <a:chExt cx="0" cy="0"/>
        </a:xfrm>
      </p:grpSpPr>
      <p:sp>
        <p:nvSpPr>
          <p:cNvPr id="47" name="椭圆 13">
            <a:extLst>
              <a:ext uri="{FF2B5EF4-FFF2-40B4-BE49-F238E27FC236}">
                <a16:creationId xmlns:a16="http://schemas.microsoft.com/office/drawing/2014/main" id="{5518B117-9B62-E6F7-A9BE-3C52370F7DD3}"/>
              </a:ext>
            </a:extLst>
          </p:cNvPr>
          <p:cNvSpPr/>
          <p:nvPr/>
        </p:nvSpPr>
        <p:spPr>
          <a:xfrm>
            <a:off x="5229135" y="2326081"/>
            <a:ext cx="755387" cy="708526"/>
          </a:xfrm>
          <a:custGeom>
            <a:avLst/>
            <a:gdLst>
              <a:gd name="connsiteX0" fmla="*/ 258582 w 606298"/>
              <a:gd name="connsiteY0" fmla="*/ 455598 h 568686"/>
              <a:gd name="connsiteX1" fmla="*/ 303149 w 606298"/>
              <a:gd name="connsiteY1" fmla="*/ 490637 h 568686"/>
              <a:gd name="connsiteX2" fmla="*/ 347716 w 606298"/>
              <a:gd name="connsiteY2" fmla="*/ 455598 h 568686"/>
              <a:gd name="connsiteX3" fmla="*/ 311784 w 606298"/>
              <a:gd name="connsiteY3" fmla="*/ 456896 h 568686"/>
              <a:gd name="connsiteX4" fmla="*/ 294607 w 606298"/>
              <a:gd name="connsiteY4" fmla="*/ 456896 h 568686"/>
              <a:gd name="connsiteX5" fmla="*/ 258582 w 606298"/>
              <a:gd name="connsiteY5" fmla="*/ 455598 h 568686"/>
              <a:gd name="connsiteX6" fmla="*/ 482810 w 606298"/>
              <a:gd name="connsiteY6" fmla="*/ 426955 h 568686"/>
              <a:gd name="connsiteX7" fmla="*/ 402311 w 606298"/>
              <a:gd name="connsiteY7" fmla="*/ 449202 h 568686"/>
              <a:gd name="connsiteX8" fmla="*/ 391633 w 606298"/>
              <a:gd name="connsiteY8" fmla="*/ 460233 h 568686"/>
              <a:gd name="connsiteX9" fmla="*/ 333696 w 606298"/>
              <a:gd name="connsiteY9" fmla="*/ 510752 h 568686"/>
              <a:gd name="connsiteX10" fmla="*/ 407603 w 606298"/>
              <a:gd name="connsiteY10" fmla="*/ 533647 h 568686"/>
              <a:gd name="connsiteX11" fmla="*/ 445578 w 606298"/>
              <a:gd name="connsiteY11" fmla="*/ 523358 h 568686"/>
              <a:gd name="connsiteX12" fmla="*/ 482810 w 606298"/>
              <a:gd name="connsiteY12" fmla="*/ 426955 h 568686"/>
              <a:gd name="connsiteX13" fmla="*/ 123488 w 606298"/>
              <a:gd name="connsiteY13" fmla="*/ 426955 h 568686"/>
              <a:gd name="connsiteX14" fmla="*/ 160720 w 606298"/>
              <a:gd name="connsiteY14" fmla="*/ 523358 h 568686"/>
              <a:gd name="connsiteX15" fmla="*/ 198788 w 606298"/>
              <a:gd name="connsiteY15" fmla="*/ 533647 h 568686"/>
              <a:gd name="connsiteX16" fmla="*/ 272602 w 606298"/>
              <a:gd name="connsiteY16" fmla="*/ 510752 h 568686"/>
              <a:gd name="connsiteX17" fmla="*/ 214665 w 606298"/>
              <a:gd name="connsiteY17" fmla="*/ 460233 h 568686"/>
              <a:gd name="connsiteX18" fmla="*/ 204080 w 606298"/>
              <a:gd name="connsiteY18" fmla="*/ 449202 h 568686"/>
              <a:gd name="connsiteX19" fmla="*/ 123488 w 606298"/>
              <a:gd name="connsiteY19" fmla="*/ 426955 h 568686"/>
              <a:gd name="connsiteX20" fmla="*/ 469069 w 606298"/>
              <a:gd name="connsiteY20" fmla="*/ 346681 h 568686"/>
              <a:gd name="connsiteX21" fmla="*/ 450777 w 606298"/>
              <a:gd name="connsiteY21" fmla="*/ 374953 h 568686"/>
              <a:gd name="connsiteX22" fmla="*/ 449292 w 606298"/>
              <a:gd name="connsiteY22" fmla="*/ 377178 h 568686"/>
              <a:gd name="connsiteX23" fmla="*/ 425523 w 606298"/>
              <a:gd name="connsiteY23" fmla="*/ 409250 h 568686"/>
              <a:gd name="connsiteX24" fmla="*/ 479189 w 606298"/>
              <a:gd name="connsiteY24" fmla="*/ 391360 h 568686"/>
              <a:gd name="connsiteX25" fmla="*/ 469069 w 606298"/>
              <a:gd name="connsiteY25" fmla="*/ 346681 h 568686"/>
              <a:gd name="connsiteX26" fmla="*/ 137229 w 606298"/>
              <a:gd name="connsiteY26" fmla="*/ 346681 h 568686"/>
              <a:gd name="connsiteX27" fmla="*/ 127109 w 606298"/>
              <a:gd name="connsiteY27" fmla="*/ 391360 h 568686"/>
              <a:gd name="connsiteX28" fmla="*/ 180868 w 606298"/>
              <a:gd name="connsiteY28" fmla="*/ 409250 h 568686"/>
              <a:gd name="connsiteX29" fmla="*/ 157006 w 606298"/>
              <a:gd name="connsiteY29" fmla="*/ 377178 h 568686"/>
              <a:gd name="connsiteX30" fmla="*/ 155521 w 606298"/>
              <a:gd name="connsiteY30" fmla="*/ 375046 h 568686"/>
              <a:gd name="connsiteX31" fmla="*/ 137229 w 606298"/>
              <a:gd name="connsiteY31" fmla="*/ 346681 h 568686"/>
              <a:gd name="connsiteX32" fmla="*/ 303114 w 606298"/>
              <a:gd name="connsiteY32" fmla="*/ 237523 h 568686"/>
              <a:gd name="connsiteX33" fmla="*/ 350005 w 606298"/>
              <a:gd name="connsiteY33" fmla="*/ 284343 h 568686"/>
              <a:gd name="connsiteX34" fmla="*/ 303114 w 606298"/>
              <a:gd name="connsiteY34" fmla="*/ 331163 h 568686"/>
              <a:gd name="connsiteX35" fmla="*/ 256223 w 606298"/>
              <a:gd name="connsiteY35" fmla="*/ 284343 h 568686"/>
              <a:gd name="connsiteX36" fmla="*/ 303114 w 606298"/>
              <a:gd name="connsiteY36" fmla="*/ 237523 h 568686"/>
              <a:gd name="connsiteX37" fmla="*/ 517257 w 606298"/>
              <a:gd name="connsiteY37" fmla="*/ 210604 h 568686"/>
              <a:gd name="connsiteX38" fmla="*/ 516792 w 606298"/>
              <a:gd name="connsiteY38" fmla="*/ 213292 h 568686"/>
              <a:gd name="connsiteX39" fmla="*/ 490888 w 606298"/>
              <a:gd name="connsiteY39" fmla="*/ 303392 h 568686"/>
              <a:gd name="connsiteX40" fmla="*/ 511500 w 606298"/>
              <a:gd name="connsiteY40" fmla="*/ 374953 h 568686"/>
              <a:gd name="connsiteX41" fmla="*/ 572130 w 606298"/>
              <a:gd name="connsiteY41" fmla="*/ 290971 h 568686"/>
              <a:gd name="connsiteX42" fmla="*/ 517257 w 606298"/>
              <a:gd name="connsiteY42" fmla="*/ 210604 h 568686"/>
              <a:gd name="connsiteX43" fmla="*/ 89041 w 606298"/>
              <a:gd name="connsiteY43" fmla="*/ 210604 h 568686"/>
              <a:gd name="connsiteX44" fmla="*/ 34168 w 606298"/>
              <a:gd name="connsiteY44" fmla="*/ 290971 h 568686"/>
              <a:gd name="connsiteX45" fmla="*/ 94798 w 606298"/>
              <a:gd name="connsiteY45" fmla="*/ 374953 h 568686"/>
              <a:gd name="connsiteX46" fmla="*/ 115410 w 606298"/>
              <a:gd name="connsiteY46" fmla="*/ 303392 h 568686"/>
              <a:gd name="connsiteX47" fmla="*/ 89506 w 606298"/>
              <a:gd name="connsiteY47" fmla="*/ 213292 h 568686"/>
              <a:gd name="connsiteX48" fmla="*/ 419952 w 606298"/>
              <a:gd name="connsiteY48" fmla="*/ 171487 h 568686"/>
              <a:gd name="connsiteX49" fmla="*/ 438893 w 606298"/>
              <a:gd name="connsiteY49" fmla="*/ 199666 h 568686"/>
              <a:gd name="connsiteX50" fmla="*/ 470833 w 606298"/>
              <a:gd name="connsiteY50" fmla="*/ 256952 h 568686"/>
              <a:gd name="connsiteX51" fmla="*/ 484017 w 606298"/>
              <a:gd name="connsiteY51" fmla="*/ 200407 h 568686"/>
              <a:gd name="connsiteX52" fmla="*/ 484946 w 606298"/>
              <a:gd name="connsiteY52" fmla="*/ 193085 h 568686"/>
              <a:gd name="connsiteX53" fmla="*/ 419952 w 606298"/>
              <a:gd name="connsiteY53" fmla="*/ 171487 h 568686"/>
              <a:gd name="connsiteX54" fmla="*/ 186346 w 606298"/>
              <a:gd name="connsiteY54" fmla="*/ 171487 h 568686"/>
              <a:gd name="connsiteX55" fmla="*/ 121352 w 606298"/>
              <a:gd name="connsiteY55" fmla="*/ 193085 h 568686"/>
              <a:gd name="connsiteX56" fmla="*/ 122281 w 606298"/>
              <a:gd name="connsiteY56" fmla="*/ 200407 h 568686"/>
              <a:gd name="connsiteX57" fmla="*/ 135465 w 606298"/>
              <a:gd name="connsiteY57" fmla="*/ 256952 h 568686"/>
              <a:gd name="connsiteX58" fmla="*/ 167405 w 606298"/>
              <a:gd name="connsiteY58" fmla="*/ 199666 h 568686"/>
              <a:gd name="connsiteX59" fmla="*/ 186346 w 606298"/>
              <a:gd name="connsiteY59" fmla="*/ 171487 h 568686"/>
              <a:gd name="connsiteX60" fmla="*/ 303149 w 606298"/>
              <a:gd name="connsiteY60" fmla="*/ 159459 h 568686"/>
              <a:gd name="connsiteX61" fmla="*/ 236113 w 606298"/>
              <a:gd name="connsiteY61" fmla="*/ 162866 h 568686"/>
              <a:gd name="connsiteX62" fmla="*/ 196559 w 606298"/>
              <a:gd name="connsiteY62" fmla="*/ 218020 h 568686"/>
              <a:gd name="connsiteX63" fmla="*/ 153385 w 606298"/>
              <a:gd name="connsiteY63" fmla="*/ 301260 h 568686"/>
              <a:gd name="connsiteX64" fmla="*/ 184118 w 606298"/>
              <a:gd name="connsiteY64" fmla="*/ 356321 h 568686"/>
              <a:gd name="connsiteX65" fmla="*/ 222835 w 606298"/>
              <a:gd name="connsiteY65" fmla="*/ 406284 h 568686"/>
              <a:gd name="connsiteX66" fmla="*/ 227385 w 606298"/>
              <a:gd name="connsiteY66" fmla="*/ 411104 h 568686"/>
              <a:gd name="connsiteX67" fmla="*/ 234813 w 606298"/>
              <a:gd name="connsiteY67" fmla="*/ 419169 h 568686"/>
              <a:gd name="connsiteX68" fmla="*/ 294607 w 606298"/>
              <a:gd name="connsiteY68" fmla="*/ 422691 h 568686"/>
              <a:gd name="connsiteX69" fmla="*/ 311784 w 606298"/>
              <a:gd name="connsiteY69" fmla="*/ 422691 h 568686"/>
              <a:gd name="connsiteX70" fmla="*/ 371485 w 606298"/>
              <a:gd name="connsiteY70" fmla="*/ 419169 h 568686"/>
              <a:gd name="connsiteX71" fmla="*/ 378913 w 606298"/>
              <a:gd name="connsiteY71" fmla="*/ 411104 h 568686"/>
              <a:gd name="connsiteX72" fmla="*/ 383463 w 606298"/>
              <a:gd name="connsiteY72" fmla="*/ 406284 h 568686"/>
              <a:gd name="connsiteX73" fmla="*/ 422273 w 606298"/>
              <a:gd name="connsiteY73" fmla="*/ 356321 h 568686"/>
              <a:gd name="connsiteX74" fmla="*/ 452913 w 606298"/>
              <a:gd name="connsiteY74" fmla="*/ 301260 h 568686"/>
              <a:gd name="connsiteX75" fmla="*/ 409831 w 606298"/>
              <a:gd name="connsiteY75" fmla="*/ 218020 h 568686"/>
              <a:gd name="connsiteX76" fmla="*/ 370185 w 606298"/>
              <a:gd name="connsiteY76" fmla="*/ 162866 h 568686"/>
              <a:gd name="connsiteX77" fmla="*/ 303149 w 606298"/>
              <a:gd name="connsiteY77" fmla="*/ 159459 h 568686"/>
              <a:gd name="connsiteX78" fmla="*/ 303149 w 606298"/>
              <a:gd name="connsiteY78" fmla="*/ 95754 h 568686"/>
              <a:gd name="connsiteX79" fmla="*/ 269631 w 606298"/>
              <a:gd name="connsiteY79" fmla="*/ 125788 h 568686"/>
              <a:gd name="connsiteX80" fmla="*/ 336667 w 606298"/>
              <a:gd name="connsiteY80" fmla="*/ 125788 h 568686"/>
              <a:gd name="connsiteX81" fmla="*/ 303149 w 606298"/>
              <a:gd name="connsiteY81" fmla="*/ 95754 h 568686"/>
              <a:gd name="connsiteX82" fmla="*/ 413453 w 606298"/>
              <a:gd name="connsiteY82" fmla="*/ 34112 h 568686"/>
              <a:gd name="connsiteX83" fmla="*/ 326454 w 606298"/>
              <a:gd name="connsiteY83" fmla="*/ 70078 h 568686"/>
              <a:gd name="connsiteX84" fmla="*/ 388012 w 606298"/>
              <a:gd name="connsiteY84" fmla="*/ 130608 h 568686"/>
              <a:gd name="connsiteX85" fmla="*/ 490424 w 606298"/>
              <a:gd name="connsiteY85" fmla="*/ 158138 h 568686"/>
              <a:gd name="connsiteX86" fmla="*/ 490424 w 606298"/>
              <a:gd name="connsiteY86" fmla="*/ 156933 h 568686"/>
              <a:gd name="connsiteX87" fmla="*/ 453841 w 606298"/>
              <a:gd name="connsiteY87" fmla="*/ 45143 h 568686"/>
              <a:gd name="connsiteX88" fmla="*/ 413453 w 606298"/>
              <a:gd name="connsiteY88" fmla="*/ 34112 h 568686"/>
              <a:gd name="connsiteX89" fmla="*/ 192845 w 606298"/>
              <a:gd name="connsiteY89" fmla="*/ 34112 h 568686"/>
              <a:gd name="connsiteX90" fmla="*/ 152549 w 606298"/>
              <a:gd name="connsiteY90" fmla="*/ 45143 h 568686"/>
              <a:gd name="connsiteX91" fmla="*/ 115874 w 606298"/>
              <a:gd name="connsiteY91" fmla="*/ 156933 h 568686"/>
              <a:gd name="connsiteX92" fmla="*/ 115967 w 606298"/>
              <a:gd name="connsiteY92" fmla="*/ 158138 h 568686"/>
              <a:gd name="connsiteX93" fmla="*/ 218286 w 606298"/>
              <a:gd name="connsiteY93" fmla="*/ 130608 h 568686"/>
              <a:gd name="connsiteX94" fmla="*/ 279937 w 606298"/>
              <a:gd name="connsiteY94" fmla="*/ 70078 h 568686"/>
              <a:gd name="connsiteX95" fmla="*/ 192845 w 606298"/>
              <a:gd name="connsiteY95" fmla="*/ 34112 h 568686"/>
              <a:gd name="connsiteX96" fmla="*/ 192845 w 606298"/>
              <a:gd name="connsiteY96" fmla="*/ 0 h 568686"/>
              <a:gd name="connsiteX97" fmla="*/ 303149 w 606298"/>
              <a:gd name="connsiteY97" fmla="*/ 44494 h 568686"/>
              <a:gd name="connsiteX98" fmla="*/ 413453 w 606298"/>
              <a:gd name="connsiteY98" fmla="*/ 0 h 568686"/>
              <a:gd name="connsiteX99" fmla="*/ 472411 w 606298"/>
              <a:gd name="connsiteY99" fmla="*/ 16500 h 568686"/>
              <a:gd name="connsiteX100" fmla="*/ 515214 w 606298"/>
              <a:gd name="connsiteY100" fmla="*/ 78050 h 568686"/>
              <a:gd name="connsiteX101" fmla="*/ 524127 w 606298"/>
              <a:gd name="connsiteY101" fmla="*/ 167964 h 568686"/>
              <a:gd name="connsiteX102" fmla="*/ 524127 w 606298"/>
              <a:gd name="connsiteY102" fmla="*/ 174824 h 568686"/>
              <a:gd name="connsiteX103" fmla="*/ 606298 w 606298"/>
              <a:gd name="connsiteY103" fmla="*/ 290971 h 568686"/>
              <a:gd name="connsiteX104" fmla="*/ 516607 w 606298"/>
              <a:gd name="connsiteY104" fmla="*/ 411382 h 568686"/>
              <a:gd name="connsiteX105" fmla="*/ 516792 w 606298"/>
              <a:gd name="connsiteY105" fmla="*/ 413792 h 568686"/>
              <a:gd name="connsiteX106" fmla="*/ 464519 w 606298"/>
              <a:gd name="connsiteY106" fmla="*/ 553299 h 568686"/>
              <a:gd name="connsiteX107" fmla="*/ 408903 w 606298"/>
              <a:gd name="connsiteY107" fmla="*/ 568686 h 568686"/>
              <a:gd name="connsiteX108" fmla="*/ 303149 w 606298"/>
              <a:gd name="connsiteY108" fmla="*/ 532628 h 568686"/>
              <a:gd name="connsiteX109" fmla="*/ 197395 w 606298"/>
              <a:gd name="connsiteY109" fmla="*/ 568686 h 568686"/>
              <a:gd name="connsiteX110" fmla="*/ 141779 w 606298"/>
              <a:gd name="connsiteY110" fmla="*/ 553299 h 568686"/>
              <a:gd name="connsiteX111" fmla="*/ 89506 w 606298"/>
              <a:gd name="connsiteY111" fmla="*/ 413700 h 568686"/>
              <a:gd name="connsiteX112" fmla="*/ 89784 w 606298"/>
              <a:gd name="connsiteY112" fmla="*/ 411382 h 568686"/>
              <a:gd name="connsiteX113" fmla="*/ 0 w 606298"/>
              <a:gd name="connsiteY113" fmla="*/ 290971 h 568686"/>
              <a:gd name="connsiteX114" fmla="*/ 82171 w 606298"/>
              <a:gd name="connsiteY114" fmla="*/ 174824 h 568686"/>
              <a:gd name="connsiteX115" fmla="*/ 82171 w 606298"/>
              <a:gd name="connsiteY115" fmla="*/ 167964 h 568686"/>
              <a:gd name="connsiteX116" fmla="*/ 91084 w 606298"/>
              <a:gd name="connsiteY116" fmla="*/ 78050 h 568686"/>
              <a:gd name="connsiteX117" fmla="*/ 133887 w 606298"/>
              <a:gd name="connsiteY117" fmla="*/ 16500 h 568686"/>
              <a:gd name="connsiteX118" fmla="*/ 192845 w 606298"/>
              <a:gd name="connsiteY118" fmla="*/ 0 h 5686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606298" h="568686">
                <a:moveTo>
                  <a:pt x="258582" y="455598"/>
                </a:moveTo>
                <a:cubicBezTo>
                  <a:pt x="273159" y="469039"/>
                  <a:pt x="288200" y="480811"/>
                  <a:pt x="303149" y="490637"/>
                </a:cubicBezTo>
                <a:cubicBezTo>
                  <a:pt x="318190" y="480811"/>
                  <a:pt x="333139" y="469039"/>
                  <a:pt x="347716" y="455598"/>
                </a:cubicBezTo>
                <a:cubicBezTo>
                  <a:pt x="335274" y="456432"/>
                  <a:pt x="323483" y="456896"/>
                  <a:pt x="311784" y="456896"/>
                </a:cubicBezTo>
                <a:lnTo>
                  <a:pt x="294607" y="456896"/>
                </a:lnTo>
                <a:cubicBezTo>
                  <a:pt x="282908" y="456896"/>
                  <a:pt x="271024" y="456432"/>
                  <a:pt x="258582" y="455598"/>
                </a:cubicBezTo>
                <a:close/>
                <a:moveTo>
                  <a:pt x="482810" y="426955"/>
                </a:moveTo>
                <a:cubicBezTo>
                  <a:pt x="458020" y="436688"/>
                  <a:pt x="431001" y="444104"/>
                  <a:pt x="402311" y="449202"/>
                </a:cubicBezTo>
                <a:lnTo>
                  <a:pt x="391633" y="460233"/>
                </a:lnTo>
                <a:cubicBezTo>
                  <a:pt x="373249" y="479421"/>
                  <a:pt x="353751" y="496384"/>
                  <a:pt x="333696" y="510752"/>
                </a:cubicBezTo>
                <a:cubicBezTo>
                  <a:pt x="360436" y="525768"/>
                  <a:pt x="385877" y="533647"/>
                  <a:pt x="407603" y="533647"/>
                </a:cubicBezTo>
                <a:cubicBezTo>
                  <a:pt x="421995" y="533647"/>
                  <a:pt x="434808" y="530218"/>
                  <a:pt x="445578" y="523358"/>
                </a:cubicBezTo>
                <a:cubicBezTo>
                  <a:pt x="470833" y="507507"/>
                  <a:pt x="484017" y="473303"/>
                  <a:pt x="482810" y="426955"/>
                </a:cubicBezTo>
                <a:close/>
                <a:moveTo>
                  <a:pt x="123488" y="426955"/>
                </a:moveTo>
                <a:cubicBezTo>
                  <a:pt x="122281" y="473303"/>
                  <a:pt x="135465" y="507507"/>
                  <a:pt x="160720" y="523358"/>
                </a:cubicBezTo>
                <a:cubicBezTo>
                  <a:pt x="171490" y="530218"/>
                  <a:pt x="184303" y="533647"/>
                  <a:pt x="198788" y="533647"/>
                </a:cubicBezTo>
                <a:cubicBezTo>
                  <a:pt x="220421" y="533647"/>
                  <a:pt x="245862" y="525768"/>
                  <a:pt x="272602" y="510752"/>
                </a:cubicBezTo>
                <a:cubicBezTo>
                  <a:pt x="252547" y="496384"/>
                  <a:pt x="233142" y="479421"/>
                  <a:pt x="214665" y="460233"/>
                </a:cubicBezTo>
                <a:lnTo>
                  <a:pt x="204080" y="449202"/>
                </a:lnTo>
                <a:cubicBezTo>
                  <a:pt x="175297" y="444104"/>
                  <a:pt x="148278" y="436688"/>
                  <a:pt x="123488" y="426955"/>
                </a:cubicBezTo>
                <a:close/>
                <a:moveTo>
                  <a:pt x="469069" y="346681"/>
                </a:moveTo>
                <a:cubicBezTo>
                  <a:pt x="463591" y="356043"/>
                  <a:pt x="457555" y="365313"/>
                  <a:pt x="450777" y="374953"/>
                </a:cubicBezTo>
                <a:lnTo>
                  <a:pt x="449292" y="377178"/>
                </a:lnTo>
                <a:cubicBezTo>
                  <a:pt x="437686" y="393770"/>
                  <a:pt x="434529" y="398405"/>
                  <a:pt x="425523" y="409250"/>
                </a:cubicBezTo>
                <a:cubicBezTo>
                  <a:pt x="444464" y="404523"/>
                  <a:pt x="462476" y="398497"/>
                  <a:pt x="479189" y="391360"/>
                </a:cubicBezTo>
                <a:cubicBezTo>
                  <a:pt x="476961" y="376992"/>
                  <a:pt x="473525" y="361976"/>
                  <a:pt x="469069" y="346681"/>
                </a:cubicBezTo>
                <a:close/>
                <a:moveTo>
                  <a:pt x="137229" y="346681"/>
                </a:moveTo>
                <a:cubicBezTo>
                  <a:pt x="132773" y="361976"/>
                  <a:pt x="129337" y="376992"/>
                  <a:pt x="127109" y="391360"/>
                </a:cubicBezTo>
                <a:cubicBezTo>
                  <a:pt x="143822" y="398497"/>
                  <a:pt x="161834" y="404523"/>
                  <a:pt x="180868" y="409250"/>
                </a:cubicBezTo>
                <a:cubicBezTo>
                  <a:pt x="171769" y="398312"/>
                  <a:pt x="168426" y="393492"/>
                  <a:pt x="157006" y="377178"/>
                </a:cubicBezTo>
                <a:lnTo>
                  <a:pt x="155521" y="375046"/>
                </a:lnTo>
                <a:cubicBezTo>
                  <a:pt x="148743" y="365313"/>
                  <a:pt x="142800" y="356043"/>
                  <a:pt x="137229" y="346681"/>
                </a:cubicBezTo>
                <a:close/>
                <a:moveTo>
                  <a:pt x="303114" y="237523"/>
                </a:moveTo>
                <a:cubicBezTo>
                  <a:pt x="329011" y="237523"/>
                  <a:pt x="350005" y="258485"/>
                  <a:pt x="350005" y="284343"/>
                </a:cubicBezTo>
                <a:cubicBezTo>
                  <a:pt x="350005" y="310201"/>
                  <a:pt x="329011" y="331163"/>
                  <a:pt x="303114" y="331163"/>
                </a:cubicBezTo>
                <a:cubicBezTo>
                  <a:pt x="277217" y="331163"/>
                  <a:pt x="256223" y="310201"/>
                  <a:pt x="256223" y="284343"/>
                </a:cubicBezTo>
                <a:cubicBezTo>
                  <a:pt x="256223" y="258485"/>
                  <a:pt x="277217" y="237523"/>
                  <a:pt x="303114" y="237523"/>
                </a:cubicBezTo>
                <a:close/>
                <a:moveTo>
                  <a:pt x="517257" y="210604"/>
                </a:moveTo>
                <a:lnTo>
                  <a:pt x="516792" y="213292"/>
                </a:lnTo>
                <a:cubicBezTo>
                  <a:pt x="511593" y="245550"/>
                  <a:pt x="503144" y="275027"/>
                  <a:pt x="490888" y="303392"/>
                </a:cubicBezTo>
                <a:cubicBezTo>
                  <a:pt x="500173" y="327771"/>
                  <a:pt x="507043" y="351872"/>
                  <a:pt x="511500" y="374953"/>
                </a:cubicBezTo>
                <a:cubicBezTo>
                  <a:pt x="550682" y="351223"/>
                  <a:pt x="572130" y="321560"/>
                  <a:pt x="572130" y="290971"/>
                </a:cubicBezTo>
                <a:cubicBezTo>
                  <a:pt x="572130" y="262143"/>
                  <a:pt x="552725" y="233778"/>
                  <a:pt x="517257" y="210604"/>
                </a:cubicBezTo>
                <a:close/>
                <a:moveTo>
                  <a:pt x="89041" y="210604"/>
                </a:moveTo>
                <a:cubicBezTo>
                  <a:pt x="53573" y="233778"/>
                  <a:pt x="34168" y="262143"/>
                  <a:pt x="34168" y="290971"/>
                </a:cubicBezTo>
                <a:cubicBezTo>
                  <a:pt x="34168" y="321560"/>
                  <a:pt x="55616" y="351223"/>
                  <a:pt x="94798" y="374953"/>
                </a:cubicBezTo>
                <a:cubicBezTo>
                  <a:pt x="99255" y="351872"/>
                  <a:pt x="106218" y="327771"/>
                  <a:pt x="115410" y="303392"/>
                </a:cubicBezTo>
                <a:cubicBezTo>
                  <a:pt x="103247" y="275027"/>
                  <a:pt x="94705" y="245550"/>
                  <a:pt x="89506" y="213292"/>
                </a:cubicBezTo>
                <a:close/>
                <a:moveTo>
                  <a:pt x="419952" y="171487"/>
                </a:moveTo>
                <a:cubicBezTo>
                  <a:pt x="426451" y="180571"/>
                  <a:pt x="432765" y="190026"/>
                  <a:pt x="438893" y="199666"/>
                </a:cubicBezTo>
                <a:cubicBezTo>
                  <a:pt x="450777" y="218576"/>
                  <a:pt x="461548" y="237856"/>
                  <a:pt x="470833" y="256952"/>
                </a:cubicBezTo>
                <a:cubicBezTo>
                  <a:pt x="477146" y="237949"/>
                  <a:pt x="481510" y="219410"/>
                  <a:pt x="484017" y="200407"/>
                </a:cubicBezTo>
                <a:lnTo>
                  <a:pt x="484946" y="193085"/>
                </a:lnTo>
                <a:cubicBezTo>
                  <a:pt x="465633" y="184278"/>
                  <a:pt x="443814" y="177048"/>
                  <a:pt x="419952" y="171487"/>
                </a:cubicBezTo>
                <a:close/>
                <a:moveTo>
                  <a:pt x="186346" y="171487"/>
                </a:moveTo>
                <a:cubicBezTo>
                  <a:pt x="162577" y="177048"/>
                  <a:pt x="140758" y="184278"/>
                  <a:pt x="121352" y="193085"/>
                </a:cubicBezTo>
                <a:lnTo>
                  <a:pt x="122281" y="200407"/>
                </a:lnTo>
                <a:cubicBezTo>
                  <a:pt x="124881" y="219410"/>
                  <a:pt x="129152" y="237949"/>
                  <a:pt x="135465" y="256952"/>
                </a:cubicBezTo>
                <a:cubicBezTo>
                  <a:pt x="144750" y="237856"/>
                  <a:pt x="155521" y="218576"/>
                  <a:pt x="167405" y="199666"/>
                </a:cubicBezTo>
                <a:cubicBezTo>
                  <a:pt x="173533" y="190026"/>
                  <a:pt x="179847" y="180571"/>
                  <a:pt x="186346" y="171487"/>
                </a:cubicBezTo>
                <a:close/>
                <a:moveTo>
                  <a:pt x="303149" y="159459"/>
                </a:moveTo>
                <a:cubicBezTo>
                  <a:pt x="279473" y="159459"/>
                  <a:pt x="255797" y="160595"/>
                  <a:pt x="236113" y="162866"/>
                </a:cubicBezTo>
                <a:cubicBezTo>
                  <a:pt x="222000" y="180200"/>
                  <a:pt x="208630" y="198739"/>
                  <a:pt x="196559" y="218020"/>
                </a:cubicBezTo>
                <a:cubicBezTo>
                  <a:pt x="179754" y="244438"/>
                  <a:pt x="165270" y="272432"/>
                  <a:pt x="153385" y="301260"/>
                </a:cubicBezTo>
                <a:cubicBezTo>
                  <a:pt x="162020" y="318965"/>
                  <a:pt x="172047" y="337040"/>
                  <a:pt x="184118" y="356321"/>
                </a:cubicBezTo>
                <a:cubicBezTo>
                  <a:pt x="199809" y="381534"/>
                  <a:pt x="207980" y="390340"/>
                  <a:pt x="222835" y="406284"/>
                </a:cubicBezTo>
                <a:cubicBezTo>
                  <a:pt x="224321" y="407767"/>
                  <a:pt x="225807" y="409436"/>
                  <a:pt x="227385" y="411104"/>
                </a:cubicBezTo>
                <a:lnTo>
                  <a:pt x="234813" y="419169"/>
                </a:lnTo>
                <a:cubicBezTo>
                  <a:pt x="254218" y="421486"/>
                  <a:pt x="274273" y="422691"/>
                  <a:pt x="294607" y="422691"/>
                </a:cubicBezTo>
                <a:lnTo>
                  <a:pt x="311784" y="422691"/>
                </a:lnTo>
                <a:cubicBezTo>
                  <a:pt x="332025" y="422691"/>
                  <a:pt x="352080" y="421486"/>
                  <a:pt x="371485" y="419169"/>
                </a:cubicBezTo>
                <a:lnTo>
                  <a:pt x="378913" y="411104"/>
                </a:lnTo>
                <a:cubicBezTo>
                  <a:pt x="380491" y="409436"/>
                  <a:pt x="382070" y="407767"/>
                  <a:pt x="383463" y="406284"/>
                </a:cubicBezTo>
                <a:cubicBezTo>
                  <a:pt x="398318" y="390340"/>
                  <a:pt x="406489" y="381534"/>
                  <a:pt x="422273" y="356321"/>
                </a:cubicBezTo>
                <a:cubicBezTo>
                  <a:pt x="434343" y="337040"/>
                  <a:pt x="444371" y="318965"/>
                  <a:pt x="452913" y="301260"/>
                </a:cubicBezTo>
                <a:cubicBezTo>
                  <a:pt x="441028" y="272432"/>
                  <a:pt x="426544" y="244438"/>
                  <a:pt x="409831" y="218020"/>
                </a:cubicBezTo>
                <a:cubicBezTo>
                  <a:pt x="397668" y="198739"/>
                  <a:pt x="384391" y="180200"/>
                  <a:pt x="370185" y="162866"/>
                </a:cubicBezTo>
                <a:cubicBezTo>
                  <a:pt x="350502" y="160595"/>
                  <a:pt x="326825" y="159459"/>
                  <a:pt x="303149" y="159459"/>
                </a:cubicBezTo>
                <a:close/>
                <a:moveTo>
                  <a:pt x="303149" y="95754"/>
                </a:moveTo>
                <a:cubicBezTo>
                  <a:pt x="291729" y="104931"/>
                  <a:pt x="280494" y="115035"/>
                  <a:pt x="269631" y="125788"/>
                </a:cubicBezTo>
                <a:cubicBezTo>
                  <a:pt x="288758" y="124861"/>
                  <a:pt x="317540" y="124861"/>
                  <a:pt x="336667" y="125788"/>
                </a:cubicBezTo>
                <a:cubicBezTo>
                  <a:pt x="325897" y="115035"/>
                  <a:pt x="314662" y="104931"/>
                  <a:pt x="303149" y="95754"/>
                </a:cubicBezTo>
                <a:close/>
                <a:moveTo>
                  <a:pt x="413453" y="34112"/>
                </a:moveTo>
                <a:cubicBezTo>
                  <a:pt x="388941" y="34112"/>
                  <a:pt x="359693" y="46162"/>
                  <a:pt x="326454" y="70078"/>
                </a:cubicBezTo>
                <a:cubicBezTo>
                  <a:pt x="347530" y="87226"/>
                  <a:pt x="368235" y="107619"/>
                  <a:pt x="388012" y="130608"/>
                </a:cubicBezTo>
                <a:cubicBezTo>
                  <a:pt x="425801" y="136077"/>
                  <a:pt x="460155" y="145346"/>
                  <a:pt x="490424" y="158138"/>
                </a:cubicBezTo>
                <a:lnTo>
                  <a:pt x="490424" y="156933"/>
                </a:lnTo>
                <a:cubicBezTo>
                  <a:pt x="493023" y="105117"/>
                  <a:pt x="478632" y="61179"/>
                  <a:pt x="453841" y="45143"/>
                </a:cubicBezTo>
                <a:cubicBezTo>
                  <a:pt x="442607" y="37820"/>
                  <a:pt x="428958" y="34112"/>
                  <a:pt x="413453" y="34112"/>
                </a:cubicBezTo>
                <a:close/>
                <a:moveTo>
                  <a:pt x="192845" y="34112"/>
                </a:moveTo>
                <a:cubicBezTo>
                  <a:pt x="177340" y="34112"/>
                  <a:pt x="163784" y="37820"/>
                  <a:pt x="152549" y="45143"/>
                </a:cubicBezTo>
                <a:cubicBezTo>
                  <a:pt x="127759" y="61179"/>
                  <a:pt x="113368" y="105117"/>
                  <a:pt x="115874" y="156933"/>
                </a:cubicBezTo>
                <a:lnTo>
                  <a:pt x="115967" y="158138"/>
                </a:lnTo>
                <a:cubicBezTo>
                  <a:pt x="146143" y="145346"/>
                  <a:pt x="180497" y="136077"/>
                  <a:pt x="218286" y="130608"/>
                </a:cubicBezTo>
                <a:cubicBezTo>
                  <a:pt x="238062" y="107619"/>
                  <a:pt x="258768" y="87226"/>
                  <a:pt x="279937" y="70078"/>
                </a:cubicBezTo>
                <a:cubicBezTo>
                  <a:pt x="246697" y="46162"/>
                  <a:pt x="217450" y="34112"/>
                  <a:pt x="192845" y="34112"/>
                </a:cubicBezTo>
                <a:close/>
                <a:moveTo>
                  <a:pt x="192845" y="0"/>
                </a:moveTo>
                <a:cubicBezTo>
                  <a:pt x="225342" y="0"/>
                  <a:pt x="262482" y="14924"/>
                  <a:pt x="303149" y="44494"/>
                </a:cubicBezTo>
                <a:cubicBezTo>
                  <a:pt x="343816" y="14924"/>
                  <a:pt x="380956" y="0"/>
                  <a:pt x="413453" y="0"/>
                </a:cubicBezTo>
                <a:cubicBezTo>
                  <a:pt x="435643" y="0"/>
                  <a:pt x="455513" y="5562"/>
                  <a:pt x="472411" y="16500"/>
                </a:cubicBezTo>
                <a:cubicBezTo>
                  <a:pt x="491445" y="28828"/>
                  <a:pt x="506208" y="50148"/>
                  <a:pt x="515214" y="78050"/>
                </a:cubicBezTo>
                <a:cubicBezTo>
                  <a:pt x="523756" y="104468"/>
                  <a:pt x="526820" y="135613"/>
                  <a:pt x="524127" y="167964"/>
                </a:cubicBezTo>
                <a:lnTo>
                  <a:pt x="524127" y="174824"/>
                </a:lnTo>
                <a:cubicBezTo>
                  <a:pt x="577144" y="205506"/>
                  <a:pt x="606298" y="246662"/>
                  <a:pt x="606298" y="290971"/>
                </a:cubicBezTo>
                <a:cubicBezTo>
                  <a:pt x="606298" y="337597"/>
                  <a:pt x="574451" y="380236"/>
                  <a:pt x="516607" y="411382"/>
                </a:cubicBezTo>
                <a:cubicBezTo>
                  <a:pt x="516700" y="412216"/>
                  <a:pt x="516792" y="412958"/>
                  <a:pt x="516792" y="413792"/>
                </a:cubicBezTo>
                <a:cubicBezTo>
                  <a:pt x="521528" y="479513"/>
                  <a:pt x="503051" y="529105"/>
                  <a:pt x="464519" y="553299"/>
                </a:cubicBezTo>
                <a:cubicBezTo>
                  <a:pt x="448363" y="563495"/>
                  <a:pt x="429701" y="568686"/>
                  <a:pt x="408903" y="568686"/>
                </a:cubicBezTo>
                <a:cubicBezTo>
                  <a:pt x="376870" y="568686"/>
                  <a:pt x="340381" y="556172"/>
                  <a:pt x="303149" y="532628"/>
                </a:cubicBezTo>
                <a:cubicBezTo>
                  <a:pt x="266010" y="556172"/>
                  <a:pt x="229428" y="568686"/>
                  <a:pt x="197395" y="568686"/>
                </a:cubicBezTo>
                <a:cubicBezTo>
                  <a:pt x="176690" y="568686"/>
                  <a:pt x="157935" y="563495"/>
                  <a:pt x="141779" y="553299"/>
                </a:cubicBezTo>
                <a:cubicBezTo>
                  <a:pt x="103340" y="529105"/>
                  <a:pt x="84770" y="479513"/>
                  <a:pt x="89506" y="413700"/>
                </a:cubicBezTo>
                <a:cubicBezTo>
                  <a:pt x="89598" y="412958"/>
                  <a:pt x="89691" y="412124"/>
                  <a:pt x="89784" y="411382"/>
                </a:cubicBezTo>
                <a:cubicBezTo>
                  <a:pt x="31847" y="380236"/>
                  <a:pt x="0" y="337597"/>
                  <a:pt x="0" y="290971"/>
                </a:cubicBezTo>
                <a:cubicBezTo>
                  <a:pt x="0" y="246662"/>
                  <a:pt x="29154" y="205506"/>
                  <a:pt x="82171" y="174824"/>
                </a:cubicBezTo>
                <a:lnTo>
                  <a:pt x="82171" y="167964"/>
                </a:lnTo>
                <a:cubicBezTo>
                  <a:pt x="79478" y="135613"/>
                  <a:pt x="82542" y="104468"/>
                  <a:pt x="91084" y="78050"/>
                </a:cubicBezTo>
                <a:cubicBezTo>
                  <a:pt x="100090" y="50148"/>
                  <a:pt x="114946" y="28828"/>
                  <a:pt x="133887" y="16500"/>
                </a:cubicBezTo>
                <a:cubicBezTo>
                  <a:pt x="150785" y="5562"/>
                  <a:pt x="170655" y="0"/>
                  <a:pt x="19284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cs typeface="+mn-ea"/>
              <a:sym typeface="+mn-lt"/>
            </a:endParaRPr>
          </a:p>
        </p:txBody>
      </p:sp>
      <p:sp>
        <p:nvSpPr>
          <p:cNvPr id="48" name="椭圆 45">
            <a:extLst>
              <a:ext uri="{FF2B5EF4-FFF2-40B4-BE49-F238E27FC236}">
                <a16:creationId xmlns:a16="http://schemas.microsoft.com/office/drawing/2014/main" id="{66F9C9EF-EE16-0DEA-9297-4916C4FB1B0A}"/>
              </a:ext>
            </a:extLst>
          </p:cNvPr>
          <p:cNvSpPr/>
          <p:nvPr/>
        </p:nvSpPr>
        <p:spPr>
          <a:xfrm>
            <a:off x="8551177" y="2313474"/>
            <a:ext cx="755387" cy="733741"/>
          </a:xfrm>
          <a:custGeom>
            <a:avLst/>
            <a:gdLst>
              <a:gd name="connsiteX0" fmla="*/ 357006 w 608274"/>
              <a:gd name="connsiteY0" fmla="*/ 315793 h 590844"/>
              <a:gd name="connsiteX1" fmla="*/ 344664 w 608274"/>
              <a:gd name="connsiteY1" fmla="*/ 351821 h 590844"/>
              <a:gd name="connsiteX2" fmla="*/ 552405 w 608274"/>
              <a:gd name="connsiteY2" fmla="*/ 559238 h 590844"/>
              <a:gd name="connsiteX3" fmla="*/ 554572 w 608274"/>
              <a:gd name="connsiteY3" fmla="*/ 560178 h 590844"/>
              <a:gd name="connsiteX4" fmla="*/ 554666 w 608274"/>
              <a:gd name="connsiteY4" fmla="*/ 560178 h 590844"/>
              <a:gd name="connsiteX5" fmla="*/ 556928 w 608274"/>
              <a:gd name="connsiteY5" fmla="*/ 559238 h 590844"/>
              <a:gd name="connsiteX6" fmla="*/ 576618 w 608274"/>
              <a:gd name="connsiteY6" fmla="*/ 539578 h 590844"/>
              <a:gd name="connsiteX7" fmla="*/ 577560 w 608274"/>
              <a:gd name="connsiteY7" fmla="*/ 537320 h 590844"/>
              <a:gd name="connsiteX8" fmla="*/ 576618 w 608274"/>
              <a:gd name="connsiteY8" fmla="*/ 535063 h 590844"/>
              <a:gd name="connsiteX9" fmla="*/ 347019 w 608274"/>
              <a:gd name="connsiteY9" fmla="*/ 272617 h 590844"/>
              <a:gd name="connsiteX10" fmla="*/ 361339 w 608274"/>
              <a:gd name="connsiteY10" fmla="*/ 276756 h 590844"/>
              <a:gd name="connsiteX11" fmla="*/ 370572 w 608274"/>
              <a:gd name="connsiteY11" fmla="*/ 285974 h 590844"/>
              <a:gd name="connsiteX12" fmla="*/ 598287 w 608274"/>
              <a:gd name="connsiteY12" fmla="*/ 513333 h 590844"/>
              <a:gd name="connsiteX13" fmla="*/ 608274 w 608274"/>
              <a:gd name="connsiteY13" fmla="*/ 537320 h 590844"/>
              <a:gd name="connsiteX14" fmla="*/ 598287 w 608274"/>
              <a:gd name="connsiteY14" fmla="*/ 561213 h 590844"/>
              <a:gd name="connsiteX15" fmla="*/ 578691 w 608274"/>
              <a:gd name="connsiteY15" fmla="*/ 580873 h 590844"/>
              <a:gd name="connsiteX16" fmla="*/ 554666 w 608274"/>
              <a:gd name="connsiteY16" fmla="*/ 590844 h 590844"/>
              <a:gd name="connsiteX17" fmla="*/ 554572 w 608274"/>
              <a:gd name="connsiteY17" fmla="*/ 590844 h 590844"/>
              <a:gd name="connsiteX18" fmla="*/ 530736 w 608274"/>
              <a:gd name="connsiteY18" fmla="*/ 580873 h 590844"/>
              <a:gd name="connsiteX19" fmla="*/ 316211 w 608274"/>
              <a:gd name="connsiteY19" fmla="*/ 366683 h 590844"/>
              <a:gd name="connsiteX20" fmla="*/ 312442 w 608274"/>
              <a:gd name="connsiteY20" fmla="*/ 350880 h 590844"/>
              <a:gd name="connsiteX21" fmla="*/ 327328 w 608274"/>
              <a:gd name="connsiteY21" fmla="*/ 307610 h 590844"/>
              <a:gd name="connsiteX22" fmla="*/ 335902 w 608274"/>
              <a:gd name="connsiteY22" fmla="*/ 282588 h 590844"/>
              <a:gd name="connsiteX23" fmla="*/ 347019 w 608274"/>
              <a:gd name="connsiteY23" fmla="*/ 272617 h 590844"/>
              <a:gd name="connsiteX24" fmla="*/ 74870 w 608274"/>
              <a:gd name="connsiteY24" fmla="*/ 82350 h 590844"/>
              <a:gd name="connsiteX25" fmla="*/ 426850 w 608274"/>
              <a:gd name="connsiteY25" fmla="*/ 82350 h 590844"/>
              <a:gd name="connsiteX26" fmla="*/ 426850 w 608274"/>
              <a:gd name="connsiteY26" fmla="*/ 306027 h 590844"/>
              <a:gd name="connsiteX27" fmla="*/ 379461 w 608274"/>
              <a:gd name="connsiteY27" fmla="*/ 258714 h 590844"/>
              <a:gd name="connsiteX28" fmla="*/ 341210 w 608274"/>
              <a:gd name="connsiteY28" fmla="*/ 247709 h 590844"/>
              <a:gd name="connsiteX29" fmla="*/ 315867 w 608274"/>
              <a:gd name="connsiteY29" fmla="*/ 265957 h 590844"/>
              <a:gd name="connsiteX30" fmla="*/ 204507 w 608274"/>
              <a:gd name="connsiteY30" fmla="*/ 235763 h 590844"/>
              <a:gd name="connsiteX31" fmla="*/ 195274 w 608274"/>
              <a:gd name="connsiteY31" fmla="*/ 230590 h 590844"/>
              <a:gd name="connsiteX32" fmla="*/ 213740 w 608274"/>
              <a:gd name="connsiteY32" fmla="*/ 231154 h 590844"/>
              <a:gd name="connsiteX33" fmla="*/ 225517 w 608274"/>
              <a:gd name="connsiteY33" fmla="*/ 231719 h 590844"/>
              <a:gd name="connsiteX34" fmla="*/ 248599 w 608274"/>
              <a:gd name="connsiteY34" fmla="*/ 232377 h 590844"/>
              <a:gd name="connsiteX35" fmla="*/ 322085 w 608274"/>
              <a:gd name="connsiteY35" fmla="*/ 227674 h 590844"/>
              <a:gd name="connsiteX36" fmla="*/ 361749 w 608274"/>
              <a:gd name="connsiteY36" fmla="*/ 186852 h 590844"/>
              <a:gd name="connsiteX37" fmla="*/ 323216 w 608274"/>
              <a:gd name="connsiteY37" fmla="*/ 133049 h 590844"/>
              <a:gd name="connsiteX38" fmla="*/ 205167 w 608274"/>
              <a:gd name="connsiteY38" fmla="*/ 122514 h 590844"/>
              <a:gd name="connsiteX39" fmla="*/ 158248 w 608274"/>
              <a:gd name="connsiteY39" fmla="*/ 124395 h 590844"/>
              <a:gd name="connsiteX40" fmla="*/ 157683 w 608274"/>
              <a:gd name="connsiteY40" fmla="*/ 124395 h 590844"/>
              <a:gd name="connsiteX41" fmla="*/ 137239 w 608274"/>
              <a:gd name="connsiteY41" fmla="*/ 144336 h 590844"/>
              <a:gd name="connsiteX42" fmla="*/ 157212 w 608274"/>
              <a:gd name="connsiteY42" fmla="*/ 165312 h 590844"/>
              <a:gd name="connsiteX43" fmla="*/ 208087 w 608274"/>
              <a:gd name="connsiteY43" fmla="*/ 163336 h 590844"/>
              <a:gd name="connsiteX44" fmla="*/ 306634 w 608274"/>
              <a:gd name="connsiteY44" fmla="*/ 170485 h 590844"/>
              <a:gd name="connsiteX45" fmla="*/ 321049 w 608274"/>
              <a:gd name="connsiteY45" fmla="*/ 183465 h 590844"/>
              <a:gd name="connsiteX46" fmla="*/ 311251 w 608274"/>
              <a:gd name="connsiteY46" fmla="*/ 188263 h 590844"/>
              <a:gd name="connsiteX47" fmla="*/ 250200 w 608274"/>
              <a:gd name="connsiteY47" fmla="*/ 191461 h 590844"/>
              <a:gd name="connsiteX48" fmla="*/ 225517 w 608274"/>
              <a:gd name="connsiteY48" fmla="*/ 190896 h 590844"/>
              <a:gd name="connsiteX49" fmla="*/ 216755 w 608274"/>
              <a:gd name="connsiteY49" fmla="*/ 190426 h 590844"/>
              <a:gd name="connsiteX50" fmla="*/ 156929 w 608274"/>
              <a:gd name="connsiteY50" fmla="*/ 206040 h 590844"/>
              <a:gd name="connsiteX51" fmla="*/ 150335 w 608274"/>
              <a:gd name="connsiteY51" fmla="*/ 236516 h 590844"/>
              <a:gd name="connsiteX52" fmla="*/ 187078 w 608274"/>
              <a:gd name="connsiteY52" fmla="*/ 272823 h 590844"/>
              <a:gd name="connsiteX53" fmla="*/ 300887 w 608274"/>
              <a:gd name="connsiteY53" fmla="*/ 305839 h 590844"/>
              <a:gd name="connsiteX54" fmla="*/ 291277 w 608274"/>
              <a:gd name="connsiteY54" fmla="*/ 334057 h 590844"/>
              <a:gd name="connsiteX55" fmla="*/ 74870 w 608274"/>
              <a:gd name="connsiteY55" fmla="*/ 334057 h 590844"/>
              <a:gd name="connsiteX56" fmla="*/ 41731 w 608274"/>
              <a:gd name="connsiteY56" fmla="*/ 0 h 590844"/>
              <a:gd name="connsiteX57" fmla="*/ 459894 w 608274"/>
              <a:gd name="connsiteY57" fmla="*/ 0 h 590844"/>
              <a:gd name="connsiteX58" fmla="*/ 501720 w 608274"/>
              <a:gd name="connsiteY58" fmla="*/ 41669 h 590844"/>
              <a:gd name="connsiteX59" fmla="*/ 501720 w 608274"/>
              <a:gd name="connsiteY59" fmla="*/ 374737 h 590844"/>
              <a:gd name="connsiteX60" fmla="*/ 501155 w 608274"/>
              <a:gd name="connsiteY60" fmla="*/ 380193 h 590844"/>
              <a:gd name="connsiteX61" fmla="*/ 457539 w 608274"/>
              <a:gd name="connsiteY61" fmla="*/ 336643 h 590844"/>
              <a:gd name="connsiteX62" fmla="*/ 457539 w 608274"/>
              <a:gd name="connsiteY62" fmla="*/ 66971 h 590844"/>
              <a:gd name="connsiteX63" fmla="*/ 442184 w 608274"/>
              <a:gd name="connsiteY63" fmla="*/ 51639 h 590844"/>
              <a:gd name="connsiteX64" fmla="*/ 59536 w 608274"/>
              <a:gd name="connsiteY64" fmla="*/ 51639 h 590844"/>
              <a:gd name="connsiteX65" fmla="*/ 44181 w 608274"/>
              <a:gd name="connsiteY65" fmla="*/ 66971 h 590844"/>
              <a:gd name="connsiteX66" fmla="*/ 44181 w 608274"/>
              <a:gd name="connsiteY66" fmla="*/ 349341 h 590844"/>
              <a:gd name="connsiteX67" fmla="*/ 59536 w 608274"/>
              <a:gd name="connsiteY67" fmla="*/ 364673 h 590844"/>
              <a:gd name="connsiteX68" fmla="*/ 287128 w 608274"/>
              <a:gd name="connsiteY68" fmla="*/ 364673 h 590844"/>
              <a:gd name="connsiteX69" fmla="*/ 298055 w 608274"/>
              <a:gd name="connsiteY69" fmla="*/ 384708 h 590844"/>
              <a:gd name="connsiteX70" fmla="*/ 329801 w 608274"/>
              <a:gd name="connsiteY70" fmla="*/ 416406 h 590844"/>
              <a:gd name="connsiteX71" fmla="*/ 41731 w 608274"/>
              <a:gd name="connsiteY71" fmla="*/ 416406 h 590844"/>
              <a:gd name="connsiteX72" fmla="*/ 0 w 608274"/>
              <a:gd name="connsiteY72" fmla="*/ 374737 h 590844"/>
              <a:gd name="connsiteX73" fmla="*/ 0 w 608274"/>
              <a:gd name="connsiteY73" fmla="*/ 41669 h 590844"/>
              <a:gd name="connsiteX74" fmla="*/ 41731 w 608274"/>
              <a:gd name="connsiteY74" fmla="*/ 0 h 590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608274" h="590844">
                <a:moveTo>
                  <a:pt x="357006" y="315793"/>
                </a:moveTo>
                <a:lnTo>
                  <a:pt x="344664" y="351821"/>
                </a:lnTo>
                <a:lnTo>
                  <a:pt x="552405" y="559238"/>
                </a:lnTo>
                <a:cubicBezTo>
                  <a:pt x="552971" y="559802"/>
                  <a:pt x="553818" y="560178"/>
                  <a:pt x="554572" y="560178"/>
                </a:cubicBezTo>
                <a:lnTo>
                  <a:pt x="554666" y="560178"/>
                </a:lnTo>
                <a:cubicBezTo>
                  <a:pt x="555514" y="560178"/>
                  <a:pt x="556362" y="559802"/>
                  <a:pt x="556928" y="559238"/>
                </a:cubicBezTo>
                <a:lnTo>
                  <a:pt x="576618" y="539578"/>
                </a:lnTo>
                <a:cubicBezTo>
                  <a:pt x="577372" y="538825"/>
                  <a:pt x="577560" y="537885"/>
                  <a:pt x="577560" y="537320"/>
                </a:cubicBezTo>
                <a:cubicBezTo>
                  <a:pt x="577560" y="536756"/>
                  <a:pt x="577372" y="535815"/>
                  <a:pt x="576618" y="535063"/>
                </a:cubicBezTo>
                <a:close/>
                <a:moveTo>
                  <a:pt x="347019" y="272617"/>
                </a:moveTo>
                <a:cubicBezTo>
                  <a:pt x="352106" y="271394"/>
                  <a:pt x="357571" y="272993"/>
                  <a:pt x="361339" y="276756"/>
                </a:cubicBezTo>
                <a:lnTo>
                  <a:pt x="370572" y="285974"/>
                </a:lnTo>
                <a:lnTo>
                  <a:pt x="598287" y="513333"/>
                </a:lnTo>
                <a:cubicBezTo>
                  <a:pt x="604694" y="519730"/>
                  <a:pt x="608274" y="528290"/>
                  <a:pt x="608274" y="537320"/>
                </a:cubicBezTo>
                <a:cubicBezTo>
                  <a:pt x="608274" y="546351"/>
                  <a:pt x="604694" y="554817"/>
                  <a:pt x="598287" y="561213"/>
                </a:cubicBezTo>
                <a:lnTo>
                  <a:pt x="578691" y="580873"/>
                </a:lnTo>
                <a:cubicBezTo>
                  <a:pt x="572284" y="587269"/>
                  <a:pt x="563805" y="590844"/>
                  <a:pt x="554666" y="590844"/>
                </a:cubicBezTo>
                <a:lnTo>
                  <a:pt x="554572" y="590844"/>
                </a:lnTo>
                <a:cubicBezTo>
                  <a:pt x="545622" y="590844"/>
                  <a:pt x="537143" y="587269"/>
                  <a:pt x="530736" y="580873"/>
                </a:cubicBezTo>
                <a:lnTo>
                  <a:pt x="316211" y="366683"/>
                </a:lnTo>
                <a:cubicBezTo>
                  <a:pt x="312066" y="362544"/>
                  <a:pt x="310558" y="356430"/>
                  <a:pt x="312442" y="350880"/>
                </a:cubicBezTo>
                <a:lnTo>
                  <a:pt x="327328" y="307610"/>
                </a:lnTo>
                <a:lnTo>
                  <a:pt x="335902" y="282588"/>
                </a:lnTo>
                <a:cubicBezTo>
                  <a:pt x="337598" y="277602"/>
                  <a:pt x="341837" y="273840"/>
                  <a:pt x="347019" y="272617"/>
                </a:cubicBezTo>
                <a:close/>
                <a:moveTo>
                  <a:pt x="74870" y="82350"/>
                </a:moveTo>
                <a:lnTo>
                  <a:pt x="426850" y="82350"/>
                </a:lnTo>
                <a:lnTo>
                  <a:pt x="426850" y="306027"/>
                </a:lnTo>
                <a:lnTo>
                  <a:pt x="379461" y="258714"/>
                </a:lnTo>
                <a:cubicBezTo>
                  <a:pt x="369474" y="248650"/>
                  <a:pt x="354966" y="244511"/>
                  <a:pt x="341210" y="247709"/>
                </a:cubicBezTo>
                <a:cubicBezTo>
                  <a:pt x="330564" y="250249"/>
                  <a:pt x="321520" y="256927"/>
                  <a:pt x="315867" y="265957"/>
                </a:cubicBezTo>
                <a:cubicBezTo>
                  <a:pt x="275073" y="263229"/>
                  <a:pt x="245113" y="254764"/>
                  <a:pt x="204507" y="235763"/>
                </a:cubicBezTo>
                <a:cubicBezTo>
                  <a:pt x="200550" y="233882"/>
                  <a:pt x="197535" y="232095"/>
                  <a:pt x="195274" y="230590"/>
                </a:cubicBezTo>
                <a:cubicBezTo>
                  <a:pt x="201398" y="230308"/>
                  <a:pt x="209500" y="230872"/>
                  <a:pt x="213740" y="231154"/>
                </a:cubicBezTo>
                <a:cubicBezTo>
                  <a:pt x="218262" y="231531"/>
                  <a:pt x="222313" y="231719"/>
                  <a:pt x="225517" y="231719"/>
                </a:cubicBezTo>
                <a:cubicBezTo>
                  <a:pt x="232959" y="231719"/>
                  <a:pt x="240779" y="232095"/>
                  <a:pt x="248599" y="232377"/>
                </a:cubicBezTo>
                <a:cubicBezTo>
                  <a:pt x="272812" y="233318"/>
                  <a:pt x="297966" y="234258"/>
                  <a:pt x="322085" y="227674"/>
                </a:cubicBezTo>
                <a:cubicBezTo>
                  <a:pt x="355813" y="218456"/>
                  <a:pt x="361089" y="196070"/>
                  <a:pt x="361749" y="186852"/>
                </a:cubicBezTo>
                <a:cubicBezTo>
                  <a:pt x="363351" y="165594"/>
                  <a:pt x="347900" y="143960"/>
                  <a:pt x="323216" y="133049"/>
                </a:cubicBezTo>
                <a:cubicBezTo>
                  <a:pt x="286190" y="116776"/>
                  <a:pt x="245019" y="119692"/>
                  <a:pt x="205167" y="122514"/>
                </a:cubicBezTo>
                <a:cubicBezTo>
                  <a:pt x="188585" y="123737"/>
                  <a:pt x="172851" y="124866"/>
                  <a:pt x="158248" y="124395"/>
                </a:cubicBezTo>
                <a:lnTo>
                  <a:pt x="157683" y="124395"/>
                </a:lnTo>
                <a:cubicBezTo>
                  <a:pt x="146660" y="124395"/>
                  <a:pt x="137522" y="133237"/>
                  <a:pt x="137239" y="144336"/>
                </a:cubicBezTo>
                <a:cubicBezTo>
                  <a:pt x="136956" y="155623"/>
                  <a:pt x="145907" y="165030"/>
                  <a:pt x="157212" y="165312"/>
                </a:cubicBezTo>
                <a:cubicBezTo>
                  <a:pt x="173699" y="165688"/>
                  <a:pt x="191223" y="164465"/>
                  <a:pt x="208087" y="163336"/>
                </a:cubicBezTo>
                <a:cubicBezTo>
                  <a:pt x="242946" y="160891"/>
                  <a:pt x="278935" y="158257"/>
                  <a:pt x="306634" y="170485"/>
                </a:cubicBezTo>
                <a:cubicBezTo>
                  <a:pt x="316809" y="174906"/>
                  <a:pt x="320955" y="181866"/>
                  <a:pt x="321049" y="183465"/>
                </a:cubicBezTo>
                <a:cubicBezTo>
                  <a:pt x="320672" y="184124"/>
                  <a:pt x="318034" y="186381"/>
                  <a:pt x="311251" y="188263"/>
                </a:cubicBezTo>
                <a:cubicBezTo>
                  <a:pt x="293256" y="193248"/>
                  <a:pt x="271398" y="192307"/>
                  <a:pt x="250200" y="191461"/>
                </a:cubicBezTo>
                <a:cubicBezTo>
                  <a:pt x="241815" y="191178"/>
                  <a:pt x="233525" y="190896"/>
                  <a:pt x="225517" y="190896"/>
                </a:cubicBezTo>
                <a:cubicBezTo>
                  <a:pt x="223067" y="190896"/>
                  <a:pt x="220052" y="190614"/>
                  <a:pt x="216755" y="190426"/>
                </a:cubicBezTo>
                <a:cubicBezTo>
                  <a:pt x="198477" y="189015"/>
                  <a:pt x="170873" y="187134"/>
                  <a:pt x="156929" y="206040"/>
                </a:cubicBezTo>
                <a:cubicBezTo>
                  <a:pt x="150052" y="215258"/>
                  <a:pt x="147697" y="226075"/>
                  <a:pt x="150335" y="236516"/>
                </a:cubicBezTo>
                <a:cubicBezTo>
                  <a:pt x="154857" y="254387"/>
                  <a:pt x="172851" y="266145"/>
                  <a:pt x="187078" y="272823"/>
                </a:cubicBezTo>
                <a:cubicBezTo>
                  <a:pt x="228437" y="292200"/>
                  <a:pt x="260752" y="301888"/>
                  <a:pt x="300887" y="305839"/>
                </a:cubicBezTo>
                <a:lnTo>
                  <a:pt x="291277" y="334057"/>
                </a:lnTo>
                <a:lnTo>
                  <a:pt x="74870" y="334057"/>
                </a:lnTo>
                <a:close/>
                <a:moveTo>
                  <a:pt x="41731" y="0"/>
                </a:moveTo>
                <a:lnTo>
                  <a:pt x="459894" y="0"/>
                </a:lnTo>
                <a:cubicBezTo>
                  <a:pt x="482974" y="0"/>
                  <a:pt x="501720" y="18624"/>
                  <a:pt x="501720" y="41669"/>
                </a:cubicBezTo>
                <a:lnTo>
                  <a:pt x="501720" y="374737"/>
                </a:lnTo>
                <a:cubicBezTo>
                  <a:pt x="501720" y="376618"/>
                  <a:pt x="501343" y="378311"/>
                  <a:pt x="501155" y="380193"/>
                </a:cubicBezTo>
                <a:lnTo>
                  <a:pt x="457539" y="336643"/>
                </a:lnTo>
                <a:lnTo>
                  <a:pt x="457539" y="66971"/>
                </a:lnTo>
                <a:cubicBezTo>
                  <a:pt x="457539" y="58506"/>
                  <a:pt x="450663" y="51639"/>
                  <a:pt x="442184" y="51639"/>
                </a:cubicBezTo>
                <a:lnTo>
                  <a:pt x="59536" y="51639"/>
                </a:lnTo>
                <a:cubicBezTo>
                  <a:pt x="51057" y="51639"/>
                  <a:pt x="44181" y="58506"/>
                  <a:pt x="44181" y="66971"/>
                </a:cubicBezTo>
                <a:lnTo>
                  <a:pt x="44181" y="349341"/>
                </a:lnTo>
                <a:cubicBezTo>
                  <a:pt x="44181" y="357806"/>
                  <a:pt x="51057" y="364673"/>
                  <a:pt x="59536" y="364673"/>
                </a:cubicBezTo>
                <a:lnTo>
                  <a:pt x="287128" y="364673"/>
                </a:lnTo>
                <a:cubicBezTo>
                  <a:pt x="288729" y="372198"/>
                  <a:pt x="292497" y="379158"/>
                  <a:pt x="298055" y="384708"/>
                </a:cubicBezTo>
                <a:lnTo>
                  <a:pt x="329801" y="416406"/>
                </a:lnTo>
                <a:lnTo>
                  <a:pt x="41731" y="416406"/>
                </a:lnTo>
                <a:cubicBezTo>
                  <a:pt x="18746" y="416406"/>
                  <a:pt x="0" y="397688"/>
                  <a:pt x="0" y="374737"/>
                </a:cubicBezTo>
                <a:lnTo>
                  <a:pt x="0" y="41669"/>
                </a:lnTo>
                <a:cubicBezTo>
                  <a:pt x="0" y="18624"/>
                  <a:pt x="18746" y="0"/>
                  <a:pt x="4173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cs typeface="+mn-ea"/>
              <a:sym typeface="+mn-lt"/>
            </a:endParaRPr>
          </a:p>
        </p:txBody>
      </p:sp>
      <p:sp>
        <p:nvSpPr>
          <p:cNvPr id="20" name="任意多边形 47">
            <a:extLst>
              <a:ext uri="{FF2B5EF4-FFF2-40B4-BE49-F238E27FC236}">
                <a16:creationId xmlns:a16="http://schemas.microsoft.com/office/drawing/2014/main" id="{6444BDDC-625D-A4DC-6B61-26A41B790EA9}"/>
              </a:ext>
            </a:extLst>
          </p:cNvPr>
          <p:cNvSpPr/>
          <p:nvPr/>
        </p:nvSpPr>
        <p:spPr>
          <a:xfrm rot="18900000" flipV="1">
            <a:off x="99493" y="160716"/>
            <a:ext cx="1257992" cy="771874"/>
          </a:xfrm>
          <a:custGeom>
            <a:avLst/>
            <a:gdLst>
              <a:gd name="connsiteX0" fmla="*/ 0 w 1667713"/>
              <a:gd name="connsiteY0" fmla="*/ 456881 h 1023269"/>
              <a:gd name="connsiteX1" fmla="*/ 412332 w 1667713"/>
              <a:gd name="connsiteY1" fmla="*/ 44549 h 1023269"/>
              <a:gd name="connsiteX2" fmla="*/ 412333 w 1667713"/>
              <a:gd name="connsiteY2" fmla="*/ 44549 h 1023269"/>
              <a:gd name="connsiteX3" fmla="*/ 456882 w 1667713"/>
              <a:gd name="connsiteY3" fmla="*/ 0 h 1023269"/>
              <a:gd name="connsiteX4" fmla="*/ 1514743 w 1667713"/>
              <a:gd name="connsiteY4" fmla="*/ 0 h 1023269"/>
              <a:gd name="connsiteX5" fmla="*/ 1667713 w 1667713"/>
              <a:gd name="connsiteY5" fmla="*/ 152970 h 1023269"/>
              <a:gd name="connsiteX6" fmla="*/ 1667713 w 1667713"/>
              <a:gd name="connsiteY6" fmla="*/ 704806 h 1023269"/>
              <a:gd name="connsiteX7" fmla="*/ 1349251 w 1667713"/>
              <a:gd name="connsiteY7" fmla="*/ 1023269 h 1023269"/>
              <a:gd name="connsiteX8" fmla="*/ 1349251 w 1667713"/>
              <a:gd name="connsiteY8" fmla="*/ 318462 h 1023269"/>
              <a:gd name="connsiteX9" fmla="*/ 138420 w 1667713"/>
              <a:gd name="connsiteY9" fmla="*/ 318462 h 1023269"/>
              <a:gd name="connsiteX10" fmla="*/ 1 w 1667713"/>
              <a:gd name="connsiteY10" fmla="*/ 456881 h 10232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7713" h="1023269">
                <a:moveTo>
                  <a:pt x="0" y="456881"/>
                </a:moveTo>
                <a:lnTo>
                  <a:pt x="412332" y="44549"/>
                </a:lnTo>
                <a:lnTo>
                  <a:pt x="412333" y="44549"/>
                </a:lnTo>
                <a:lnTo>
                  <a:pt x="456882" y="0"/>
                </a:lnTo>
                <a:lnTo>
                  <a:pt x="1514743" y="0"/>
                </a:lnTo>
                <a:cubicBezTo>
                  <a:pt x="1599226" y="1"/>
                  <a:pt x="1667713" y="68487"/>
                  <a:pt x="1667713" y="152970"/>
                </a:cubicBezTo>
                <a:lnTo>
                  <a:pt x="1667713" y="704806"/>
                </a:lnTo>
                <a:lnTo>
                  <a:pt x="1349251" y="1023269"/>
                </a:lnTo>
                <a:lnTo>
                  <a:pt x="1349251" y="318462"/>
                </a:lnTo>
                <a:lnTo>
                  <a:pt x="138420" y="318462"/>
                </a:lnTo>
                <a:lnTo>
                  <a:pt x="1" y="456881"/>
                </a:lnTo>
                <a:close/>
              </a:path>
            </a:pathLst>
          </a:cu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1" name="任意多边形 48">
            <a:extLst>
              <a:ext uri="{FF2B5EF4-FFF2-40B4-BE49-F238E27FC236}">
                <a16:creationId xmlns:a16="http://schemas.microsoft.com/office/drawing/2014/main" id="{4A426EE4-7D27-B21E-8DDC-0B16FB28214A}"/>
              </a:ext>
            </a:extLst>
          </p:cNvPr>
          <p:cNvSpPr/>
          <p:nvPr/>
        </p:nvSpPr>
        <p:spPr>
          <a:xfrm rot="18900000" flipV="1">
            <a:off x="-102618" y="95709"/>
            <a:ext cx="926781" cy="721545"/>
          </a:xfrm>
          <a:custGeom>
            <a:avLst/>
            <a:gdLst>
              <a:gd name="connsiteX0" fmla="*/ 303771 w 1228628"/>
              <a:gd name="connsiteY0" fmla="*/ 32819 h 956548"/>
              <a:gd name="connsiteX1" fmla="*/ 303771 w 1228628"/>
              <a:gd name="connsiteY1" fmla="*/ 32820 h 956548"/>
              <a:gd name="connsiteX2" fmla="*/ 336591 w 1228628"/>
              <a:gd name="connsiteY2" fmla="*/ 0 h 956548"/>
              <a:gd name="connsiteX3" fmla="*/ 1115933 w 1228628"/>
              <a:gd name="connsiteY3" fmla="*/ 0 h 956548"/>
              <a:gd name="connsiteX4" fmla="*/ 1228628 w 1228628"/>
              <a:gd name="connsiteY4" fmla="*/ 112695 h 956548"/>
              <a:gd name="connsiteX5" fmla="*/ 1228628 w 1228628"/>
              <a:gd name="connsiteY5" fmla="*/ 721932 h 956548"/>
              <a:gd name="connsiteX6" fmla="*/ 994013 w 1228628"/>
              <a:gd name="connsiteY6" fmla="*/ 956548 h 956548"/>
              <a:gd name="connsiteX7" fmla="*/ 994013 w 1228628"/>
              <a:gd name="connsiteY7" fmla="*/ 234616 h 956548"/>
              <a:gd name="connsiteX8" fmla="*/ 101975 w 1228628"/>
              <a:gd name="connsiteY8" fmla="*/ 234616 h 956548"/>
              <a:gd name="connsiteX9" fmla="*/ 0 w 1228628"/>
              <a:gd name="connsiteY9" fmla="*/ 336591 h 9565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8628" h="956548">
                <a:moveTo>
                  <a:pt x="303771" y="32819"/>
                </a:moveTo>
                <a:lnTo>
                  <a:pt x="303771" y="32820"/>
                </a:lnTo>
                <a:lnTo>
                  <a:pt x="336591" y="0"/>
                </a:lnTo>
                <a:lnTo>
                  <a:pt x="1115933" y="0"/>
                </a:lnTo>
                <a:cubicBezTo>
                  <a:pt x="1178173" y="0"/>
                  <a:pt x="1228628" y="50456"/>
                  <a:pt x="1228628" y="112695"/>
                </a:cubicBezTo>
                <a:lnTo>
                  <a:pt x="1228628" y="721932"/>
                </a:lnTo>
                <a:lnTo>
                  <a:pt x="994013" y="956548"/>
                </a:lnTo>
                <a:lnTo>
                  <a:pt x="994013" y="234616"/>
                </a:lnTo>
                <a:lnTo>
                  <a:pt x="101975" y="234616"/>
                </a:lnTo>
                <a:lnTo>
                  <a:pt x="0" y="336591"/>
                </a:lnTo>
                <a:close/>
              </a:path>
            </a:pathLst>
          </a:custGeom>
          <a:solidFill>
            <a:schemeClr val="accent2">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3" name="文本框 2">
            <a:extLst>
              <a:ext uri="{FF2B5EF4-FFF2-40B4-BE49-F238E27FC236}">
                <a16:creationId xmlns:a16="http://schemas.microsoft.com/office/drawing/2014/main" id="{C875877B-452F-0D94-EDB2-7AFE46B9D947}"/>
              </a:ext>
            </a:extLst>
          </p:cNvPr>
          <p:cNvSpPr txBox="1"/>
          <p:nvPr/>
        </p:nvSpPr>
        <p:spPr>
          <a:xfrm>
            <a:off x="728489" y="1083977"/>
            <a:ext cx="10626873" cy="2031325"/>
          </a:xfrm>
          <a:prstGeom prst="rect">
            <a:avLst/>
          </a:prstGeom>
          <a:noFill/>
        </p:spPr>
        <p:txBody>
          <a:bodyPr wrap="square">
            <a:spAutoFit/>
          </a:bodyPr>
          <a:lstStyle/>
          <a:p>
            <a:pPr marL="285750" lvl="0" indent="-285750" algn="just">
              <a:buFont typeface="Arial" panose="020B0604020202020204" pitchFamily="34" charset="0"/>
              <a:buChar char="•"/>
              <a:tabLst>
                <a:tab pos="457200" algn="l"/>
              </a:tabLst>
            </a:pPr>
            <a:r>
              <a:rPr lang="en-US" altLang="zh-CN" b="1" kern="100" dirty="0">
                <a:effectLst/>
                <a:latin typeface="Arial" panose="020B0604020202020204" pitchFamily="34" charset="0"/>
                <a:ea typeface="等线" panose="02010600030101010101" pitchFamily="2" charset="-122"/>
                <a:cs typeface="Arial" panose="020B0604020202020204" pitchFamily="34" charset="0"/>
              </a:rPr>
              <a:t>The applicant's income does not affect loan approval.</a:t>
            </a:r>
          </a:p>
          <a:p>
            <a:pPr marL="285750" lvl="0" indent="-285750" algn="just">
              <a:buFont typeface="Arial" panose="020B0604020202020204" pitchFamily="34" charset="0"/>
              <a:buChar char="•"/>
              <a:tabLst>
                <a:tab pos="457200" algn="l"/>
              </a:tabLst>
            </a:pPr>
            <a:endParaRPr lang="en-US" altLang="zh-CN" b="1" kern="100" dirty="0">
              <a:latin typeface="Arial" panose="020B0604020202020204" pitchFamily="34" charset="0"/>
              <a:ea typeface="等线" panose="02010600030101010101" pitchFamily="2" charset="-122"/>
              <a:cs typeface="Arial" panose="020B0604020202020204" pitchFamily="34" charset="0"/>
            </a:endParaRPr>
          </a:p>
          <a:p>
            <a:pPr marL="285750" lvl="0" indent="-285750" algn="just">
              <a:buFont typeface="Arial" panose="020B0604020202020204" pitchFamily="34" charset="0"/>
              <a:buChar char="•"/>
              <a:tabLst>
                <a:tab pos="457200" algn="l"/>
              </a:tabLst>
            </a:pPr>
            <a:r>
              <a:rPr lang="en-US" altLang="zh-CN" b="1" kern="100" dirty="0">
                <a:effectLst/>
                <a:latin typeface="Arial" panose="020B0604020202020204" pitchFamily="34" charset="0"/>
                <a:ea typeface="等线" panose="02010600030101010101" pitchFamily="2" charset="-122"/>
                <a:cs typeface="Arial" panose="020B0604020202020204" pitchFamily="34" charset="0"/>
              </a:rPr>
              <a:t>Applicants with a credit history are more likely to be approved for loans.</a:t>
            </a:r>
          </a:p>
          <a:p>
            <a:pPr marL="285750" lvl="0" indent="-285750" algn="just">
              <a:buFont typeface="Arial" panose="020B0604020202020204" pitchFamily="34" charset="0"/>
              <a:buChar char="•"/>
              <a:tabLst>
                <a:tab pos="457200" algn="l"/>
              </a:tabLst>
            </a:pPr>
            <a:endParaRPr lang="en-US" altLang="zh-CN" b="1" kern="100" dirty="0">
              <a:latin typeface="Arial" panose="020B0604020202020204" pitchFamily="34" charset="0"/>
              <a:ea typeface="等线" panose="02010600030101010101" pitchFamily="2" charset="-122"/>
              <a:cs typeface="Arial" panose="020B0604020202020204" pitchFamily="34" charset="0"/>
            </a:endParaRPr>
          </a:p>
          <a:p>
            <a:pPr marL="285750" lvl="0" indent="-285750" algn="just">
              <a:buFont typeface="Arial" panose="020B0604020202020204" pitchFamily="34" charset="0"/>
              <a:buChar char="•"/>
              <a:tabLst>
                <a:tab pos="457200" algn="l"/>
              </a:tabLst>
            </a:pPr>
            <a:r>
              <a:rPr lang="en-US" altLang="zh-CN" b="1" kern="100" dirty="0">
                <a:effectLst/>
                <a:latin typeface="Arial" panose="020B0604020202020204" pitchFamily="34" charset="0"/>
                <a:ea typeface="等线" panose="02010600030101010101" pitchFamily="2" charset="-122"/>
                <a:cs typeface="Arial" panose="020B0604020202020204" pitchFamily="34" charset="0"/>
              </a:rPr>
              <a:t>Married applicants are more likely to be approved for loans than unmarried applicants.</a:t>
            </a:r>
            <a:endParaRPr lang="en-US" altLang="zh-CN" b="1" kern="100" dirty="0">
              <a:latin typeface="Arial" panose="020B0604020202020204" pitchFamily="34" charset="0"/>
              <a:ea typeface="等线" panose="02010600030101010101" pitchFamily="2" charset="-122"/>
              <a:cs typeface="Arial" panose="020B0604020202020204" pitchFamily="34" charset="0"/>
            </a:endParaRPr>
          </a:p>
          <a:p>
            <a:pPr marL="285750" lvl="0" indent="-285750" algn="just">
              <a:buFont typeface="Arial" panose="020B0604020202020204" pitchFamily="34" charset="0"/>
              <a:buChar char="•"/>
              <a:tabLst>
                <a:tab pos="457200" algn="l"/>
              </a:tabLst>
            </a:pPr>
            <a:endParaRPr lang="en-US" altLang="zh-CN" b="1" kern="100" dirty="0">
              <a:effectLst/>
              <a:latin typeface="Arial" panose="020B0604020202020204" pitchFamily="34" charset="0"/>
              <a:ea typeface="等线" panose="02010600030101010101" pitchFamily="2" charset="-122"/>
              <a:cs typeface="Arial" panose="020B0604020202020204" pitchFamily="34" charset="0"/>
            </a:endParaRPr>
          </a:p>
          <a:p>
            <a:pPr marL="285750" lvl="0" indent="-285750" algn="just">
              <a:buFont typeface="Arial" panose="020B0604020202020204" pitchFamily="34" charset="0"/>
              <a:buChar char="•"/>
              <a:tabLst>
                <a:tab pos="457200" algn="l"/>
              </a:tabLst>
            </a:pPr>
            <a:r>
              <a:rPr lang="en-US" altLang="zh-CN" b="1" kern="100" dirty="0">
                <a:effectLst/>
                <a:latin typeface="Arial" panose="020B0604020202020204" pitchFamily="34" charset="0"/>
                <a:ea typeface="等线" panose="02010600030101010101" pitchFamily="2" charset="-122"/>
                <a:cs typeface="Arial" panose="020B0604020202020204" pitchFamily="34" charset="0"/>
              </a:rPr>
              <a:t>The loan amount approved is positively correlated with the applicant’s income.</a:t>
            </a:r>
          </a:p>
        </p:txBody>
      </p:sp>
      <p:sp>
        <p:nvSpPr>
          <p:cNvPr id="2" name="文本框 1">
            <a:extLst>
              <a:ext uri="{FF2B5EF4-FFF2-40B4-BE49-F238E27FC236}">
                <a16:creationId xmlns:a16="http://schemas.microsoft.com/office/drawing/2014/main" id="{FCDBB330-3BDC-CE2E-73C5-A11120726387}"/>
              </a:ext>
            </a:extLst>
          </p:cNvPr>
          <p:cNvSpPr txBox="1"/>
          <p:nvPr/>
        </p:nvSpPr>
        <p:spPr>
          <a:xfrm>
            <a:off x="900250" y="3847055"/>
            <a:ext cx="10626873" cy="646331"/>
          </a:xfrm>
          <a:prstGeom prst="rect">
            <a:avLst/>
          </a:prstGeom>
          <a:noFill/>
        </p:spPr>
        <p:txBody>
          <a:bodyPr wrap="square">
            <a:spAutoFit/>
          </a:bodyPr>
          <a:lstStyle/>
          <a:p>
            <a:pPr lvl="0" algn="just">
              <a:tabLst>
                <a:tab pos="457200" algn="l"/>
              </a:tabLst>
            </a:pPr>
            <a:r>
              <a:rPr lang="en-US" altLang="zh-CN" b="1" kern="100" dirty="0">
                <a:effectLst/>
                <a:latin typeface="Arial" panose="020B0604020202020204" pitchFamily="34" charset="0"/>
                <a:ea typeface="等线" panose="02010600030101010101" pitchFamily="2" charset="-122"/>
                <a:cs typeface="Arial" panose="020B0604020202020204" pitchFamily="34" charset="0"/>
              </a:rPr>
              <a:t>Done</a:t>
            </a:r>
            <a:r>
              <a:rPr lang="en-US" altLang="zh-CN" b="1" kern="100" dirty="0">
                <a:latin typeface="Arial" panose="020B0604020202020204" pitchFamily="34" charset="0"/>
                <a:ea typeface="等线" panose="02010600030101010101" pitchFamily="2" charset="-122"/>
                <a:cs typeface="Arial" panose="020B0604020202020204" pitchFamily="34" charset="0"/>
              </a:rPr>
              <a:t>:</a:t>
            </a:r>
          </a:p>
          <a:p>
            <a:pPr lvl="0" algn="just">
              <a:tabLst>
                <a:tab pos="457200" algn="l"/>
              </a:tabLst>
            </a:pPr>
            <a:endParaRPr lang="en-US" altLang="zh-CN" b="1" kern="100" dirty="0">
              <a:effectLst/>
              <a:latin typeface="Arial" panose="020B0604020202020204" pitchFamily="34" charset="0"/>
              <a:ea typeface="等线" panose="02010600030101010101" pitchFamily="2" charset="-122"/>
              <a:cs typeface="Arial" panose="020B0604020202020204" pitchFamily="34" charset="0"/>
            </a:endParaRPr>
          </a:p>
        </p:txBody>
      </p:sp>
      <p:sp>
        <p:nvSpPr>
          <p:cNvPr id="6" name="文本框 5">
            <a:extLst>
              <a:ext uri="{FF2B5EF4-FFF2-40B4-BE49-F238E27FC236}">
                <a16:creationId xmlns:a16="http://schemas.microsoft.com/office/drawing/2014/main" id="{00B9ACB9-7AAA-AEBE-88E7-F1A2385A1F7B}"/>
              </a:ext>
            </a:extLst>
          </p:cNvPr>
          <p:cNvSpPr txBox="1"/>
          <p:nvPr/>
        </p:nvSpPr>
        <p:spPr>
          <a:xfrm>
            <a:off x="728489" y="4319194"/>
            <a:ext cx="10231059" cy="1754326"/>
          </a:xfrm>
          <a:prstGeom prst="rect">
            <a:avLst/>
          </a:prstGeom>
          <a:noFill/>
        </p:spPr>
        <p:txBody>
          <a:bodyPr wrap="square">
            <a:spAutoFit/>
          </a:bodyPr>
          <a:lstStyle/>
          <a:p>
            <a:pPr marL="342900" lvl="0" indent="-342900" algn="just">
              <a:buSzPts val="1000"/>
              <a:buFont typeface="Symbol" panose="05050102010706020507" pitchFamily="18" charset="2"/>
              <a:buChar char=""/>
              <a:tabLst>
                <a:tab pos="457200" algn="l"/>
              </a:tabLst>
            </a:pPr>
            <a:r>
              <a:rPr lang="en-US" altLang="zh-CN" sz="1800" b="1" kern="100" dirty="0">
                <a:effectLst/>
                <a:latin typeface="Arial" panose="020B0604020202020204" pitchFamily="34" charset="0"/>
                <a:ea typeface="等线" panose="02010600030101010101" pitchFamily="2" charset="-122"/>
                <a:cs typeface="Arial" panose="020B0604020202020204" pitchFamily="34" charset="0"/>
              </a:rPr>
              <a:t>EDA and Visualization</a:t>
            </a:r>
          </a:p>
          <a:p>
            <a:pPr marL="342900" lvl="0" indent="-342900" algn="just">
              <a:buSzPts val="1000"/>
              <a:buFont typeface="Symbol" panose="05050102010706020507" pitchFamily="18" charset="2"/>
              <a:buChar char=""/>
              <a:tabLst>
                <a:tab pos="457200" algn="l"/>
              </a:tabLst>
            </a:pPr>
            <a:endParaRPr lang="en-US" altLang="zh-CN" sz="1800" b="1" kern="100" dirty="0">
              <a:effectLst/>
              <a:latin typeface="Arial" panose="020B0604020202020204" pitchFamily="34" charset="0"/>
              <a:ea typeface="等线" panose="02010600030101010101" pitchFamily="2" charset="-122"/>
              <a:cs typeface="Arial" panose="020B0604020202020204" pitchFamily="34" charset="0"/>
            </a:endParaRPr>
          </a:p>
          <a:p>
            <a:pPr marL="342900" lvl="0" indent="-342900" algn="just">
              <a:buSzPts val="1000"/>
              <a:buFont typeface="Symbol" panose="05050102010706020507" pitchFamily="18" charset="2"/>
              <a:buChar char=""/>
              <a:tabLst>
                <a:tab pos="457200" algn="l"/>
              </a:tabLst>
            </a:pPr>
            <a:r>
              <a:rPr lang="en-US" altLang="zh-CN" sz="1800" b="1" kern="100" dirty="0">
                <a:effectLst/>
                <a:latin typeface="Arial" panose="020B0604020202020204" pitchFamily="34" charset="0"/>
                <a:ea typeface="等线" panose="02010600030101010101" pitchFamily="2" charset="-122"/>
                <a:cs typeface="Arial" panose="020B0604020202020204" pitchFamily="34" charset="0"/>
              </a:rPr>
              <a:t>Data Preprocessing:</a:t>
            </a:r>
            <a:r>
              <a:rPr lang="en-US" altLang="zh-CN" sz="1800" kern="100" dirty="0">
                <a:effectLst/>
                <a:latin typeface="Arial" panose="020B0604020202020204" pitchFamily="34" charset="0"/>
                <a:ea typeface="等线" panose="02010600030101010101" pitchFamily="2" charset="-122"/>
                <a:cs typeface="Arial" panose="020B0604020202020204" pitchFamily="34" charset="0"/>
              </a:rPr>
              <a:t> Handle missing values, outliers, and feature engineering.</a:t>
            </a:r>
          </a:p>
          <a:p>
            <a:pPr marL="342900" lvl="0" indent="-342900" algn="just">
              <a:buSzPts val="1000"/>
              <a:buFont typeface="Symbol" panose="05050102010706020507" pitchFamily="18" charset="2"/>
              <a:buChar char=""/>
              <a:tabLst>
                <a:tab pos="457200" algn="l"/>
              </a:tabLst>
            </a:pPr>
            <a:endParaRPr lang="zh-CN" altLang="zh-CN" sz="1800" kern="100" dirty="0">
              <a:effectLst/>
              <a:latin typeface="Arial" panose="020B0604020202020204" pitchFamily="34" charset="0"/>
              <a:ea typeface="等线" panose="02010600030101010101" pitchFamily="2" charset="-122"/>
              <a:cs typeface="Arial" panose="020B0604020202020204" pitchFamily="34" charset="0"/>
            </a:endParaRPr>
          </a:p>
          <a:p>
            <a:pPr marL="342900" lvl="0" indent="-342900" algn="just">
              <a:buSzPts val="1000"/>
              <a:buFont typeface="Symbol" panose="05050102010706020507" pitchFamily="18" charset="2"/>
              <a:buChar char=""/>
              <a:tabLst>
                <a:tab pos="457200" algn="l"/>
              </a:tabLst>
            </a:pPr>
            <a:r>
              <a:rPr lang="en-US" altLang="zh-CN" sz="1800" b="1" kern="100" dirty="0">
                <a:effectLst/>
                <a:latin typeface="Arial" panose="020B0604020202020204" pitchFamily="34" charset="0"/>
                <a:ea typeface="等线" panose="02010600030101010101" pitchFamily="2" charset="-122"/>
                <a:cs typeface="Arial" panose="020B0604020202020204" pitchFamily="34" charset="0"/>
              </a:rPr>
              <a:t>Feature Engineering:</a:t>
            </a:r>
            <a:r>
              <a:rPr lang="en-US" altLang="zh-CN" sz="1800" kern="100" dirty="0">
                <a:effectLst/>
                <a:latin typeface="Arial" panose="020B0604020202020204" pitchFamily="34" charset="0"/>
                <a:ea typeface="等线" panose="02010600030101010101" pitchFamily="2" charset="-122"/>
                <a:cs typeface="Arial" panose="020B0604020202020204" pitchFamily="34" charset="0"/>
              </a:rPr>
              <a:t> Create new features. Encode categorical variables using label encoding. Normalize numerical features.</a:t>
            </a:r>
            <a:endParaRPr lang="zh-CN" altLang="zh-CN" sz="1800" kern="100" dirty="0">
              <a:effectLst/>
              <a:latin typeface="Arial" panose="020B0604020202020204" pitchFamily="34" charset="0"/>
              <a:ea typeface="等线" panose="02010600030101010101" pitchFamily="2" charset="-122"/>
              <a:cs typeface="Arial" panose="020B0604020202020204" pitchFamily="34" charset="0"/>
            </a:endParaRPr>
          </a:p>
        </p:txBody>
      </p:sp>
    </p:spTree>
    <p:extLst>
      <p:ext uri="{BB962C8B-B14F-4D97-AF65-F5344CB8AC3E}">
        <p14:creationId xmlns:p14="http://schemas.microsoft.com/office/powerpoint/2010/main" val="197437511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 name="任意多边形 74"/>
          <p:cNvSpPr/>
          <p:nvPr/>
        </p:nvSpPr>
        <p:spPr>
          <a:xfrm rot="2700000">
            <a:off x="1128820" y="4853582"/>
            <a:ext cx="1461465" cy="1468765"/>
          </a:xfrm>
          <a:custGeom>
            <a:avLst/>
            <a:gdLst>
              <a:gd name="connsiteX0" fmla="*/ 1163668 w 4706557"/>
              <a:gd name="connsiteY0" fmla="*/ 125724 h 4730065"/>
              <a:gd name="connsiteX1" fmla="*/ 1163670 w 4706557"/>
              <a:gd name="connsiteY1" fmla="*/ 125724 h 4730065"/>
              <a:gd name="connsiteX2" fmla="*/ 1289393 w 4706557"/>
              <a:gd name="connsiteY2" fmla="*/ 1 h 4730065"/>
              <a:gd name="connsiteX3" fmla="*/ 4274851 w 4706557"/>
              <a:gd name="connsiteY3" fmla="*/ 0 h 4730065"/>
              <a:gd name="connsiteX4" fmla="*/ 4706557 w 4706557"/>
              <a:gd name="connsiteY4" fmla="*/ 431706 h 4730065"/>
              <a:gd name="connsiteX5" fmla="*/ 4706557 w 4706557"/>
              <a:gd name="connsiteY5" fmla="*/ 3440672 h 4730065"/>
              <a:gd name="connsiteX6" fmla="*/ 3542888 w 4706557"/>
              <a:gd name="connsiteY6" fmla="*/ 4604342 h 4730065"/>
              <a:gd name="connsiteX7" fmla="*/ 3542888 w 4706557"/>
              <a:gd name="connsiteY7" fmla="*/ 4604340 h 4730065"/>
              <a:gd name="connsiteX8" fmla="*/ 3417163 w 4706557"/>
              <a:gd name="connsiteY8" fmla="*/ 4730065 h 4730065"/>
              <a:gd name="connsiteX9" fmla="*/ 3417163 w 4706557"/>
              <a:gd name="connsiteY9" fmla="*/ 1289392 h 4730065"/>
              <a:gd name="connsiteX10" fmla="*/ 0 w 4706557"/>
              <a:gd name="connsiteY10" fmla="*/ 1289392 h 4730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706557" h="4730065">
                <a:moveTo>
                  <a:pt x="1163668" y="125724"/>
                </a:moveTo>
                <a:lnTo>
                  <a:pt x="1163670" y="125724"/>
                </a:lnTo>
                <a:lnTo>
                  <a:pt x="1289393" y="1"/>
                </a:lnTo>
                <a:lnTo>
                  <a:pt x="4274851" y="0"/>
                </a:lnTo>
                <a:cubicBezTo>
                  <a:pt x="4513275" y="1"/>
                  <a:pt x="4706557" y="193282"/>
                  <a:pt x="4706557" y="431706"/>
                </a:cubicBezTo>
                <a:lnTo>
                  <a:pt x="4706557" y="3440672"/>
                </a:lnTo>
                <a:lnTo>
                  <a:pt x="3542888" y="4604342"/>
                </a:lnTo>
                <a:lnTo>
                  <a:pt x="3542888" y="4604340"/>
                </a:lnTo>
                <a:lnTo>
                  <a:pt x="3417163" y="4730065"/>
                </a:lnTo>
                <a:lnTo>
                  <a:pt x="3417163" y="1289392"/>
                </a:lnTo>
                <a:lnTo>
                  <a:pt x="0" y="1289392"/>
                </a:lnTo>
                <a:close/>
              </a:path>
            </a:pathLst>
          </a:custGeom>
          <a:solidFill>
            <a:schemeClr val="accent1">
              <a:lumMod val="20000"/>
              <a:lumOff val="8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41" name="任意多边形 40"/>
          <p:cNvSpPr/>
          <p:nvPr/>
        </p:nvSpPr>
        <p:spPr>
          <a:xfrm rot="2700000">
            <a:off x="10207380" y="5620147"/>
            <a:ext cx="1667713" cy="1023269"/>
          </a:xfrm>
          <a:custGeom>
            <a:avLst/>
            <a:gdLst>
              <a:gd name="connsiteX0" fmla="*/ 0 w 1667713"/>
              <a:gd name="connsiteY0" fmla="*/ 456881 h 1023269"/>
              <a:gd name="connsiteX1" fmla="*/ 412332 w 1667713"/>
              <a:gd name="connsiteY1" fmla="*/ 44549 h 1023269"/>
              <a:gd name="connsiteX2" fmla="*/ 412333 w 1667713"/>
              <a:gd name="connsiteY2" fmla="*/ 44549 h 1023269"/>
              <a:gd name="connsiteX3" fmla="*/ 456882 w 1667713"/>
              <a:gd name="connsiteY3" fmla="*/ 0 h 1023269"/>
              <a:gd name="connsiteX4" fmla="*/ 1514743 w 1667713"/>
              <a:gd name="connsiteY4" fmla="*/ 0 h 1023269"/>
              <a:gd name="connsiteX5" fmla="*/ 1667713 w 1667713"/>
              <a:gd name="connsiteY5" fmla="*/ 152970 h 1023269"/>
              <a:gd name="connsiteX6" fmla="*/ 1667713 w 1667713"/>
              <a:gd name="connsiteY6" fmla="*/ 704806 h 1023269"/>
              <a:gd name="connsiteX7" fmla="*/ 1349251 w 1667713"/>
              <a:gd name="connsiteY7" fmla="*/ 1023269 h 1023269"/>
              <a:gd name="connsiteX8" fmla="*/ 1349251 w 1667713"/>
              <a:gd name="connsiteY8" fmla="*/ 318462 h 1023269"/>
              <a:gd name="connsiteX9" fmla="*/ 138420 w 1667713"/>
              <a:gd name="connsiteY9" fmla="*/ 318462 h 1023269"/>
              <a:gd name="connsiteX10" fmla="*/ 1 w 1667713"/>
              <a:gd name="connsiteY10" fmla="*/ 456881 h 10232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7713" h="1023269">
                <a:moveTo>
                  <a:pt x="0" y="456881"/>
                </a:moveTo>
                <a:lnTo>
                  <a:pt x="412332" y="44549"/>
                </a:lnTo>
                <a:lnTo>
                  <a:pt x="412333" y="44549"/>
                </a:lnTo>
                <a:lnTo>
                  <a:pt x="456882" y="0"/>
                </a:lnTo>
                <a:lnTo>
                  <a:pt x="1514743" y="0"/>
                </a:lnTo>
                <a:cubicBezTo>
                  <a:pt x="1599226" y="1"/>
                  <a:pt x="1667713" y="68487"/>
                  <a:pt x="1667713" y="152970"/>
                </a:cubicBezTo>
                <a:lnTo>
                  <a:pt x="1667713" y="704806"/>
                </a:lnTo>
                <a:lnTo>
                  <a:pt x="1349251" y="1023269"/>
                </a:lnTo>
                <a:lnTo>
                  <a:pt x="1349251" y="318462"/>
                </a:lnTo>
                <a:lnTo>
                  <a:pt x="138420" y="318462"/>
                </a:lnTo>
                <a:lnTo>
                  <a:pt x="1" y="456881"/>
                </a:lnTo>
                <a:close/>
              </a:path>
            </a:pathLst>
          </a:custGeom>
          <a:solidFill>
            <a:srgbClr val="5D999F">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42" name="任意多边形 41"/>
          <p:cNvSpPr/>
          <p:nvPr/>
        </p:nvSpPr>
        <p:spPr>
          <a:xfrm rot="2700000">
            <a:off x="9939442" y="5773048"/>
            <a:ext cx="1228628" cy="956548"/>
          </a:xfrm>
          <a:custGeom>
            <a:avLst/>
            <a:gdLst>
              <a:gd name="connsiteX0" fmla="*/ 303771 w 1228628"/>
              <a:gd name="connsiteY0" fmla="*/ 32819 h 956548"/>
              <a:gd name="connsiteX1" fmla="*/ 303771 w 1228628"/>
              <a:gd name="connsiteY1" fmla="*/ 32820 h 956548"/>
              <a:gd name="connsiteX2" fmla="*/ 336591 w 1228628"/>
              <a:gd name="connsiteY2" fmla="*/ 0 h 956548"/>
              <a:gd name="connsiteX3" fmla="*/ 1115933 w 1228628"/>
              <a:gd name="connsiteY3" fmla="*/ 0 h 956548"/>
              <a:gd name="connsiteX4" fmla="*/ 1228628 w 1228628"/>
              <a:gd name="connsiteY4" fmla="*/ 112695 h 956548"/>
              <a:gd name="connsiteX5" fmla="*/ 1228628 w 1228628"/>
              <a:gd name="connsiteY5" fmla="*/ 721932 h 956548"/>
              <a:gd name="connsiteX6" fmla="*/ 994013 w 1228628"/>
              <a:gd name="connsiteY6" fmla="*/ 956548 h 956548"/>
              <a:gd name="connsiteX7" fmla="*/ 994013 w 1228628"/>
              <a:gd name="connsiteY7" fmla="*/ 234616 h 956548"/>
              <a:gd name="connsiteX8" fmla="*/ 101975 w 1228628"/>
              <a:gd name="connsiteY8" fmla="*/ 234616 h 956548"/>
              <a:gd name="connsiteX9" fmla="*/ 0 w 1228628"/>
              <a:gd name="connsiteY9" fmla="*/ 336591 h 9565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8628" h="956548">
                <a:moveTo>
                  <a:pt x="303771" y="32819"/>
                </a:moveTo>
                <a:lnTo>
                  <a:pt x="303771" y="32820"/>
                </a:lnTo>
                <a:lnTo>
                  <a:pt x="336591" y="0"/>
                </a:lnTo>
                <a:lnTo>
                  <a:pt x="1115933" y="0"/>
                </a:lnTo>
                <a:cubicBezTo>
                  <a:pt x="1178173" y="0"/>
                  <a:pt x="1228628" y="50456"/>
                  <a:pt x="1228628" y="112695"/>
                </a:cubicBezTo>
                <a:lnTo>
                  <a:pt x="1228628" y="721932"/>
                </a:lnTo>
                <a:lnTo>
                  <a:pt x="994013" y="956548"/>
                </a:lnTo>
                <a:lnTo>
                  <a:pt x="994013" y="234616"/>
                </a:lnTo>
                <a:lnTo>
                  <a:pt x="101975" y="234616"/>
                </a:lnTo>
                <a:lnTo>
                  <a:pt x="0" y="336591"/>
                </a:lnTo>
                <a:close/>
              </a:path>
            </a:pathLst>
          </a:custGeom>
          <a:solidFill>
            <a:schemeClr val="accent2">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38" name="任意多边形 37"/>
          <p:cNvSpPr/>
          <p:nvPr/>
        </p:nvSpPr>
        <p:spPr>
          <a:xfrm rot="2700000">
            <a:off x="-2123438" y="1891897"/>
            <a:ext cx="4407208" cy="4180467"/>
          </a:xfrm>
          <a:custGeom>
            <a:avLst/>
            <a:gdLst>
              <a:gd name="connsiteX0" fmla="*/ 0 w 4407208"/>
              <a:gd name="connsiteY0" fmla="*/ 2 h 4180467"/>
              <a:gd name="connsiteX1" fmla="*/ 3741330 w 4407208"/>
              <a:gd name="connsiteY1" fmla="*/ 0 h 4180467"/>
              <a:gd name="connsiteX2" fmla="*/ 4407208 w 4407208"/>
              <a:gd name="connsiteY2" fmla="*/ 665877 h 4180467"/>
              <a:gd name="connsiteX3" fmla="*/ 4407207 w 4407208"/>
              <a:gd name="connsiteY3" fmla="*/ 3953725 h 4180467"/>
              <a:gd name="connsiteX4" fmla="*/ 4180465 w 4407208"/>
              <a:gd name="connsiteY4" fmla="*/ 4180467 h 418046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407208" h="4180467">
                <a:moveTo>
                  <a:pt x="0" y="2"/>
                </a:moveTo>
                <a:lnTo>
                  <a:pt x="3741330" y="0"/>
                </a:lnTo>
                <a:cubicBezTo>
                  <a:pt x="4109083" y="1"/>
                  <a:pt x="4407207" y="298124"/>
                  <a:pt x="4407208" y="665877"/>
                </a:cubicBezTo>
                <a:lnTo>
                  <a:pt x="4407207" y="3953725"/>
                </a:lnTo>
                <a:lnTo>
                  <a:pt x="4180465" y="4180467"/>
                </a:lnTo>
                <a:close/>
              </a:path>
            </a:pathLst>
          </a:custGeom>
          <a:solidFill>
            <a:srgbClr val="5D999F">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31" name="任意多边形 30"/>
          <p:cNvSpPr/>
          <p:nvPr/>
        </p:nvSpPr>
        <p:spPr>
          <a:xfrm rot="8100000">
            <a:off x="557094" y="-1876742"/>
            <a:ext cx="4285281" cy="3973762"/>
          </a:xfrm>
          <a:custGeom>
            <a:avLst/>
            <a:gdLst>
              <a:gd name="connsiteX0" fmla="*/ 3973761 w 4285281"/>
              <a:gd name="connsiteY0" fmla="*/ 3973762 h 3973762"/>
              <a:gd name="connsiteX1" fmla="*/ 0 w 4285281"/>
              <a:gd name="connsiteY1" fmla="*/ 1 h 3973762"/>
              <a:gd name="connsiteX2" fmla="*/ 3733660 w 4285281"/>
              <a:gd name="connsiteY2" fmla="*/ 0 h 3973762"/>
              <a:gd name="connsiteX3" fmla="*/ 4285281 w 4285281"/>
              <a:gd name="connsiteY3" fmla="*/ 551621 h 3973762"/>
              <a:gd name="connsiteX4" fmla="*/ 4285281 w 4285281"/>
              <a:gd name="connsiteY4" fmla="*/ 3662241 h 39737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85281" h="3973762">
                <a:moveTo>
                  <a:pt x="3973761" y="3973762"/>
                </a:moveTo>
                <a:lnTo>
                  <a:pt x="0" y="1"/>
                </a:lnTo>
                <a:lnTo>
                  <a:pt x="3733660" y="0"/>
                </a:lnTo>
                <a:cubicBezTo>
                  <a:pt x="4038311" y="1"/>
                  <a:pt x="4285281" y="246970"/>
                  <a:pt x="4285281" y="551621"/>
                </a:cubicBezTo>
                <a:lnTo>
                  <a:pt x="4285281" y="3662241"/>
                </a:lnTo>
                <a:close/>
              </a:path>
            </a:pathLst>
          </a:custGeom>
          <a:solidFill>
            <a:schemeClr val="accent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grpSp>
        <p:nvGrpSpPr>
          <p:cNvPr id="70" name="组合 69"/>
          <p:cNvGrpSpPr/>
          <p:nvPr/>
        </p:nvGrpSpPr>
        <p:grpSpPr>
          <a:xfrm>
            <a:off x="5355913" y="2086263"/>
            <a:ext cx="3882316" cy="639854"/>
            <a:chOff x="5651362" y="1604422"/>
            <a:chExt cx="3882316" cy="639854"/>
          </a:xfrm>
        </p:grpSpPr>
        <p:sp>
          <p:nvSpPr>
            <p:cNvPr id="65" name="任意多边形 64"/>
            <p:cNvSpPr/>
            <p:nvPr/>
          </p:nvSpPr>
          <p:spPr>
            <a:xfrm rot="2700000">
              <a:off x="5652638" y="1603146"/>
              <a:ext cx="639854" cy="642405"/>
            </a:xfrm>
            <a:custGeom>
              <a:avLst/>
              <a:gdLst>
                <a:gd name="connsiteX0" fmla="*/ 490015 w 639854"/>
                <a:gd name="connsiteY0" fmla="*/ 139923 h 642405"/>
                <a:gd name="connsiteX1" fmla="*/ 497027 w 639854"/>
                <a:gd name="connsiteY1" fmla="*/ 142827 h 642405"/>
                <a:gd name="connsiteX2" fmla="*/ 499931 w 639854"/>
                <a:gd name="connsiteY2" fmla="*/ 149839 h 642405"/>
                <a:gd name="connsiteX3" fmla="*/ 499931 w 639854"/>
                <a:gd name="connsiteY3" fmla="*/ 139923 h 642405"/>
                <a:gd name="connsiteX4" fmla="*/ 0 w 639854"/>
                <a:gd name="connsiteY4" fmla="*/ 269028 h 642405"/>
                <a:gd name="connsiteX5" fmla="*/ 126280 w 639854"/>
                <a:gd name="connsiteY5" fmla="*/ 142749 h 642405"/>
                <a:gd name="connsiteX6" fmla="*/ 126280 w 639854"/>
                <a:gd name="connsiteY6" fmla="*/ 142749 h 642405"/>
                <a:gd name="connsiteX7" fmla="*/ 129106 w 639854"/>
                <a:gd name="connsiteY7" fmla="*/ 139923 h 642405"/>
                <a:gd name="connsiteX8" fmla="*/ 129106 w 639854"/>
                <a:gd name="connsiteY8" fmla="*/ 139923 h 642405"/>
                <a:gd name="connsiteX9" fmla="*/ 255385 w 639854"/>
                <a:gd name="connsiteY9" fmla="*/ 13643 h 642405"/>
                <a:gd name="connsiteX10" fmla="*/ 255386 w 639854"/>
                <a:gd name="connsiteY10" fmla="*/ 13643 h 642405"/>
                <a:gd name="connsiteX11" fmla="*/ 269029 w 639854"/>
                <a:gd name="connsiteY11" fmla="*/ 0 h 642405"/>
                <a:gd name="connsiteX12" fmla="*/ 593006 w 639854"/>
                <a:gd name="connsiteY12" fmla="*/ 0 h 642405"/>
                <a:gd name="connsiteX13" fmla="*/ 639854 w 639854"/>
                <a:gd name="connsiteY13" fmla="*/ 46848 h 642405"/>
                <a:gd name="connsiteX14" fmla="*/ 639854 w 639854"/>
                <a:gd name="connsiteY14" fmla="*/ 373376 h 642405"/>
                <a:gd name="connsiteX15" fmla="*/ 513574 w 639854"/>
                <a:gd name="connsiteY15" fmla="*/ 499656 h 642405"/>
                <a:gd name="connsiteX16" fmla="*/ 513575 w 639854"/>
                <a:gd name="connsiteY16" fmla="*/ 499655 h 642405"/>
                <a:gd name="connsiteX17" fmla="*/ 510748 w 639854"/>
                <a:gd name="connsiteY17" fmla="*/ 502482 h 642405"/>
                <a:gd name="connsiteX18" fmla="*/ 510748 w 639854"/>
                <a:gd name="connsiteY18" fmla="*/ 502482 h 642405"/>
                <a:gd name="connsiteX19" fmla="*/ 384469 w 639854"/>
                <a:gd name="connsiteY19" fmla="*/ 628762 h 642405"/>
                <a:gd name="connsiteX20" fmla="*/ 384469 w 639854"/>
                <a:gd name="connsiteY20" fmla="*/ 628761 h 642405"/>
                <a:gd name="connsiteX21" fmla="*/ 370825 w 639854"/>
                <a:gd name="connsiteY21" fmla="*/ 642405 h 642405"/>
                <a:gd name="connsiteX22" fmla="*/ 370825 w 639854"/>
                <a:gd name="connsiteY22" fmla="*/ 269028 h 642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639854" h="642405">
                  <a:moveTo>
                    <a:pt x="490015" y="139923"/>
                  </a:moveTo>
                  <a:lnTo>
                    <a:pt x="497027" y="142827"/>
                  </a:lnTo>
                  <a:lnTo>
                    <a:pt x="499931" y="149839"/>
                  </a:lnTo>
                  <a:lnTo>
                    <a:pt x="499931" y="139923"/>
                  </a:lnTo>
                  <a:close/>
                  <a:moveTo>
                    <a:pt x="0" y="269028"/>
                  </a:moveTo>
                  <a:lnTo>
                    <a:pt x="126280" y="142749"/>
                  </a:lnTo>
                  <a:lnTo>
                    <a:pt x="126280" y="142749"/>
                  </a:lnTo>
                  <a:lnTo>
                    <a:pt x="129106" y="139923"/>
                  </a:lnTo>
                  <a:lnTo>
                    <a:pt x="129106" y="139923"/>
                  </a:lnTo>
                  <a:lnTo>
                    <a:pt x="255385" y="13643"/>
                  </a:lnTo>
                  <a:lnTo>
                    <a:pt x="255386" y="13643"/>
                  </a:lnTo>
                  <a:lnTo>
                    <a:pt x="269029" y="0"/>
                  </a:lnTo>
                  <a:lnTo>
                    <a:pt x="593006" y="0"/>
                  </a:lnTo>
                  <a:cubicBezTo>
                    <a:pt x="618879" y="0"/>
                    <a:pt x="639854" y="20975"/>
                    <a:pt x="639854" y="46848"/>
                  </a:cubicBezTo>
                  <a:lnTo>
                    <a:pt x="639854" y="373376"/>
                  </a:lnTo>
                  <a:lnTo>
                    <a:pt x="513574" y="499656"/>
                  </a:lnTo>
                  <a:lnTo>
                    <a:pt x="513575" y="499655"/>
                  </a:lnTo>
                  <a:lnTo>
                    <a:pt x="510748" y="502482"/>
                  </a:lnTo>
                  <a:lnTo>
                    <a:pt x="510748" y="502482"/>
                  </a:lnTo>
                  <a:lnTo>
                    <a:pt x="384469" y="628762"/>
                  </a:lnTo>
                  <a:lnTo>
                    <a:pt x="384469" y="628761"/>
                  </a:lnTo>
                  <a:lnTo>
                    <a:pt x="370825" y="642405"/>
                  </a:lnTo>
                  <a:lnTo>
                    <a:pt x="370825" y="269028"/>
                  </a:lnTo>
                  <a:close/>
                </a:path>
              </a:pathLst>
            </a:custGeom>
            <a:solidFill>
              <a:srgbClr val="5D999F">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44" name="文本框 43"/>
            <p:cNvSpPr txBox="1"/>
            <p:nvPr/>
          </p:nvSpPr>
          <p:spPr>
            <a:xfrm>
              <a:off x="6433149" y="1703015"/>
              <a:ext cx="3100529" cy="523220"/>
            </a:xfrm>
            <a:prstGeom prst="rect">
              <a:avLst/>
            </a:prstGeom>
            <a:noFill/>
          </p:spPr>
          <p:txBody>
            <a:bodyPr wrap="none" rtlCol="0">
              <a:spAutoFit/>
              <a:scene3d>
                <a:camera prst="orthographicFront"/>
                <a:lightRig rig="threePt" dir="t"/>
              </a:scene3d>
              <a:sp3d contourW="12700"/>
            </a:bodyPr>
            <a:lstStyle/>
            <a:p>
              <a:r>
                <a:rPr lang="en-US" altLang="zh-CN" sz="2800" b="1" dirty="0">
                  <a:solidFill>
                    <a:schemeClr val="accent3"/>
                  </a:solidFill>
                  <a:cs typeface="+mn-ea"/>
                  <a:sym typeface="+mn-lt"/>
                </a:rPr>
                <a:t>Project Overview</a:t>
              </a:r>
              <a:endParaRPr lang="zh-CN" altLang="en-US" sz="2800" b="1" dirty="0">
                <a:solidFill>
                  <a:schemeClr val="accent3"/>
                </a:solidFill>
                <a:cs typeface="+mn-ea"/>
                <a:sym typeface="+mn-lt"/>
              </a:endParaRPr>
            </a:p>
          </p:txBody>
        </p:sp>
        <p:sp>
          <p:nvSpPr>
            <p:cNvPr id="47" name="文本框 46"/>
            <p:cNvSpPr txBox="1"/>
            <p:nvPr/>
          </p:nvSpPr>
          <p:spPr>
            <a:xfrm>
              <a:off x="5978010" y="1693626"/>
              <a:ext cx="356188" cy="461665"/>
            </a:xfrm>
            <a:prstGeom prst="rect">
              <a:avLst/>
            </a:prstGeom>
            <a:noFill/>
          </p:spPr>
          <p:txBody>
            <a:bodyPr wrap="none" rtlCol="0">
              <a:spAutoFit/>
              <a:scene3d>
                <a:camera prst="orthographicFront"/>
                <a:lightRig rig="threePt" dir="t"/>
              </a:scene3d>
              <a:sp3d contourW="12700"/>
            </a:bodyPr>
            <a:lstStyle/>
            <a:p>
              <a:pPr algn="ctr"/>
              <a:r>
                <a:rPr lang="en-US" altLang="zh-CN" sz="2400" b="1" i="1" dirty="0">
                  <a:solidFill>
                    <a:schemeClr val="bg1"/>
                  </a:solidFill>
                  <a:cs typeface="+mn-ea"/>
                  <a:sym typeface="+mn-lt"/>
                </a:rPr>
                <a:t>1</a:t>
              </a:r>
              <a:endParaRPr lang="zh-CN" altLang="en-US" sz="2400" b="1" i="1" dirty="0">
                <a:solidFill>
                  <a:schemeClr val="bg1"/>
                </a:solidFill>
                <a:cs typeface="+mn-ea"/>
                <a:sym typeface="+mn-lt"/>
              </a:endParaRPr>
            </a:p>
          </p:txBody>
        </p:sp>
      </p:grpSp>
      <p:grpSp>
        <p:nvGrpSpPr>
          <p:cNvPr id="72" name="组合 71"/>
          <p:cNvGrpSpPr/>
          <p:nvPr/>
        </p:nvGrpSpPr>
        <p:grpSpPr>
          <a:xfrm>
            <a:off x="5355914" y="3108807"/>
            <a:ext cx="5191904" cy="639854"/>
            <a:chOff x="5651363" y="2580744"/>
            <a:chExt cx="5191904" cy="639854"/>
          </a:xfrm>
        </p:grpSpPr>
        <p:sp>
          <p:nvSpPr>
            <p:cNvPr id="66" name="任意多边形 65"/>
            <p:cNvSpPr/>
            <p:nvPr/>
          </p:nvSpPr>
          <p:spPr>
            <a:xfrm rot="2700000">
              <a:off x="5652639" y="2579468"/>
              <a:ext cx="639854" cy="642405"/>
            </a:xfrm>
            <a:custGeom>
              <a:avLst/>
              <a:gdLst>
                <a:gd name="connsiteX0" fmla="*/ 490015 w 639854"/>
                <a:gd name="connsiteY0" fmla="*/ 139923 h 642405"/>
                <a:gd name="connsiteX1" fmla="*/ 497027 w 639854"/>
                <a:gd name="connsiteY1" fmla="*/ 142827 h 642405"/>
                <a:gd name="connsiteX2" fmla="*/ 499931 w 639854"/>
                <a:gd name="connsiteY2" fmla="*/ 149839 h 642405"/>
                <a:gd name="connsiteX3" fmla="*/ 499931 w 639854"/>
                <a:gd name="connsiteY3" fmla="*/ 139923 h 642405"/>
                <a:gd name="connsiteX4" fmla="*/ 0 w 639854"/>
                <a:gd name="connsiteY4" fmla="*/ 269028 h 642405"/>
                <a:gd name="connsiteX5" fmla="*/ 126280 w 639854"/>
                <a:gd name="connsiteY5" fmla="*/ 142749 h 642405"/>
                <a:gd name="connsiteX6" fmla="*/ 126280 w 639854"/>
                <a:gd name="connsiteY6" fmla="*/ 142749 h 642405"/>
                <a:gd name="connsiteX7" fmla="*/ 129106 w 639854"/>
                <a:gd name="connsiteY7" fmla="*/ 139923 h 642405"/>
                <a:gd name="connsiteX8" fmla="*/ 129106 w 639854"/>
                <a:gd name="connsiteY8" fmla="*/ 139923 h 642405"/>
                <a:gd name="connsiteX9" fmla="*/ 255385 w 639854"/>
                <a:gd name="connsiteY9" fmla="*/ 13643 h 642405"/>
                <a:gd name="connsiteX10" fmla="*/ 255386 w 639854"/>
                <a:gd name="connsiteY10" fmla="*/ 13643 h 642405"/>
                <a:gd name="connsiteX11" fmla="*/ 269029 w 639854"/>
                <a:gd name="connsiteY11" fmla="*/ 0 h 642405"/>
                <a:gd name="connsiteX12" fmla="*/ 593006 w 639854"/>
                <a:gd name="connsiteY12" fmla="*/ 0 h 642405"/>
                <a:gd name="connsiteX13" fmla="*/ 639854 w 639854"/>
                <a:gd name="connsiteY13" fmla="*/ 46848 h 642405"/>
                <a:gd name="connsiteX14" fmla="*/ 639854 w 639854"/>
                <a:gd name="connsiteY14" fmla="*/ 373376 h 642405"/>
                <a:gd name="connsiteX15" fmla="*/ 513574 w 639854"/>
                <a:gd name="connsiteY15" fmla="*/ 499656 h 642405"/>
                <a:gd name="connsiteX16" fmla="*/ 513575 w 639854"/>
                <a:gd name="connsiteY16" fmla="*/ 499655 h 642405"/>
                <a:gd name="connsiteX17" fmla="*/ 510748 w 639854"/>
                <a:gd name="connsiteY17" fmla="*/ 502482 h 642405"/>
                <a:gd name="connsiteX18" fmla="*/ 510748 w 639854"/>
                <a:gd name="connsiteY18" fmla="*/ 502482 h 642405"/>
                <a:gd name="connsiteX19" fmla="*/ 384469 w 639854"/>
                <a:gd name="connsiteY19" fmla="*/ 628762 h 642405"/>
                <a:gd name="connsiteX20" fmla="*/ 384469 w 639854"/>
                <a:gd name="connsiteY20" fmla="*/ 628761 h 642405"/>
                <a:gd name="connsiteX21" fmla="*/ 370825 w 639854"/>
                <a:gd name="connsiteY21" fmla="*/ 642405 h 642405"/>
                <a:gd name="connsiteX22" fmla="*/ 370825 w 639854"/>
                <a:gd name="connsiteY22" fmla="*/ 269028 h 642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639854" h="642405">
                  <a:moveTo>
                    <a:pt x="490015" y="139923"/>
                  </a:moveTo>
                  <a:lnTo>
                    <a:pt x="497027" y="142827"/>
                  </a:lnTo>
                  <a:lnTo>
                    <a:pt x="499931" y="149839"/>
                  </a:lnTo>
                  <a:lnTo>
                    <a:pt x="499931" y="139923"/>
                  </a:lnTo>
                  <a:close/>
                  <a:moveTo>
                    <a:pt x="0" y="269028"/>
                  </a:moveTo>
                  <a:lnTo>
                    <a:pt x="126280" y="142749"/>
                  </a:lnTo>
                  <a:lnTo>
                    <a:pt x="126280" y="142749"/>
                  </a:lnTo>
                  <a:lnTo>
                    <a:pt x="129106" y="139923"/>
                  </a:lnTo>
                  <a:lnTo>
                    <a:pt x="129106" y="139923"/>
                  </a:lnTo>
                  <a:lnTo>
                    <a:pt x="255385" y="13643"/>
                  </a:lnTo>
                  <a:lnTo>
                    <a:pt x="255386" y="13643"/>
                  </a:lnTo>
                  <a:lnTo>
                    <a:pt x="269029" y="0"/>
                  </a:lnTo>
                  <a:lnTo>
                    <a:pt x="593006" y="0"/>
                  </a:lnTo>
                  <a:cubicBezTo>
                    <a:pt x="618879" y="0"/>
                    <a:pt x="639854" y="20975"/>
                    <a:pt x="639854" y="46848"/>
                  </a:cubicBezTo>
                  <a:lnTo>
                    <a:pt x="639854" y="373376"/>
                  </a:lnTo>
                  <a:lnTo>
                    <a:pt x="513574" y="499656"/>
                  </a:lnTo>
                  <a:lnTo>
                    <a:pt x="513575" y="499655"/>
                  </a:lnTo>
                  <a:lnTo>
                    <a:pt x="510748" y="502482"/>
                  </a:lnTo>
                  <a:lnTo>
                    <a:pt x="510748" y="502482"/>
                  </a:lnTo>
                  <a:lnTo>
                    <a:pt x="384469" y="628762"/>
                  </a:lnTo>
                  <a:lnTo>
                    <a:pt x="384469" y="628761"/>
                  </a:lnTo>
                  <a:lnTo>
                    <a:pt x="370825" y="642405"/>
                  </a:lnTo>
                  <a:lnTo>
                    <a:pt x="370825" y="269028"/>
                  </a:lnTo>
                  <a:close/>
                </a:path>
              </a:pathLst>
            </a:custGeom>
            <a:solidFill>
              <a:srgbClr val="5D999F">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grpSp>
          <p:nvGrpSpPr>
            <p:cNvPr id="71" name="组合 70"/>
            <p:cNvGrpSpPr/>
            <p:nvPr/>
          </p:nvGrpSpPr>
          <p:grpSpPr>
            <a:xfrm>
              <a:off x="5978010" y="2669947"/>
              <a:ext cx="4865257" cy="532609"/>
              <a:chOff x="5978010" y="2669947"/>
              <a:chExt cx="4865257" cy="532609"/>
            </a:xfrm>
          </p:grpSpPr>
          <p:sp>
            <p:nvSpPr>
              <p:cNvPr id="49" name="文本框 48"/>
              <p:cNvSpPr txBox="1"/>
              <p:nvPr/>
            </p:nvSpPr>
            <p:spPr>
              <a:xfrm>
                <a:off x="6433149" y="2679336"/>
                <a:ext cx="4410118" cy="523220"/>
              </a:xfrm>
              <a:prstGeom prst="rect">
                <a:avLst/>
              </a:prstGeom>
              <a:noFill/>
            </p:spPr>
            <p:txBody>
              <a:bodyPr wrap="none" rtlCol="0">
                <a:spAutoFit/>
                <a:scene3d>
                  <a:camera prst="orthographicFront"/>
                  <a:lightRig rig="threePt" dir="t"/>
                </a:scene3d>
                <a:sp3d contourW="12700"/>
              </a:bodyPr>
              <a:lstStyle/>
              <a:p>
                <a:r>
                  <a:rPr lang="en-US" altLang="zh-CN" sz="2800" b="1" dirty="0">
                    <a:solidFill>
                      <a:schemeClr val="accent3"/>
                    </a:solidFill>
                    <a:cs typeface="+mn-ea"/>
                    <a:sym typeface="+mn-lt"/>
                  </a:rPr>
                  <a:t>Modeling &amp; Visualization</a:t>
                </a:r>
                <a:endParaRPr lang="zh-CN" altLang="en-US" sz="2800" b="1" dirty="0">
                  <a:solidFill>
                    <a:schemeClr val="accent3"/>
                  </a:solidFill>
                  <a:cs typeface="+mn-ea"/>
                  <a:sym typeface="+mn-lt"/>
                </a:endParaRPr>
              </a:p>
            </p:txBody>
          </p:sp>
          <p:sp>
            <p:nvSpPr>
              <p:cNvPr id="52" name="文本框 51"/>
              <p:cNvSpPr txBox="1"/>
              <p:nvPr/>
            </p:nvSpPr>
            <p:spPr>
              <a:xfrm>
                <a:off x="5978010" y="2669947"/>
                <a:ext cx="356188" cy="461665"/>
              </a:xfrm>
              <a:prstGeom prst="rect">
                <a:avLst/>
              </a:prstGeom>
              <a:noFill/>
            </p:spPr>
            <p:txBody>
              <a:bodyPr wrap="none" rtlCol="0">
                <a:spAutoFit/>
                <a:scene3d>
                  <a:camera prst="orthographicFront"/>
                  <a:lightRig rig="threePt" dir="t"/>
                </a:scene3d>
                <a:sp3d contourW="12700"/>
              </a:bodyPr>
              <a:lstStyle/>
              <a:p>
                <a:pPr algn="ctr"/>
                <a:r>
                  <a:rPr lang="en-US" altLang="zh-CN" sz="2400" b="1" i="1" dirty="0">
                    <a:solidFill>
                      <a:schemeClr val="bg1"/>
                    </a:solidFill>
                    <a:cs typeface="+mn-ea"/>
                    <a:sym typeface="+mn-lt"/>
                  </a:rPr>
                  <a:t>2</a:t>
                </a:r>
                <a:endParaRPr lang="zh-CN" altLang="en-US" sz="2400" b="1" i="1" dirty="0">
                  <a:solidFill>
                    <a:schemeClr val="bg1"/>
                  </a:solidFill>
                  <a:cs typeface="+mn-ea"/>
                  <a:sym typeface="+mn-lt"/>
                </a:endParaRPr>
              </a:p>
            </p:txBody>
          </p:sp>
        </p:grpSp>
      </p:grpSp>
      <p:grpSp>
        <p:nvGrpSpPr>
          <p:cNvPr id="73" name="组合 72"/>
          <p:cNvGrpSpPr/>
          <p:nvPr/>
        </p:nvGrpSpPr>
        <p:grpSpPr>
          <a:xfrm>
            <a:off x="5355914" y="4131350"/>
            <a:ext cx="4191181" cy="639854"/>
            <a:chOff x="5651363" y="3557063"/>
            <a:chExt cx="4191181" cy="639854"/>
          </a:xfrm>
        </p:grpSpPr>
        <p:sp>
          <p:nvSpPr>
            <p:cNvPr id="67" name="任意多边形 66"/>
            <p:cNvSpPr/>
            <p:nvPr/>
          </p:nvSpPr>
          <p:spPr>
            <a:xfrm rot="2700000">
              <a:off x="5652639" y="3555787"/>
              <a:ext cx="639854" cy="642405"/>
            </a:xfrm>
            <a:custGeom>
              <a:avLst/>
              <a:gdLst>
                <a:gd name="connsiteX0" fmla="*/ 490015 w 639854"/>
                <a:gd name="connsiteY0" fmla="*/ 139923 h 642405"/>
                <a:gd name="connsiteX1" fmla="*/ 497027 w 639854"/>
                <a:gd name="connsiteY1" fmla="*/ 142827 h 642405"/>
                <a:gd name="connsiteX2" fmla="*/ 499931 w 639854"/>
                <a:gd name="connsiteY2" fmla="*/ 149839 h 642405"/>
                <a:gd name="connsiteX3" fmla="*/ 499931 w 639854"/>
                <a:gd name="connsiteY3" fmla="*/ 139923 h 642405"/>
                <a:gd name="connsiteX4" fmla="*/ 0 w 639854"/>
                <a:gd name="connsiteY4" fmla="*/ 269028 h 642405"/>
                <a:gd name="connsiteX5" fmla="*/ 126280 w 639854"/>
                <a:gd name="connsiteY5" fmla="*/ 142749 h 642405"/>
                <a:gd name="connsiteX6" fmla="*/ 126280 w 639854"/>
                <a:gd name="connsiteY6" fmla="*/ 142749 h 642405"/>
                <a:gd name="connsiteX7" fmla="*/ 129106 w 639854"/>
                <a:gd name="connsiteY7" fmla="*/ 139923 h 642405"/>
                <a:gd name="connsiteX8" fmla="*/ 129106 w 639854"/>
                <a:gd name="connsiteY8" fmla="*/ 139923 h 642405"/>
                <a:gd name="connsiteX9" fmla="*/ 255385 w 639854"/>
                <a:gd name="connsiteY9" fmla="*/ 13643 h 642405"/>
                <a:gd name="connsiteX10" fmla="*/ 255386 w 639854"/>
                <a:gd name="connsiteY10" fmla="*/ 13643 h 642405"/>
                <a:gd name="connsiteX11" fmla="*/ 269029 w 639854"/>
                <a:gd name="connsiteY11" fmla="*/ 0 h 642405"/>
                <a:gd name="connsiteX12" fmla="*/ 593006 w 639854"/>
                <a:gd name="connsiteY12" fmla="*/ 0 h 642405"/>
                <a:gd name="connsiteX13" fmla="*/ 639854 w 639854"/>
                <a:gd name="connsiteY13" fmla="*/ 46848 h 642405"/>
                <a:gd name="connsiteX14" fmla="*/ 639854 w 639854"/>
                <a:gd name="connsiteY14" fmla="*/ 373376 h 642405"/>
                <a:gd name="connsiteX15" fmla="*/ 513574 w 639854"/>
                <a:gd name="connsiteY15" fmla="*/ 499656 h 642405"/>
                <a:gd name="connsiteX16" fmla="*/ 513575 w 639854"/>
                <a:gd name="connsiteY16" fmla="*/ 499655 h 642405"/>
                <a:gd name="connsiteX17" fmla="*/ 510748 w 639854"/>
                <a:gd name="connsiteY17" fmla="*/ 502482 h 642405"/>
                <a:gd name="connsiteX18" fmla="*/ 510748 w 639854"/>
                <a:gd name="connsiteY18" fmla="*/ 502482 h 642405"/>
                <a:gd name="connsiteX19" fmla="*/ 384469 w 639854"/>
                <a:gd name="connsiteY19" fmla="*/ 628762 h 642405"/>
                <a:gd name="connsiteX20" fmla="*/ 384469 w 639854"/>
                <a:gd name="connsiteY20" fmla="*/ 628761 h 642405"/>
                <a:gd name="connsiteX21" fmla="*/ 370825 w 639854"/>
                <a:gd name="connsiteY21" fmla="*/ 642405 h 642405"/>
                <a:gd name="connsiteX22" fmla="*/ 370825 w 639854"/>
                <a:gd name="connsiteY22" fmla="*/ 269028 h 642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639854" h="642405">
                  <a:moveTo>
                    <a:pt x="490015" y="139923"/>
                  </a:moveTo>
                  <a:lnTo>
                    <a:pt x="497027" y="142827"/>
                  </a:lnTo>
                  <a:lnTo>
                    <a:pt x="499931" y="149839"/>
                  </a:lnTo>
                  <a:lnTo>
                    <a:pt x="499931" y="139923"/>
                  </a:lnTo>
                  <a:close/>
                  <a:moveTo>
                    <a:pt x="0" y="269028"/>
                  </a:moveTo>
                  <a:lnTo>
                    <a:pt x="126280" y="142749"/>
                  </a:lnTo>
                  <a:lnTo>
                    <a:pt x="126280" y="142749"/>
                  </a:lnTo>
                  <a:lnTo>
                    <a:pt x="129106" y="139923"/>
                  </a:lnTo>
                  <a:lnTo>
                    <a:pt x="129106" y="139923"/>
                  </a:lnTo>
                  <a:lnTo>
                    <a:pt x="255385" y="13643"/>
                  </a:lnTo>
                  <a:lnTo>
                    <a:pt x="255386" y="13643"/>
                  </a:lnTo>
                  <a:lnTo>
                    <a:pt x="269029" y="0"/>
                  </a:lnTo>
                  <a:lnTo>
                    <a:pt x="593006" y="0"/>
                  </a:lnTo>
                  <a:cubicBezTo>
                    <a:pt x="618879" y="0"/>
                    <a:pt x="639854" y="20975"/>
                    <a:pt x="639854" y="46848"/>
                  </a:cubicBezTo>
                  <a:lnTo>
                    <a:pt x="639854" y="373376"/>
                  </a:lnTo>
                  <a:lnTo>
                    <a:pt x="513574" y="499656"/>
                  </a:lnTo>
                  <a:lnTo>
                    <a:pt x="513575" y="499655"/>
                  </a:lnTo>
                  <a:lnTo>
                    <a:pt x="510748" y="502482"/>
                  </a:lnTo>
                  <a:lnTo>
                    <a:pt x="510748" y="502482"/>
                  </a:lnTo>
                  <a:lnTo>
                    <a:pt x="384469" y="628762"/>
                  </a:lnTo>
                  <a:lnTo>
                    <a:pt x="384469" y="628761"/>
                  </a:lnTo>
                  <a:lnTo>
                    <a:pt x="370825" y="642405"/>
                  </a:lnTo>
                  <a:lnTo>
                    <a:pt x="370825" y="269028"/>
                  </a:lnTo>
                  <a:close/>
                </a:path>
              </a:pathLst>
            </a:custGeom>
            <a:solidFill>
              <a:srgbClr val="5D999F">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54" name="文本框 53"/>
            <p:cNvSpPr txBox="1"/>
            <p:nvPr/>
          </p:nvSpPr>
          <p:spPr>
            <a:xfrm>
              <a:off x="6433149" y="3655657"/>
              <a:ext cx="3409395" cy="523220"/>
            </a:xfrm>
            <a:prstGeom prst="rect">
              <a:avLst/>
            </a:prstGeom>
            <a:noFill/>
          </p:spPr>
          <p:txBody>
            <a:bodyPr wrap="none" rtlCol="0">
              <a:spAutoFit/>
              <a:scene3d>
                <a:camera prst="orthographicFront"/>
                <a:lightRig rig="threePt" dir="t"/>
              </a:scene3d>
              <a:sp3d contourW="12700"/>
            </a:bodyPr>
            <a:lstStyle/>
            <a:p>
              <a:r>
                <a:rPr lang="en-US" altLang="zh-CN" sz="2800" b="1" dirty="0">
                  <a:solidFill>
                    <a:schemeClr val="accent3"/>
                  </a:solidFill>
                  <a:cs typeface="+mn-ea"/>
                  <a:sym typeface="+mn-lt"/>
                </a:rPr>
                <a:t>Results &amp; Analysis</a:t>
              </a:r>
              <a:endParaRPr lang="zh-CN" altLang="en-US" sz="2800" b="1" dirty="0">
                <a:solidFill>
                  <a:schemeClr val="accent3"/>
                </a:solidFill>
                <a:cs typeface="+mn-ea"/>
                <a:sym typeface="+mn-lt"/>
              </a:endParaRPr>
            </a:p>
          </p:txBody>
        </p:sp>
        <p:sp>
          <p:nvSpPr>
            <p:cNvPr id="57" name="文本框 56"/>
            <p:cNvSpPr txBox="1"/>
            <p:nvPr/>
          </p:nvSpPr>
          <p:spPr>
            <a:xfrm>
              <a:off x="5978010" y="3646268"/>
              <a:ext cx="356188" cy="461665"/>
            </a:xfrm>
            <a:prstGeom prst="rect">
              <a:avLst/>
            </a:prstGeom>
            <a:noFill/>
          </p:spPr>
          <p:txBody>
            <a:bodyPr wrap="none" rtlCol="0">
              <a:spAutoFit/>
              <a:scene3d>
                <a:camera prst="orthographicFront"/>
                <a:lightRig rig="threePt" dir="t"/>
              </a:scene3d>
              <a:sp3d contourW="12700"/>
            </a:bodyPr>
            <a:lstStyle/>
            <a:p>
              <a:pPr algn="ctr"/>
              <a:r>
                <a:rPr lang="en-US" altLang="zh-CN" sz="2400" b="1" i="1" dirty="0">
                  <a:solidFill>
                    <a:schemeClr val="bg1"/>
                  </a:solidFill>
                  <a:cs typeface="+mn-ea"/>
                  <a:sym typeface="+mn-lt"/>
                </a:rPr>
                <a:t>3</a:t>
              </a:r>
              <a:endParaRPr lang="zh-CN" altLang="en-US" sz="2400" b="1" i="1" dirty="0">
                <a:solidFill>
                  <a:schemeClr val="bg1"/>
                </a:solidFill>
                <a:cs typeface="+mn-ea"/>
                <a:sym typeface="+mn-lt"/>
              </a:endParaRPr>
            </a:p>
          </p:txBody>
        </p:sp>
      </p:grpSp>
      <p:sp>
        <p:nvSpPr>
          <p:cNvPr id="69" name="文本框 68"/>
          <p:cNvSpPr txBox="1"/>
          <p:nvPr/>
        </p:nvSpPr>
        <p:spPr>
          <a:xfrm>
            <a:off x="1860090" y="568529"/>
            <a:ext cx="2481192" cy="584775"/>
          </a:xfrm>
          <a:prstGeom prst="rect">
            <a:avLst/>
          </a:prstGeom>
          <a:noFill/>
        </p:spPr>
        <p:txBody>
          <a:bodyPr wrap="none" rtlCol="0">
            <a:spAutoFit/>
            <a:scene3d>
              <a:camera prst="orthographicFront"/>
              <a:lightRig rig="threePt" dir="t"/>
            </a:scene3d>
            <a:sp3d contourW="12700"/>
          </a:bodyPr>
          <a:lstStyle/>
          <a:p>
            <a:r>
              <a:rPr lang="en-US" altLang="zh-CN" sz="3200" b="1" i="1" dirty="0">
                <a:solidFill>
                  <a:schemeClr val="bg1"/>
                </a:solidFill>
                <a:cs typeface="+mn-ea"/>
                <a:sym typeface="+mn-lt"/>
              </a:rPr>
              <a:t>CONTENTS</a:t>
            </a:r>
            <a:endParaRPr lang="zh-CN" altLang="en-US" sz="3200" b="1" i="1" dirty="0">
              <a:solidFill>
                <a:schemeClr val="bg1"/>
              </a:solidFill>
              <a:cs typeface="+mn-ea"/>
              <a:sym typeface="+mn-lt"/>
            </a:endParaRPr>
          </a:p>
        </p:txBody>
      </p:sp>
      <p:sp>
        <p:nvSpPr>
          <p:cNvPr id="76" name="任意多边形 75"/>
          <p:cNvSpPr/>
          <p:nvPr/>
        </p:nvSpPr>
        <p:spPr>
          <a:xfrm rot="2700000">
            <a:off x="3427329" y="2269748"/>
            <a:ext cx="593302" cy="596266"/>
          </a:xfrm>
          <a:custGeom>
            <a:avLst/>
            <a:gdLst>
              <a:gd name="connsiteX0" fmla="*/ 1163668 w 4706557"/>
              <a:gd name="connsiteY0" fmla="*/ 125724 h 4730065"/>
              <a:gd name="connsiteX1" fmla="*/ 1163670 w 4706557"/>
              <a:gd name="connsiteY1" fmla="*/ 125724 h 4730065"/>
              <a:gd name="connsiteX2" fmla="*/ 1289393 w 4706557"/>
              <a:gd name="connsiteY2" fmla="*/ 1 h 4730065"/>
              <a:gd name="connsiteX3" fmla="*/ 4274851 w 4706557"/>
              <a:gd name="connsiteY3" fmla="*/ 0 h 4730065"/>
              <a:gd name="connsiteX4" fmla="*/ 4706557 w 4706557"/>
              <a:gd name="connsiteY4" fmla="*/ 431706 h 4730065"/>
              <a:gd name="connsiteX5" fmla="*/ 4706557 w 4706557"/>
              <a:gd name="connsiteY5" fmla="*/ 3440672 h 4730065"/>
              <a:gd name="connsiteX6" fmla="*/ 3542888 w 4706557"/>
              <a:gd name="connsiteY6" fmla="*/ 4604342 h 4730065"/>
              <a:gd name="connsiteX7" fmla="*/ 3542888 w 4706557"/>
              <a:gd name="connsiteY7" fmla="*/ 4604340 h 4730065"/>
              <a:gd name="connsiteX8" fmla="*/ 3417163 w 4706557"/>
              <a:gd name="connsiteY8" fmla="*/ 4730065 h 4730065"/>
              <a:gd name="connsiteX9" fmla="*/ 3417163 w 4706557"/>
              <a:gd name="connsiteY9" fmla="*/ 1289392 h 4730065"/>
              <a:gd name="connsiteX10" fmla="*/ 0 w 4706557"/>
              <a:gd name="connsiteY10" fmla="*/ 1289392 h 4730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706557" h="4730065">
                <a:moveTo>
                  <a:pt x="1163668" y="125724"/>
                </a:moveTo>
                <a:lnTo>
                  <a:pt x="1163670" y="125724"/>
                </a:lnTo>
                <a:lnTo>
                  <a:pt x="1289393" y="1"/>
                </a:lnTo>
                <a:lnTo>
                  <a:pt x="4274851" y="0"/>
                </a:lnTo>
                <a:cubicBezTo>
                  <a:pt x="4513275" y="1"/>
                  <a:pt x="4706557" y="193282"/>
                  <a:pt x="4706557" y="431706"/>
                </a:cubicBezTo>
                <a:lnTo>
                  <a:pt x="4706557" y="3440672"/>
                </a:lnTo>
                <a:lnTo>
                  <a:pt x="3542888" y="4604342"/>
                </a:lnTo>
                <a:lnTo>
                  <a:pt x="3542888" y="4604340"/>
                </a:lnTo>
                <a:lnTo>
                  <a:pt x="3417163" y="4730065"/>
                </a:lnTo>
                <a:lnTo>
                  <a:pt x="3417163" y="1289392"/>
                </a:lnTo>
                <a:lnTo>
                  <a:pt x="0" y="1289392"/>
                </a:lnTo>
                <a:close/>
              </a:path>
            </a:pathLst>
          </a:custGeom>
          <a:solidFill>
            <a:schemeClr val="accent2">
              <a:lumMod val="20000"/>
              <a:lumOff val="8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任意多边形 15"/>
          <p:cNvSpPr/>
          <p:nvPr/>
        </p:nvSpPr>
        <p:spPr>
          <a:xfrm rot="2700000">
            <a:off x="5484939" y="2060669"/>
            <a:ext cx="1028637" cy="1033775"/>
          </a:xfrm>
          <a:custGeom>
            <a:avLst/>
            <a:gdLst>
              <a:gd name="connsiteX0" fmla="*/ 1163668 w 4706557"/>
              <a:gd name="connsiteY0" fmla="*/ 125724 h 4730065"/>
              <a:gd name="connsiteX1" fmla="*/ 1163670 w 4706557"/>
              <a:gd name="connsiteY1" fmla="*/ 125724 h 4730065"/>
              <a:gd name="connsiteX2" fmla="*/ 1289393 w 4706557"/>
              <a:gd name="connsiteY2" fmla="*/ 1 h 4730065"/>
              <a:gd name="connsiteX3" fmla="*/ 4274851 w 4706557"/>
              <a:gd name="connsiteY3" fmla="*/ 0 h 4730065"/>
              <a:gd name="connsiteX4" fmla="*/ 4706557 w 4706557"/>
              <a:gd name="connsiteY4" fmla="*/ 431706 h 4730065"/>
              <a:gd name="connsiteX5" fmla="*/ 4706557 w 4706557"/>
              <a:gd name="connsiteY5" fmla="*/ 3440672 h 4730065"/>
              <a:gd name="connsiteX6" fmla="*/ 3542888 w 4706557"/>
              <a:gd name="connsiteY6" fmla="*/ 4604342 h 4730065"/>
              <a:gd name="connsiteX7" fmla="*/ 3542888 w 4706557"/>
              <a:gd name="connsiteY7" fmla="*/ 4604340 h 4730065"/>
              <a:gd name="connsiteX8" fmla="*/ 3417163 w 4706557"/>
              <a:gd name="connsiteY8" fmla="*/ 4730065 h 4730065"/>
              <a:gd name="connsiteX9" fmla="*/ 3417163 w 4706557"/>
              <a:gd name="connsiteY9" fmla="*/ 1289392 h 4730065"/>
              <a:gd name="connsiteX10" fmla="*/ 0 w 4706557"/>
              <a:gd name="connsiteY10" fmla="*/ 1289392 h 4730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706557" h="4730065">
                <a:moveTo>
                  <a:pt x="1163668" y="125724"/>
                </a:moveTo>
                <a:lnTo>
                  <a:pt x="1163670" y="125724"/>
                </a:lnTo>
                <a:lnTo>
                  <a:pt x="1289393" y="1"/>
                </a:lnTo>
                <a:lnTo>
                  <a:pt x="4274851" y="0"/>
                </a:lnTo>
                <a:cubicBezTo>
                  <a:pt x="4513275" y="1"/>
                  <a:pt x="4706557" y="193282"/>
                  <a:pt x="4706557" y="431706"/>
                </a:cubicBezTo>
                <a:lnTo>
                  <a:pt x="4706557" y="3440672"/>
                </a:lnTo>
                <a:lnTo>
                  <a:pt x="3542888" y="4604342"/>
                </a:lnTo>
                <a:lnTo>
                  <a:pt x="3542888" y="4604340"/>
                </a:lnTo>
                <a:lnTo>
                  <a:pt x="3417163" y="4730065"/>
                </a:lnTo>
                <a:lnTo>
                  <a:pt x="3417163" y="1289392"/>
                </a:lnTo>
                <a:lnTo>
                  <a:pt x="0" y="1289392"/>
                </a:lnTo>
                <a:close/>
              </a:path>
            </a:pathLst>
          </a:custGeom>
          <a:solidFill>
            <a:schemeClr val="bg1">
              <a:lumMod val="95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0" name="任意多边形 19"/>
          <p:cNvSpPr/>
          <p:nvPr/>
        </p:nvSpPr>
        <p:spPr>
          <a:xfrm rot="2700000">
            <a:off x="-2095382" y="209360"/>
            <a:ext cx="6410492" cy="6427355"/>
          </a:xfrm>
          <a:custGeom>
            <a:avLst/>
            <a:gdLst>
              <a:gd name="connsiteX0" fmla="*/ 0 w 6410492"/>
              <a:gd name="connsiteY0" fmla="*/ 1578016 h 6427355"/>
              <a:gd name="connsiteX1" fmla="*/ 1146670 w 6410492"/>
              <a:gd name="connsiteY1" fmla="*/ 431345 h 6427355"/>
              <a:gd name="connsiteX2" fmla="*/ 1146671 w 6410492"/>
              <a:gd name="connsiteY2" fmla="*/ 431345 h 6427355"/>
              <a:gd name="connsiteX3" fmla="*/ 1578016 w 6410492"/>
              <a:gd name="connsiteY3" fmla="*/ 0 h 6427355"/>
              <a:gd name="connsiteX4" fmla="*/ 5764900 w 6410492"/>
              <a:gd name="connsiteY4" fmla="*/ 0 h 6427355"/>
              <a:gd name="connsiteX5" fmla="*/ 6410492 w 6410492"/>
              <a:gd name="connsiteY5" fmla="*/ 645592 h 6427355"/>
              <a:gd name="connsiteX6" fmla="*/ 6410491 w 6410492"/>
              <a:gd name="connsiteY6" fmla="*/ 4866202 h 6427355"/>
              <a:gd name="connsiteX7" fmla="*/ 4849339 w 6410492"/>
              <a:gd name="connsiteY7" fmla="*/ 6427355 h 6427355"/>
              <a:gd name="connsiteX8" fmla="*/ 4238944 w 6410492"/>
              <a:gd name="connsiteY8" fmla="*/ 5816960 h 6427355"/>
              <a:gd name="connsiteX9" fmla="*/ 4238943 w 6410492"/>
              <a:gd name="connsiteY9" fmla="*/ 2171546 h 6427355"/>
              <a:gd name="connsiteX10" fmla="*/ 593530 w 6410492"/>
              <a:gd name="connsiteY10" fmla="*/ 2171546 h 6427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410492" h="6427355">
                <a:moveTo>
                  <a:pt x="0" y="1578016"/>
                </a:moveTo>
                <a:lnTo>
                  <a:pt x="1146670" y="431345"/>
                </a:lnTo>
                <a:lnTo>
                  <a:pt x="1146671" y="431345"/>
                </a:lnTo>
                <a:lnTo>
                  <a:pt x="1578016" y="0"/>
                </a:lnTo>
                <a:lnTo>
                  <a:pt x="5764900" y="0"/>
                </a:lnTo>
                <a:cubicBezTo>
                  <a:pt x="6121450" y="0"/>
                  <a:pt x="6410492" y="289042"/>
                  <a:pt x="6410492" y="645592"/>
                </a:cubicBezTo>
                <a:lnTo>
                  <a:pt x="6410491" y="4866202"/>
                </a:lnTo>
                <a:lnTo>
                  <a:pt x="4849339" y="6427355"/>
                </a:lnTo>
                <a:lnTo>
                  <a:pt x="4238944" y="5816960"/>
                </a:lnTo>
                <a:lnTo>
                  <a:pt x="4238943" y="2171546"/>
                </a:lnTo>
                <a:lnTo>
                  <a:pt x="593530" y="2171546"/>
                </a:lnTo>
                <a:close/>
              </a:path>
            </a:pathLst>
          </a:custGeom>
          <a:solidFill>
            <a:srgbClr val="3333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6" name="任意多边形 5"/>
          <p:cNvSpPr/>
          <p:nvPr/>
        </p:nvSpPr>
        <p:spPr>
          <a:xfrm rot="2700000">
            <a:off x="1827643" y="44906"/>
            <a:ext cx="3850328" cy="3869559"/>
          </a:xfrm>
          <a:custGeom>
            <a:avLst/>
            <a:gdLst>
              <a:gd name="connsiteX0" fmla="*/ 1163668 w 4706557"/>
              <a:gd name="connsiteY0" fmla="*/ 125724 h 4730065"/>
              <a:gd name="connsiteX1" fmla="*/ 1163670 w 4706557"/>
              <a:gd name="connsiteY1" fmla="*/ 125724 h 4730065"/>
              <a:gd name="connsiteX2" fmla="*/ 1289393 w 4706557"/>
              <a:gd name="connsiteY2" fmla="*/ 1 h 4730065"/>
              <a:gd name="connsiteX3" fmla="*/ 4274851 w 4706557"/>
              <a:gd name="connsiteY3" fmla="*/ 0 h 4730065"/>
              <a:gd name="connsiteX4" fmla="*/ 4706557 w 4706557"/>
              <a:gd name="connsiteY4" fmla="*/ 431706 h 4730065"/>
              <a:gd name="connsiteX5" fmla="*/ 4706557 w 4706557"/>
              <a:gd name="connsiteY5" fmla="*/ 3440672 h 4730065"/>
              <a:gd name="connsiteX6" fmla="*/ 3542888 w 4706557"/>
              <a:gd name="connsiteY6" fmla="*/ 4604342 h 4730065"/>
              <a:gd name="connsiteX7" fmla="*/ 3542888 w 4706557"/>
              <a:gd name="connsiteY7" fmla="*/ 4604340 h 4730065"/>
              <a:gd name="connsiteX8" fmla="*/ 3417163 w 4706557"/>
              <a:gd name="connsiteY8" fmla="*/ 4730065 h 4730065"/>
              <a:gd name="connsiteX9" fmla="*/ 3417163 w 4706557"/>
              <a:gd name="connsiteY9" fmla="*/ 1289392 h 4730065"/>
              <a:gd name="connsiteX10" fmla="*/ 0 w 4706557"/>
              <a:gd name="connsiteY10" fmla="*/ 1289392 h 4730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706557" h="4730065">
                <a:moveTo>
                  <a:pt x="1163668" y="125724"/>
                </a:moveTo>
                <a:lnTo>
                  <a:pt x="1163670" y="125724"/>
                </a:lnTo>
                <a:lnTo>
                  <a:pt x="1289393" y="1"/>
                </a:lnTo>
                <a:lnTo>
                  <a:pt x="4274851" y="0"/>
                </a:lnTo>
                <a:cubicBezTo>
                  <a:pt x="4513275" y="1"/>
                  <a:pt x="4706557" y="193282"/>
                  <a:pt x="4706557" y="431706"/>
                </a:cubicBezTo>
                <a:lnTo>
                  <a:pt x="4706557" y="3440672"/>
                </a:lnTo>
                <a:lnTo>
                  <a:pt x="3542888" y="4604342"/>
                </a:lnTo>
                <a:lnTo>
                  <a:pt x="3542888" y="4604340"/>
                </a:lnTo>
                <a:lnTo>
                  <a:pt x="3417163" y="4730065"/>
                </a:lnTo>
                <a:lnTo>
                  <a:pt x="3417163" y="1289392"/>
                </a:lnTo>
                <a:lnTo>
                  <a:pt x="0" y="1289392"/>
                </a:lnTo>
                <a:close/>
              </a:path>
            </a:pathLst>
          </a:custGeom>
          <a:solidFill>
            <a:srgbClr val="5D999F">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2" name="任意多边形 11"/>
          <p:cNvSpPr/>
          <p:nvPr/>
        </p:nvSpPr>
        <p:spPr>
          <a:xfrm rot="18900000" flipH="1">
            <a:off x="11525844" y="5786883"/>
            <a:ext cx="1174416" cy="953193"/>
          </a:xfrm>
          <a:custGeom>
            <a:avLst/>
            <a:gdLst>
              <a:gd name="connsiteX0" fmla="*/ 1038 w 1174416"/>
              <a:gd name="connsiteY0" fmla="*/ 0 h 953193"/>
              <a:gd name="connsiteX1" fmla="*/ 0 w 1174416"/>
              <a:gd name="connsiteY1" fmla="*/ 1038 h 953193"/>
              <a:gd name="connsiteX2" fmla="*/ 441710 w 1174416"/>
              <a:gd name="connsiteY2" fmla="*/ 442748 h 953193"/>
              <a:gd name="connsiteX3" fmla="*/ 731667 w 1174416"/>
              <a:gd name="connsiteY3" fmla="*/ 442748 h 953193"/>
              <a:gd name="connsiteX4" fmla="*/ 731667 w 1174416"/>
              <a:gd name="connsiteY4" fmla="*/ 732705 h 953193"/>
              <a:gd name="connsiteX5" fmla="*/ 952155 w 1174416"/>
              <a:gd name="connsiteY5" fmla="*/ 953193 h 953193"/>
              <a:gd name="connsiteX6" fmla="*/ 1174416 w 1174416"/>
              <a:gd name="connsiteY6" fmla="*/ 730932 h 953193"/>
              <a:gd name="connsiteX7" fmla="*/ 1174416 w 1174416"/>
              <a:gd name="connsiteY7" fmla="*/ 148239 h 953193"/>
              <a:gd name="connsiteX8" fmla="*/ 1026178 w 1174416"/>
              <a:gd name="connsiteY8" fmla="*/ 0 h 9531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74416" h="953193">
                <a:moveTo>
                  <a:pt x="1038" y="0"/>
                </a:moveTo>
                <a:lnTo>
                  <a:pt x="0" y="1038"/>
                </a:lnTo>
                <a:lnTo>
                  <a:pt x="441710" y="442748"/>
                </a:lnTo>
                <a:lnTo>
                  <a:pt x="731667" y="442748"/>
                </a:lnTo>
                <a:lnTo>
                  <a:pt x="731667" y="732705"/>
                </a:lnTo>
                <a:lnTo>
                  <a:pt x="952155" y="953193"/>
                </a:lnTo>
                <a:lnTo>
                  <a:pt x="1174416" y="730932"/>
                </a:lnTo>
                <a:lnTo>
                  <a:pt x="1174416" y="148239"/>
                </a:lnTo>
                <a:cubicBezTo>
                  <a:pt x="1174416" y="66369"/>
                  <a:pt x="1108048" y="0"/>
                  <a:pt x="1026178" y="0"/>
                </a:cubicBezTo>
                <a:close/>
              </a:path>
            </a:pathLst>
          </a:custGeom>
          <a:solidFill>
            <a:schemeClr val="accent2">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3" name="文本框 12"/>
          <p:cNvSpPr txBox="1"/>
          <p:nvPr/>
        </p:nvSpPr>
        <p:spPr>
          <a:xfrm>
            <a:off x="6148614" y="3328693"/>
            <a:ext cx="2006062" cy="646331"/>
          </a:xfrm>
          <a:prstGeom prst="rect">
            <a:avLst/>
          </a:prstGeom>
          <a:noFill/>
        </p:spPr>
        <p:txBody>
          <a:bodyPr wrap="none" rtlCol="0">
            <a:spAutoFit/>
            <a:scene3d>
              <a:camera prst="orthographicFront"/>
              <a:lightRig rig="threePt" dir="t"/>
            </a:scene3d>
            <a:sp3d contourW="12700"/>
          </a:bodyPr>
          <a:lstStyle/>
          <a:p>
            <a:r>
              <a:rPr lang="en-US" altLang="zh-CN" sz="3600" dirty="0">
                <a:solidFill>
                  <a:schemeClr val="accent1"/>
                </a:solidFill>
                <a:cs typeface="+mn-ea"/>
                <a:sym typeface="+mn-lt"/>
              </a:rPr>
              <a:t>PART 01</a:t>
            </a:r>
            <a:endParaRPr lang="zh-CN" altLang="en-US" sz="3600" dirty="0">
              <a:solidFill>
                <a:schemeClr val="accent1"/>
              </a:solidFill>
              <a:cs typeface="+mn-ea"/>
              <a:sym typeface="+mn-lt"/>
            </a:endParaRPr>
          </a:p>
        </p:txBody>
      </p:sp>
      <p:sp>
        <p:nvSpPr>
          <p:cNvPr id="14" name="文本框 13"/>
          <p:cNvSpPr txBox="1"/>
          <p:nvPr/>
        </p:nvSpPr>
        <p:spPr>
          <a:xfrm>
            <a:off x="6110514" y="4131820"/>
            <a:ext cx="5763434" cy="769441"/>
          </a:xfrm>
          <a:prstGeom prst="rect">
            <a:avLst/>
          </a:prstGeom>
          <a:noFill/>
        </p:spPr>
        <p:txBody>
          <a:bodyPr wrap="square" rtlCol="0">
            <a:spAutoFit/>
            <a:scene3d>
              <a:camera prst="orthographicFront"/>
              <a:lightRig rig="threePt" dir="t"/>
            </a:scene3d>
            <a:sp3d contourW="12700"/>
          </a:bodyPr>
          <a:lstStyle/>
          <a:p>
            <a:r>
              <a:rPr lang="en-US" altLang="zh-CN" sz="4400" b="1" dirty="0">
                <a:solidFill>
                  <a:schemeClr val="accent3"/>
                </a:solidFill>
                <a:cs typeface="+mn-ea"/>
                <a:sym typeface="+mn-lt"/>
              </a:rPr>
              <a:t>Logistic Regression</a:t>
            </a:r>
          </a:p>
        </p:txBody>
      </p:sp>
      <p:sp>
        <p:nvSpPr>
          <p:cNvPr id="17" name="任意多边形 16"/>
          <p:cNvSpPr/>
          <p:nvPr/>
        </p:nvSpPr>
        <p:spPr>
          <a:xfrm rot="2700000">
            <a:off x="9435201" y="912906"/>
            <a:ext cx="1461465" cy="1468765"/>
          </a:xfrm>
          <a:custGeom>
            <a:avLst/>
            <a:gdLst>
              <a:gd name="connsiteX0" fmla="*/ 1163668 w 4706557"/>
              <a:gd name="connsiteY0" fmla="*/ 125724 h 4730065"/>
              <a:gd name="connsiteX1" fmla="*/ 1163670 w 4706557"/>
              <a:gd name="connsiteY1" fmla="*/ 125724 h 4730065"/>
              <a:gd name="connsiteX2" fmla="*/ 1289393 w 4706557"/>
              <a:gd name="connsiteY2" fmla="*/ 1 h 4730065"/>
              <a:gd name="connsiteX3" fmla="*/ 4274851 w 4706557"/>
              <a:gd name="connsiteY3" fmla="*/ 0 h 4730065"/>
              <a:gd name="connsiteX4" fmla="*/ 4706557 w 4706557"/>
              <a:gd name="connsiteY4" fmla="*/ 431706 h 4730065"/>
              <a:gd name="connsiteX5" fmla="*/ 4706557 w 4706557"/>
              <a:gd name="connsiteY5" fmla="*/ 3440672 h 4730065"/>
              <a:gd name="connsiteX6" fmla="*/ 3542888 w 4706557"/>
              <a:gd name="connsiteY6" fmla="*/ 4604342 h 4730065"/>
              <a:gd name="connsiteX7" fmla="*/ 3542888 w 4706557"/>
              <a:gd name="connsiteY7" fmla="*/ 4604340 h 4730065"/>
              <a:gd name="connsiteX8" fmla="*/ 3417163 w 4706557"/>
              <a:gd name="connsiteY8" fmla="*/ 4730065 h 4730065"/>
              <a:gd name="connsiteX9" fmla="*/ 3417163 w 4706557"/>
              <a:gd name="connsiteY9" fmla="*/ 1289392 h 4730065"/>
              <a:gd name="connsiteX10" fmla="*/ 0 w 4706557"/>
              <a:gd name="connsiteY10" fmla="*/ 1289392 h 4730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706557" h="4730065">
                <a:moveTo>
                  <a:pt x="1163668" y="125724"/>
                </a:moveTo>
                <a:lnTo>
                  <a:pt x="1163670" y="125724"/>
                </a:lnTo>
                <a:lnTo>
                  <a:pt x="1289393" y="1"/>
                </a:lnTo>
                <a:lnTo>
                  <a:pt x="4274851" y="0"/>
                </a:lnTo>
                <a:cubicBezTo>
                  <a:pt x="4513275" y="1"/>
                  <a:pt x="4706557" y="193282"/>
                  <a:pt x="4706557" y="431706"/>
                </a:cubicBezTo>
                <a:lnTo>
                  <a:pt x="4706557" y="3440672"/>
                </a:lnTo>
                <a:lnTo>
                  <a:pt x="3542888" y="4604342"/>
                </a:lnTo>
                <a:lnTo>
                  <a:pt x="3542888" y="4604340"/>
                </a:lnTo>
                <a:lnTo>
                  <a:pt x="3417163" y="4730065"/>
                </a:lnTo>
                <a:lnTo>
                  <a:pt x="3417163" y="1289392"/>
                </a:lnTo>
                <a:lnTo>
                  <a:pt x="0" y="1289392"/>
                </a:lnTo>
                <a:close/>
              </a:path>
            </a:pathLst>
          </a:custGeom>
          <a:solidFill>
            <a:schemeClr val="accent1">
              <a:lumMod val="20000"/>
              <a:lumOff val="8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8" name="任意多边形 17"/>
          <p:cNvSpPr/>
          <p:nvPr/>
        </p:nvSpPr>
        <p:spPr>
          <a:xfrm rot="2700000">
            <a:off x="10767277" y="5635597"/>
            <a:ext cx="602495" cy="605504"/>
          </a:xfrm>
          <a:custGeom>
            <a:avLst/>
            <a:gdLst>
              <a:gd name="connsiteX0" fmla="*/ 1163668 w 4706557"/>
              <a:gd name="connsiteY0" fmla="*/ 125724 h 4730065"/>
              <a:gd name="connsiteX1" fmla="*/ 1163670 w 4706557"/>
              <a:gd name="connsiteY1" fmla="*/ 125724 h 4730065"/>
              <a:gd name="connsiteX2" fmla="*/ 1289393 w 4706557"/>
              <a:gd name="connsiteY2" fmla="*/ 1 h 4730065"/>
              <a:gd name="connsiteX3" fmla="*/ 4274851 w 4706557"/>
              <a:gd name="connsiteY3" fmla="*/ 0 h 4730065"/>
              <a:gd name="connsiteX4" fmla="*/ 4706557 w 4706557"/>
              <a:gd name="connsiteY4" fmla="*/ 431706 h 4730065"/>
              <a:gd name="connsiteX5" fmla="*/ 4706557 w 4706557"/>
              <a:gd name="connsiteY5" fmla="*/ 3440672 h 4730065"/>
              <a:gd name="connsiteX6" fmla="*/ 3542888 w 4706557"/>
              <a:gd name="connsiteY6" fmla="*/ 4604342 h 4730065"/>
              <a:gd name="connsiteX7" fmla="*/ 3542888 w 4706557"/>
              <a:gd name="connsiteY7" fmla="*/ 4604340 h 4730065"/>
              <a:gd name="connsiteX8" fmla="*/ 3417163 w 4706557"/>
              <a:gd name="connsiteY8" fmla="*/ 4730065 h 4730065"/>
              <a:gd name="connsiteX9" fmla="*/ 3417163 w 4706557"/>
              <a:gd name="connsiteY9" fmla="*/ 1289392 h 4730065"/>
              <a:gd name="connsiteX10" fmla="*/ 0 w 4706557"/>
              <a:gd name="connsiteY10" fmla="*/ 1289392 h 4730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706557" h="4730065">
                <a:moveTo>
                  <a:pt x="1163668" y="125724"/>
                </a:moveTo>
                <a:lnTo>
                  <a:pt x="1163670" y="125724"/>
                </a:lnTo>
                <a:lnTo>
                  <a:pt x="1289393" y="1"/>
                </a:lnTo>
                <a:lnTo>
                  <a:pt x="4274851" y="0"/>
                </a:lnTo>
                <a:cubicBezTo>
                  <a:pt x="4513275" y="1"/>
                  <a:pt x="4706557" y="193282"/>
                  <a:pt x="4706557" y="431706"/>
                </a:cubicBezTo>
                <a:lnTo>
                  <a:pt x="4706557" y="3440672"/>
                </a:lnTo>
                <a:lnTo>
                  <a:pt x="3542888" y="4604342"/>
                </a:lnTo>
                <a:lnTo>
                  <a:pt x="3542888" y="4604340"/>
                </a:lnTo>
                <a:lnTo>
                  <a:pt x="3417163" y="4730065"/>
                </a:lnTo>
                <a:lnTo>
                  <a:pt x="3417163" y="1289392"/>
                </a:lnTo>
                <a:lnTo>
                  <a:pt x="0" y="1289392"/>
                </a:lnTo>
                <a:close/>
              </a:path>
            </a:pathLst>
          </a:custGeom>
          <a:solidFill>
            <a:schemeClr val="bg1">
              <a:lumMod val="95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Tree>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A5D4A7-BEA0-29AA-4683-323E29D97D63}"/>
            </a:ext>
          </a:extLst>
        </p:cNvPr>
        <p:cNvGrpSpPr/>
        <p:nvPr/>
      </p:nvGrpSpPr>
      <p:grpSpPr>
        <a:xfrm>
          <a:off x="0" y="0"/>
          <a:ext cx="0" cy="0"/>
          <a:chOff x="0" y="0"/>
          <a:chExt cx="0" cy="0"/>
        </a:xfrm>
      </p:grpSpPr>
      <p:sp>
        <p:nvSpPr>
          <p:cNvPr id="47" name="椭圆 13">
            <a:extLst>
              <a:ext uri="{FF2B5EF4-FFF2-40B4-BE49-F238E27FC236}">
                <a16:creationId xmlns:a16="http://schemas.microsoft.com/office/drawing/2014/main" id="{B4EE589B-227A-5ABD-2685-F7E2B108CA6E}"/>
              </a:ext>
            </a:extLst>
          </p:cNvPr>
          <p:cNvSpPr/>
          <p:nvPr/>
        </p:nvSpPr>
        <p:spPr>
          <a:xfrm>
            <a:off x="5229135" y="2326081"/>
            <a:ext cx="755387" cy="708526"/>
          </a:xfrm>
          <a:custGeom>
            <a:avLst/>
            <a:gdLst>
              <a:gd name="connsiteX0" fmla="*/ 258582 w 606298"/>
              <a:gd name="connsiteY0" fmla="*/ 455598 h 568686"/>
              <a:gd name="connsiteX1" fmla="*/ 303149 w 606298"/>
              <a:gd name="connsiteY1" fmla="*/ 490637 h 568686"/>
              <a:gd name="connsiteX2" fmla="*/ 347716 w 606298"/>
              <a:gd name="connsiteY2" fmla="*/ 455598 h 568686"/>
              <a:gd name="connsiteX3" fmla="*/ 311784 w 606298"/>
              <a:gd name="connsiteY3" fmla="*/ 456896 h 568686"/>
              <a:gd name="connsiteX4" fmla="*/ 294607 w 606298"/>
              <a:gd name="connsiteY4" fmla="*/ 456896 h 568686"/>
              <a:gd name="connsiteX5" fmla="*/ 258582 w 606298"/>
              <a:gd name="connsiteY5" fmla="*/ 455598 h 568686"/>
              <a:gd name="connsiteX6" fmla="*/ 482810 w 606298"/>
              <a:gd name="connsiteY6" fmla="*/ 426955 h 568686"/>
              <a:gd name="connsiteX7" fmla="*/ 402311 w 606298"/>
              <a:gd name="connsiteY7" fmla="*/ 449202 h 568686"/>
              <a:gd name="connsiteX8" fmla="*/ 391633 w 606298"/>
              <a:gd name="connsiteY8" fmla="*/ 460233 h 568686"/>
              <a:gd name="connsiteX9" fmla="*/ 333696 w 606298"/>
              <a:gd name="connsiteY9" fmla="*/ 510752 h 568686"/>
              <a:gd name="connsiteX10" fmla="*/ 407603 w 606298"/>
              <a:gd name="connsiteY10" fmla="*/ 533647 h 568686"/>
              <a:gd name="connsiteX11" fmla="*/ 445578 w 606298"/>
              <a:gd name="connsiteY11" fmla="*/ 523358 h 568686"/>
              <a:gd name="connsiteX12" fmla="*/ 482810 w 606298"/>
              <a:gd name="connsiteY12" fmla="*/ 426955 h 568686"/>
              <a:gd name="connsiteX13" fmla="*/ 123488 w 606298"/>
              <a:gd name="connsiteY13" fmla="*/ 426955 h 568686"/>
              <a:gd name="connsiteX14" fmla="*/ 160720 w 606298"/>
              <a:gd name="connsiteY14" fmla="*/ 523358 h 568686"/>
              <a:gd name="connsiteX15" fmla="*/ 198788 w 606298"/>
              <a:gd name="connsiteY15" fmla="*/ 533647 h 568686"/>
              <a:gd name="connsiteX16" fmla="*/ 272602 w 606298"/>
              <a:gd name="connsiteY16" fmla="*/ 510752 h 568686"/>
              <a:gd name="connsiteX17" fmla="*/ 214665 w 606298"/>
              <a:gd name="connsiteY17" fmla="*/ 460233 h 568686"/>
              <a:gd name="connsiteX18" fmla="*/ 204080 w 606298"/>
              <a:gd name="connsiteY18" fmla="*/ 449202 h 568686"/>
              <a:gd name="connsiteX19" fmla="*/ 123488 w 606298"/>
              <a:gd name="connsiteY19" fmla="*/ 426955 h 568686"/>
              <a:gd name="connsiteX20" fmla="*/ 469069 w 606298"/>
              <a:gd name="connsiteY20" fmla="*/ 346681 h 568686"/>
              <a:gd name="connsiteX21" fmla="*/ 450777 w 606298"/>
              <a:gd name="connsiteY21" fmla="*/ 374953 h 568686"/>
              <a:gd name="connsiteX22" fmla="*/ 449292 w 606298"/>
              <a:gd name="connsiteY22" fmla="*/ 377178 h 568686"/>
              <a:gd name="connsiteX23" fmla="*/ 425523 w 606298"/>
              <a:gd name="connsiteY23" fmla="*/ 409250 h 568686"/>
              <a:gd name="connsiteX24" fmla="*/ 479189 w 606298"/>
              <a:gd name="connsiteY24" fmla="*/ 391360 h 568686"/>
              <a:gd name="connsiteX25" fmla="*/ 469069 w 606298"/>
              <a:gd name="connsiteY25" fmla="*/ 346681 h 568686"/>
              <a:gd name="connsiteX26" fmla="*/ 137229 w 606298"/>
              <a:gd name="connsiteY26" fmla="*/ 346681 h 568686"/>
              <a:gd name="connsiteX27" fmla="*/ 127109 w 606298"/>
              <a:gd name="connsiteY27" fmla="*/ 391360 h 568686"/>
              <a:gd name="connsiteX28" fmla="*/ 180868 w 606298"/>
              <a:gd name="connsiteY28" fmla="*/ 409250 h 568686"/>
              <a:gd name="connsiteX29" fmla="*/ 157006 w 606298"/>
              <a:gd name="connsiteY29" fmla="*/ 377178 h 568686"/>
              <a:gd name="connsiteX30" fmla="*/ 155521 w 606298"/>
              <a:gd name="connsiteY30" fmla="*/ 375046 h 568686"/>
              <a:gd name="connsiteX31" fmla="*/ 137229 w 606298"/>
              <a:gd name="connsiteY31" fmla="*/ 346681 h 568686"/>
              <a:gd name="connsiteX32" fmla="*/ 303114 w 606298"/>
              <a:gd name="connsiteY32" fmla="*/ 237523 h 568686"/>
              <a:gd name="connsiteX33" fmla="*/ 350005 w 606298"/>
              <a:gd name="connsiteY33" fmla="*/ 284343 h 568686"/>
              <a:gd name="connsiteX34" fmla="*/ 303114 w 606298"/>
              <a:gd name="connsiteY34" fmla="*/ 331163 h 568686"/>
              <a:gd name="connsiteX35" fmla="*/ 256223 w 606298"/>
              <a:gd name="connsiteY35" fmla="*/ 284343 h 568686"/>
              <a:gd name="connsiteX36" fmla="*/ 303114 w 606298"/>
              <a:gd name="connsiteY36" fmla="*/ 237523 h 568686"/>
              <a:gd name="connsiteX37" fmla="*/ 517257 w 606298"/>
              <a:gd name="connsiteY37" fmla="*/ 210604 h 568686"/>
              <a:gd name="connsiteX38" fmla="*/ 516792 w 606298"/>
              <a:gd name="connsiteY38" fmla="*/ 213292 h 568686"/>
              <a:gd name="connsiteX39" fmla="*/ 490888 w 606298"/>
              <a:gd name="connsiteY39" fmla="*/ 303392 h 568686"/>
              <a:gd name="connsiteX40" fmla="*/ 511500 w 606298"/>
              <a:gd name="connsiteY40" fmla="*/ 374953 h 568686"/>
              <a:gd name="connsiteX41" fmla="*/ 572130 w 606298"/>
              <a:gd name="connsiteY41" fmla="*/ 290971 h 568686"/>
              <a:gd name="connsiteX42" fmla="*/ 517257 w 606298"/>
              <a:gd name="connsiteY42" fmla="*/ 210604 h 568686"/>
              <a:gd name="connsiteX43" fmla="*/ 89041 w 606298"/>
              <a:gd name="connsiteY43" fmla="*/ 210604 h 568686"/>
              <a:gd name="connsiteX44" fmla="*/ 34168 w 606298"/>
              <a:gd name="connsiteY44" fmla="*/ 290971 h 568686"/>
              <a:gd name="connsiteX45" fmla="*/ 94798 w 606298"/>
              <a:gd name="connsiteY45" fmla="*/ 374953 h 568686"/>
              <a:gd name="connsiteX46" fmla="*/ 115410 w 606298"/>
              <a:gd name="connsiteY46" fmla="*/ 303392 h 568686"/>
              <a:gd name="connsiteX47" fmla="*/ 89506 w 606298"/>
              <a:gd name="connsiteY47" fmla="*/ 213292 h 568686"/>
              <a:gd name="connsiteX48" fmla="*/ 419952 w 606298"/>
              <a:gd name="connsiteY48" fmla="*/ 171487 h 568686"/>
              <a:gd name="connsiteX49" fmla="*/ 438893 w 606298"/>
              <a:gd name="connsiteY49" fmla="*/ 199666 h 568686"/>
              <a:gd name="connsiteX50" fmla="*/ 470833 w 606298"/>
              <a:gd name="connsiteY50" fmla="*/ 256952 h 568686"/>
              <a:gd name="connsiteX51" fmla="*/ 484017 w 606298"/>
              <a:gd name="connsiteY51" fmla="*/ 200407 h 568686"/>
              <a:gd name="connsiteX52" fmla="*/ 484946 w 606298"/>
              <a:gd name="connsiteY52" fmla="*/ 193085 h 568686"/>
              <a:gd name="connsiteX53" fmla="*/ 419952 w 606298"/>
              <a:gd name="connsiteY53" fmla="*/ 171487 h 568686"/>
              <a:gd name="connsiteX54" fmla="*/ 186346 w 606298"/>
              <a:gd name="connsiteY54" fmla="*/ 171487 h 568686"/>
              <a:gd name="connsiteX55" fmla="*/ 121352 w 606298"/>
              <a:gd name="connsiteY55" fmla="*/ 193085 h 568686"/>
              <a:gd name="connsiteX56" fmla="*/ 122281 w 606298"/>
              <a:gd name="connsiteY56" fmla="*/ 200407 h 568686"/>
              <a:gd name="connsiteX57" fmla="*/ 135465 w 606298"/>
              <a:gd name="connsiteY57" fmla="*/ 256952 h 568686"/>
              <a:gd name="connsiteX58" fmla="*/ 167405 w 606298"/>
              <a:gd name="connsiteY58" fmla="*/ 199666 h 568686"/>
              <a:gd name="connsiteX59" fmla="*/ 186346 w 606298"/>
              <a:gd name="connsiteY59" fmla="*/ 171487 h 568686"/>
              <a:gd name="connsiteX60" fmla="*/ 303149 w 606298"/>
              <a:gd name="connsiteY60" fmla="*/ 159459 h 568686"/>
              <a:gd name="connsiteX61" fmla="*/ 236113 w 606298"/>
              <a:gd name="connsiteY61" fmla="*/ 162866 h 568686"/>
              <a:gd name="connsiteX62" fmla="*/ 196559 w 606298"/>
              <a:gd name="connsiteY62" fmla="*/ 218020 h 568686"/>
              <a:gd name="connsiteX63" fmla="*/ 153385 w 606298"/>
              <a:gd name="connsiteY63" fmla="*/ 301260 h 568686"/>
              <a:gd name="connsiteX64" fmla="*/ 184118 w 606298"/>
              <a:gd name="connsiteY64" fmla="*/ 356321 h 568686"/>
              <a:gd name="connsiteX65" fmla="*/ 222835 w 606298"/>
              <a:gd name="connsiteY65" fmla="*/ 406284 h 568686"/>
              <a:gd name="connsiteX66" fmla="*/ 227385 w 606298"/>
              <a:gd name="connsiteY66" fmla="*/ 411104 h 568686"/>
              <a:gd name="connsiteX67" fmla="*/ 234813 w 606298"/>
              <a:gd name="connsiteY67" fmla="*/ 419169 h 568686"/>
              <a:gd name="connsiteX68" fmla="*/ 294607 w 606298"/>
              <a:gd name="connsiteY68" fmla="*/ 422691 h 568686"/>
              <a:gd name="connsiteX69" fmla="*/ 311784 w 606298"/>
              <a:gd name="connsiteY69" fmla="*/ 422691 h 568686"/>
              <a:gd name="connsiteX70" fmla="*/ 371485 w 606298"/>
              <a:gd name="connsiteY70" fmla="*/ 419169 h 568686"/>
              <a:gd name="connsiteX71" fmla="*/ 378913 w 606298"/>
              <a:gd name="connsiteY71" fmla="*/ 411104 h 568686"/>
              <a:gd name="connsiteX72" fmla="*/ 383463 w 606298"/>
              <a:gd name="connsiteY72" fmla="*/ 406284 h 568686"/>
              <a:gd name="connsiteX73" fmla="*/ 422273 w 606298"/>
              <a:gd name="connsiteY73" fmla="*/ 356321 h 568686"/>
              <a:gd name="connsiteX74" fmla="*/ 452913 w 606298"/>
              <a:gd name="connsiteY74" fmla="*/ 301260 h 568686"/>
              <a:gd name="connsiteX75" fmla="*/ 409831 w 606298"/>
              <a:gd name="connsiteY75" fmla="*/ 218020 h 568686"/>
              <a:gd name="connsiteX76" fmla="*/ 370185 w 606298"/>
              <a:gd name="connsiteY76" fmla="*/ 162866 h 568686"/>
              <a:gd name="connsiteX77" fmla="*/ 303149 w 606298"/>
              <a:gd name="connsiteY77" fmla="*/ 159459 h 568686"/>
              <a:gd name="connsiteX78" fmla="*/ 303149 w 606298"/>
              <a:gd name="connsiteY78" fmla="*/ 95754 h 568686"/>
              <a:gd name="connsiteX79" fmla="*/ 269631 w 606298"/>
              <a:gd name="connsiteY79" fmla="*/ 125788 h 568686"/>
              <a:gd name="connsiteX80" fmla="*/ 336667 w 606298"/>
              <a:gd name="connsiteY80" fmla="*/ 125788 h 568686"/>
              <a:gd name="connsiteX81" fmla="*/ 303149 w 606298"/>
              <a:gd name="connsiteY81" fmla="*/ 95754 h 568686"/>
              <a:gd name="connsiteX82" fmla="*/ 413453 w 606298"/>
              <a:gd name="connsiteY82" fmla="*/ 34112 h 568686"/>
              <a:gd name="connsiteX83" fmla="*/ 326454 w 606298"/>
              <a:gd name="connsiteY83" fmla="*/ 70078 h 568686"/>
              <a:gd name="connsiteX84" fmla="*/ 388012 w 606298"/>
              <a:gd name="connsiteY84" fmla="*/ 130608 h 568686"/>
              <a:gd name="connsiteX85" fmla="*/ 490424 w 606298"/>
              <a:gd name="connsiteY85" fmla="*/ 158138 h 568686"/>
              <a:gd name="connsiteX86" fmla="*/ 490424 w 606298"/>
              <a:gd name="connsiteY86" fmla="*/ 156933 h 568686"/>
              <a:gd name="connsiteX87" fmla="*/ 453841 w 606298"/>
              <a:gd name="connsiteY87" fmla="*/ 45143 h 568686"/>
              <a:gd name="connsiteX88" fmla="*/ 413453 w 606298"/>
              <a:gd name="connsiteY88" fmla="*/ 34112 h 568686"/>
              <a:gd name="connsiteX89" fmla="*/ 192845 w 606298"/>
              <a:gd name="connsiteY89" fmla="*/ 34112 h 568686"/>
              <a:gd name="connsiteX90" fmla="*/ 152549 w 606298"/>
              <a:gd name="connsiteY90" fmla="*/ 45143 h 568686"/>
              <a:gd name="connsiteX91" fmla="*/ 115874 w 606298"/>
              <a:gd name="connsiteY91" fmla="*/ 156933 h 568686"/>
              <a:gd name="connsiteX92" fmla="*/ 115967 w 606298"/>
              <a:gd name="connsiteY92" fmla="*/ 158138 h 568686"/>
              <a:gd name="connsiteX93" fmla="*/ 218286 w 606298"/>
              <a:gd name="connsiteY93" fmla="*/ 130608 h 568686"/>
              <a:gd name="connsiteX94" fmla="*/ 279937 w 606298"/>
              <a:gd name="connsiteY94" fmla="*/ 70078 h 568686"/>
              <a:gd name="connsiteX95" fmla="*/ 192845 w 606298"/>
              <a:gd name="connsiteY95" fmla="*/ 34112 h 568686"/>
              <a:gd name="connsiteX96" fmla="*/ 192845 w 606298"/>
              <a:gd name="connsiteY96" fmla="*/ 0 h 568686"/>
              <a:gd name="connsiteX97" fmla="*/ 303149 w 606298"/>
              <a:gd name="connsiteY97" fmla="*/ 44494 h 568686"/>
              <a:gd name="connsiteX98" fmla="*/ 413453 w 606298"/>
              <a:gd name="connsiteY98" fmla="*/ 0 h 568686"/>
              <a:gd name="connsiteX99" fmla="*/ 472411 w 606298"/>
              <a:gd name="connsiteY99" fmla="*/ 16500 h 568686"/>
              <a:gd name="connsiteX100" fmla="*/ 515214 w 606298"/>
              <a:gd name="connsiteY100" fmla="*/ 78050 h 568686"/>
              <a:gd name="connsiteX101" fmla="*/ 524127 w 606298"/>
              <a:gd name="connsiteY101" fmla="*/ 167964 h 568686"/>
              <a:gd name="connsiteX102" fmla="*/ 524127 w 606298"/>
              <a:gd name="connsiteY102" fmla="*/ 174824 h 568686"/>
              <a:gd name="connsiteX103" fmla="*/ 606298 w 606298"/>
              <a:gd name="connsiteY103" fmla="*/ 290971 h 568686"/>
              <a:gd name="connsiteX104" fmla="*/ 516607 w 606298"/>
              <a:gd name="connsiteY104" fmla="*/ 411382 h 568686"/>
              <a:gd name="connsiteX105" fmla="*/ 516792 w 606298"/>
              <a:gd name="connsiteY105" fmla="*/ 413792 h 568686"/>
              <a:gd name="connsiteX106" fmla="*/ 464519 w 606298"/>
              <a:gd name="connsiteY106" fmla="*/ 553299 h 568686"/>
              <a:gd name="connsiteX107" fmla="*/ 408903 w 606298"/>
              <a:gd name="connsiteY107" fmla="*/ 568686 h 568686"/>
              <a:gd name="connsiteX108" fmla="*/ 303149 w 606298"/>
              <a:gd name="connsiteY108" fmla="*/ 532628 h 568686"/>
              <a:gd name="connsiteX109" fmla="*/ 197395 w 606298"/>
              <a:gd name="connsiteY109" fmla="*/ 568686 h 568686"/>
              <a:gd name="connsiteX110" fmla="*/ 141779 w 606298"/>
              <a:gd name="connsiteY110" fmla="*/ 553299 h 568686"/>
              <a:gd name="connsiteX111" fmla="*/ 89506 w 606298"/>
              <a:gd name="connsiteY111" fmla="*/ 413700 h 568686"/>
              <a:gd name="connsiteX112" fmla="*/ 89784 w 606298"/>
              <a:gd name="connsiteY112" fmla="*/ 411382 h 568686"/>
              <a:gd name="connsiteX113" fmla="*/ 0 w 606298"/>
              <a:gd name="connsiteY113" fmla="*/ 290971 h 568686"/>
              <a:gd name="connsiteX114" fmla="*/ 82171 w 606298"/>
              <a:gd name="connsiteY114" fmla="*/ 174824 h 568686"/>
              <a:gd name="connsiteX115" fmla="*/ 82171 w 606298"/>
              <a:gd name="connsiteY115" fmla="*/ 167964 h 568686"/>
              <a:gd name="connsiteX116" fmla="*/ 91084 w 606298"/>
              <a:gd name="connsiteY116" fmla="*/ 78050 h 568686"/>
              <a:gd name="connsiteX117" fmla="*/ 133887 w 606298"/>
              <a:gd name="connsiteY117" fmla="*/ 16500 h 568686"/>
              <a:gd name="connsiteX118" fmla="*/ 192845 w 606298"/>
              <a:gd name="connsiteY118" fmla="*/ 0 h 5686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606298" h="568686">
                <a:moveTo>
                  <a:pt x="258582" y="455598"/>
                </a:moveTo>
                <a:cubicBezTo>
                  <a:pt x="273159" y="469039"/>
                  <a:pt x="288200" y="480811"/>
                  <a:pt x="303149" y="490637"/>
                </a:cubicBezTo>
                <a:cubicBezTo>
                  <a:pt x="318190" y="480811"/>
                  <a:pt x="333139" y="469039"/>
                  <a:pt x="347716" y="455598"/>
                </a:cubicBezTo>
                <a:cubicBezTo>
                  <a:pt x="335274" y="456432"/>
                  <a:pt x="323483" y="456896"/>
                  <a:pt x="311784" y="456896"/>
                </a:cubicBezTo>
                <a:lnTo>
                  <a:pt x="294607" y="456896"/>
                </a:lnTo>
                <a:cubicBezTo>
                  <a:pt x="282908" y="456896"/>
                  <a:pt x="271024" y="456432"/>
                  <a:pt x="258582" y="455598"/>
                </a:cubicBezTo>
                <a:close/>
                <a:moveTo>
                  <a:pt x="482810" y="426955"/>
                </a:moveTo>
                <a:cubicBezTo>
                  <a:pt x="458020" y="436688"/>
                  <a:pt x="431001" y="444104"/>
                  <a:pt x="402311" y="449202"/>
                </a:cubicBezTo>
                <a:lnTo>
                  <a:pt x="391633" y="460233"/>
                </a:lnTo>
                <a:cubicBezTo>
                  <a:pt x="373249" y="479421"/>
                  <a:pt x="353751" y="496384"/>
                  <a:pt x="333696" y="510752"/>
                </a:cubicBezTo>
                <a:cubicBezTo>
                  <a:pt x="360436" y="525768"/>
                  <a:pt x="385877" y="533647"/>
                  <a:pt x="407603" y="533647"/>
                </a:cubicBezTo>
                <a:cubicBezTo>
                  <a:pt x="421995" y="533647"/>
                  <a:pt x="434808" y="530218"/>
                  <a:pt x="445578" y="523358"/>
                </a:cubicBezTo>
                <a:cubicBezTo>
                  <a:pt x="470833" y="507507"/>
                  <a:pt x="484017" y="473303"/>
                  <a:pt x="482810" y="426955"/>
                </a:cubicBezTo>
                <a:close/>
                <a:moveTo>
                  <a:pt x="123488" y="426955"/>
                </a:moveTo>
                <a:cubicBezTo>
                  <a:pt x="122281" y="473303"/>
                  <a:pt x="135465" y="507507"/>
                  <a:pt x="160720" y="523358"/>
                </a:cubicBezTo>
                <a:cubicBezTo>
                  <a:pt x="171490" y="530218"/>
                  <a:pt x="184303" y="533647"/>
                  <a:pt x="198788" y="533647"/>
                </a:cubicBezTo>
                <a:cubicBezTo>
                  <a:pt x="220421" y="533647"/>
                  <a:pt x="245862" y="525768"/>
                  <a:pt x="272602" y="510752"/>
                </a:cubicBezTo>
                <a:cubicBezTo>
                  <a:pt x="252547" y="496384"/>
                  <a:pt x="233142" y="479421"/>
                  <a:pt x="214665" y="460233"/>
                </a:cubicBezTo>
                <a:lnTo>
                  <a:pt x="204080" y="449202"/>
                </a:lnTo>
                <a:cubicBezTo>
                  <a:pt x="175297" y="444104"/>
                  <a:pt x="148278" y="436688"/>
                  <a:pt x="123488" y="426955"/>
                </a:cubicBezTo>
                <a:close/>
                <a:moveTo>
                  <a:pt x="469069" y="346681"/>
                </a:moveTo>
                <a:cubicBezTo>
                  <a:pt x="463591" y="356043"/>
                  <a:pt x="457555" y="365313"/>
                  <a:pt x="450777" y="374953"/>
                </a:cubicBezTo>
                <a:lnTo>
                  <a:pt x="449292" y="377178"/>
                </a:lnTo>
                <a:cubicBezTo>
                  <a:pt x="437686" y="393770"/>
                  <a:pt x="434529" y="398405"/>
                  <a:pt x="425523" y="409250"/>
                </a:cubicBezTo>
                <a:cubicBezTo>
                  <a:pt x="444464" y="404523"/>
                  <a:pt x="462476" y="398497"/>
                  <a:pt x="479189" y="391360"/>
                </a:cubicBezTo>
                <a:cubicBezTo>
                  <a:pt x="476961" y="376992"/>
                  <a:pt x="473525" y="361976"/>
                  <a:pt x="469069" y="346681"/>
                </a:cubicBezTo>
                <a:close/>
                <a:moveTo>
                  <a:pt x="137229" y="346681"/>
                </a:moveTo>
                <a:cubicBezTo>
                  <a:pt x="132773" y="361976"/>
                  <a:pt x="129337" y="376992"/>
                  <a:pt x="127109" y="391360"/>
                </a:cubicBezTo>
                <a:cubicBezTo>
                  <a:pt x="143822" y="398497"/>
                  <a:pt x="161834" y="404523"/>
                  <a:pt x="180868" y="409250"/>
                </a:cubicBezTo>
                <a:cubicBezTo>
                  <a:pt x="171769" y="398312"/>
                  <a:pt x="168426" y="393492"/>
                  <a:pt x="157006" y="377178"/>
                </a:cubicBezTo>
                <a:lnTo>
                  <a:pt x="155521" y="375046"/>
                </a:lnTo>
                <a:cubicBezTo>
                  <a:pt x="148743" y="365313"/>
                  <a:pt x="142800" y="356043"/>
                  <a:pt x="137229" y="346681"/>
                </a:cubicBezTo>
                <a:close/>
                <a:moveTo>
                  <a:pt x="303114" y="237523"/>
                </a:moveTo>
                <a:cubicBezTo>
                  <a:pt x="329011" y="237523"/>
                  <a:pt x="350005" y="258485"/>
                  <a:pt x="350005" y="284343"/>
                </a:cubicBezTo>
                <a:cubicBezTo>
                  <a:pt x="350005" y="310201"/>
                  <a:pt x="329011" y="331163"/>
                  <a:pt x="303114" y="331163"/>
                </a:cubicBezTo>
                <a:cubicBezTo>
                  <a:pt x="277217" y="331163"/>
                  <a:pt x="256223" y="310201"/>
                  <a:pt x="256223" y="284343"/>
                </a:cubicBezTo>
                <a:cubicBezTo>
                  <a:pt x="256223" y="258485"/>
                  <a:pt x="277217" y="237523"/>
                  <a:pt x="303114" y="237523"/>
                </a:cubicBezTo>
                <a:close/>
                <a:moveTo>
                  <a:pt x="517257" y="210604"/>
                </a:moveTo>
                <a:lnTo>
                  <a:pt x="516792" y="213292"/>
                </a:lnTo>
                <a:cubicBezTo>
                  <a:pt x="511593" y="245550"/>
                  <a:pt x="503144" y="275027"/>
                  <a:pt x="490888" y="303392"/>
                </a:cubicBezTo>
                <a:cubicBezTo>
                  <a:pt x="500173" y="327771"/>
                  <a:pt x="507043" y="351872"/>
                  <a:pt x="511500" y="374953"/>
                </a:cubicBezTo>
                <a:cubicBezTo>
                  <a:pt x="550682" y="351223"/>
                  <a:pt x="572130" y="321560"/>
                  <a:pt x="572130" y="290971"/>
                </a:cubicBezTo>
                <a:cubicBezTo>
                  <a:pt x="572130" y="262143"/>
                  <a:pt x="552725" y="233778"/>
                  <a:pt x="517257" y="210604"/>
                </a:cubicBezTo>
                <a:close/>
                <a:moveTo>
                  <a:pt x="89041" y="210604"/>
                </a:moveTo>
                <a:cubicBezTo>
                  <a:pt x="53573" y="233778"/>
                  <a:pt x="34168" y="262143"/>
                  <a:pt x="34168" y="290971"/>
                </a:cubicBezTo>
                <a:cubicBezTo>
                  <a:pt x="34168" y="321560"/>
                  <a:pt x="55616" y="351223"/>
                  <a:pt x="94798" y="374953"/>
                </a:cubicBezTo>
                <a:cubicBezTo>
                  <a:pt x="99255" y="351872"/>
                  <a:pt x="106218" y="327771"/>
                  <a:pt x="115410" y="303392"/>
                </a:cubicBezTo>
                <a:cubicBezTo>
                  <a:pt x="103247" y="275027"/>
                  <a:pt x="94705" y="245550"/>
                  <a:pt x="89506" y="213292"/>
                </a:cubicBezTo>
                <a:close/>
                <a:moveTo>
                  <a:pt x="419952" y="171487"/>
                </a:moveTo>
                <a:cubicBezTo>
                  <a:pt x="426451" y="180571"/>
                  <a:pt x="432765" y="190026"/>
                  <a:pt x="438893" y="199666"/>
                </a:cubicBezTo>
                <a:cubicBezTo>
                  <a:pt x="450777" y="218576"/>
                  <a:pt x="461548" y="237856"/>
                  <a:pt x="470833" y="256952"/>
                </a:cubicBezTo>
                <a:cubicBezTo>
                  <a:pt x="477146" y="237949"/>
                  <a:pt x="481510" y="219410"/>
                  <a:pt x="484017" y="200407"/>
                </a:cubicBezTo>
                <a:lnTo>
                  <a:pt x="484946" y="193085"/>
                </a:lnTo>
                <a:cubicBezTo>
                  <a:pt x="465633" y="184278"/>
                  <a:pt x="443814" y="177048"/>
                  <a:pt x="419952" y="171487"/>
                </a:cubicBezTo>
                <a:close/>
                <a:moveTo>
                  <a:pt x="186346" y="171487"/>
                </a:moveTo>
                <a:cubicBezTo>
                  <a:pt x="162577" y="177048"/>
                  <a:pt x="140758" y="184278"/>
                  <a:pt x="121352" y="193085"/>
                </a:cubicBezTo>
                <a:lnTo>
                  <a:pt x="122281" y="200407"/>
                </a:lnTo>
                <a:cubicBezTo>
                  <a:pt x="124881" y="219410"/>
                  <a:pt x="129152" y="237949"/>
                  <a:pt x="135465" y="256952"/>
                </a:cubicBezTo>
                <a:cubicBezTo>
                  <a:pt x="144750" y="237856"/>
                  <a:pt x="155521" y="218576"/>
                  <a:pt x="167405" y="199666"/>
                </a:cubicBezTo>
                <a:cubicBezTo>
                  <a:pt x="173533" y="190026"/>
                  <a:pt x="179847" y="180571"/>
                  <a:pt x="186346" y="171487"/>
                </a:cubicBezTo>
                <a:close/>
                <a:moveTo>
                  <a:pt x="303149" y="159459"/>
                </a:moveTo>
                <a:cubicBezTo>
                  <a:pt x="279473" y="159459"/>
                  <a:pt x="255797" y="160595"/>
                  <a:pt x="236113" y="162866"/>
                </a:cubicBezTo>
                <a:cubicBezTo>
                  <a:pt x="222000" y="180200"/>
                  <a:pt x="208630" y="198739"/>
                  <a:pt x="196559" y="218020"/>
                </a:cubicBezTo>
                <a:cubicBezTo>
                  <a:pt x="179754" y="244438"/>
                  <a:pt x="165270" y="272432"/>
                  <a:pt x="153385" y="301260"/>
                </a:cubicBezTo>
                <a:cubicBezTo>
                  <a:pt x="162020" y="318965"/>
                  <a:pt x="172047" y="337040"/>
                  <a:pt x="184118" y="356321"/>
                </a:cubicBezTo>
                <a:cubicBezTo>
                  <a:pt x="199809" y="381534"/>
                  <a:pt x="207980" y="390340"/>
                  <a:pt x="222835" y="406284"/>
                </a:cubicBezTo>
                <a:cubicBezTo>
                  <a:pt x="224321" y="407767"/>
                  <a:pt x="225807" y="409436"/>
                  <a:pt x="227385" y="411104"/>
                </a:cubicBezTo>
                <a:lnTo>
                  <a:pt x="234813" y="419169"/>
                </a:lnTo>
                <a:cubicBezTo>
                  <a:pt x="254218" y="421486"/>
                  <a:pt x="274273" y="422691"/>
                  <a:pt x="294607" y="422691"/>
                </a:cubicBezTo>
                <a:lnTo>
                  <a:pt x="311784" y="422691"/>
                </a:lnTo>
                <a:cubicBezTo>
                  <a:pt x="332025" y="422691"/>
                  <a:pt x="352080" y="421486"/>
                  <a:pt x="371485" y="419169"/>
                </a:cubicBezTo>
                <a:lnTo>
                  <a:pt x="378913" y="411104"/>
                </a:lnTo>
                <a:cubicBezTo>
                  <a:pt x="380491" y="409436"/>
                  <a:pt x="382070" y="407767"/>
                  <a:pt x="383463" y="406284"/>
                </a:cubicBezTo>
                <a:cubicBezTo>
                  <a:pt x="398318" y="390340"/>
                  <a:pt x="406489" y="381534"/>
                  <a:pt x="422273" y="356321"/>
                </a:cubicBezTo>
                <a:cubicBezTo>
                  <a:pt x="434343" y="337040"/>
                  <a:pt x="444371" y="318965"/>
                  <a:pt x="452913" y="301260"/>
                </a:cubicBezTo>
                <a:cubicBezTo>
                  <a:pt x="441028" y="272432"/>
                  <a:pt x="426544" y="244438"/>
                  <a:pt x="409831" y="218020"/>
                </a:cubicBezTo>
                <a:cubicBezTo>
                  <a:pt x="397668" y="198739"/>
                  <a:pt x="384391" y="180200"/>
                  <a:pt x="370185" y="162866"/>
                </a:cubicBezTo>
                <a:cubicBezTo>
                  <a:pt x="350502" y="160595"/>
                  <a:pt x="326825" y="159459"/>
                  <a:pt x="303149" y="159459"/>
                </a:cubicBezTo>
                <a:close/>
                <a:moveTo>
                  <a:pt x="303149" y="95754"/>
                </a:moveTo>
                <a:cubicBezTo>
                  <a:pt x="291729" y="104931"/>
                  <a:pt x="280494" y="115035"/>
                  <a:pt x="269631" y="125788"/>
                </a:cubicBezTo>
                <a:cubicBezTo>
                  <a:pt x="288758" y="124861"/>
                  <a:pt x="317540" y="124861"/>
                  <a:pt x="336667" y="125788"/>
                </a:cubicBezTo>
                <a:cubicBezTo>
                  <a:pt x="325897" y="115035"/>
                  <a:pt x="314662" y="104931"/>
                  <a:pt x="303149" y="95754"/>
                </a:cubicBezTo>
                <a:close/>
                <a:moveTo>
                  <a:pt x="413453" y="34112"/>
                </a:moveTo>
                <a:cubicBezTo>
                  <a:pt x="388941" y="34112"/>
                  <a:pt x="359693" y="46162"/>
                  <a:pt x="326454" y="70078"/>
                </a:cubicBezTo>
                <a:cubicBezTo>
                  <a:pt x="347530" y="87226"/>
                  <a:pt x="368235" y="107619"/>
                  <a:pt x="388012" y="130608"/>
                </a:cubicBezTo>
                <a:cubicBezTo>
                  <a:pt x="425801" y="136077"/>
                  <a:pt x="460155" y="145346"/>
                  <a:pt x="490424" y="158138"/>
                </a:cubicBezTo>
                <a:lnTo>
                  <a:pt x="490424" y="156933"/>
                </a:lnTo>
                <a:cubicBezTo>
                  <a:pt x="493023" y="105117"/>
                  <a:pt x="478632" y="61179"/>
                  <a:pt x="453841" y="45143"/>
                </a:cubicBezTo>
                <a:cubicBezTo>
                  <a:pt x="442607" y="37820"/>
                  <a:pt x="428958" y="34112"/>
                  <a:pt x="413453" y="34112"/>
                </a:cubicBezTo>
                <a:close/>
                <a:moveTo>
                  <a:pt x="192845" y="34112"/>
                </a:moveTo>
                <a:cubicBezTo>
                  <a:pt x="177340" y="34112"/>
                  <a:pt x="163784" y="37820"/>
                  <a:pt x="152549" y="45143"/>
                </a:cubicBezTo>
                <a:cubicBezTo>
                  <a:pt x="127759" y="61179"/>
                  <a:pt x="113368" y="105117"/>
                  <a:pt x="115874" y="156933"/>
                </a:cubicBezTo>
                <a:lnTo>
                  <a:pt x="115967" y="158138"/>
                </a:lnTo>
                <a:cubicBezTo>
                  <a:pt x="146143" y="145346"/>
                  <a:pt x="180497" y="136077"/>
                  <a:pt x="218286" y="130608"/>
                </a:cubicBezTo>
                <a:cubicBezTo>
                  <a:pt x="238062" y="107619"/>
                  <a:pt x="258768" y="87226"/>
                  <a:pt x="279937" y="70078"/>
                </a:cubicBezTo>
                <a:cubicBezTo>
                  <a:pt x="246697" y="46162"/>
                  <a:pt x="217450" y="34112"/>
                  <a:pt x="192845" y="34112"/>
                </a:cubicBezTo>
                <a:close/>
                <a:moveTo>
                  <a:pt x="192845" y="0"/>
                </a:moveTo>
                <a:cubicBezTo>
                  <a:pt x="225342" y="0"/>
                  <a:pt x="262482" y="14924"/>
                  <a:pt x="303149" y="44494"/>
                </a:cubicBezTo>
                <a:cubicBezTo>
                  <a:pt x="343816" y="14924"/>
                  <a:pt x="380956" y="0"/>
                  <a:pt x="413453" y="0"/>
                </a:cubicBezTo>
                <a:cubicBezTo>
                  <a:pt x="435643" y="0"/>
                  <a:pt x="455513" y="5562"/>
                  <a:pt x="472411" y="16500"/>
                </a:cubicBezTo>
                <a:cubicBezTo>
                  <a:pt x="491445" y="28828"/>
                  <a:pt x="506208" y="50148"/>
                  <a:pt x="515214" y="78050"/>
                </a:cubicBezTo>
                <a:cubicBezTo>
                  <a:pt x="523756" y="104468"/>
                  <a:pt x="526820" y="135613"/>
                  <a:pt x="524127" y="167964"/>
                </a:cubicBezTo>
                <a:lnTo>
                  <a:pt x="524127" y="174824"/>
                </a:lnTo>
                <a:cubicBezTo>
                  <a:pt x="577144" y="205506"/>
                  <a:pt x="606298" y="246662"/>
                  <a:pt x="606298" y="290971"/>
                </a:cubicBezTo>
                <a:cubicBezTo>
                  <a:pt x="606298" y="337597"/>
                  <a:pt x="574451" y="380236"/>
                  <a:pt x="516607" y="411382"/>
                </a:cubicBezTo>
                <a:cubicBezTo>
                  <a:pt x="516700" y="412216"/>
                  <a:pt x="516792" y="412958"/>
                  <a:pt x="516792" y="413792"/>
                </a:cubicBezTo>
                <a:cubicBezTo>
                  <a:pt x="521528" y="479513"/>
                  <a:pt x="503051" y="529105"/>
                  <a:pt x="464519" y="553299"/>
                </a:cubicBezTo>
                <a:cubicBezTo>
                  <a:pt x="448363" y="563495"/>
                  <a:pt x="429701" y="568686"/>
                  <a:pt x="408903" y="568686"/>
                </a:cubicBezTo>
                <a:cubicBezTo>
                  <a:pt x="376870" y="568686"/>
                  <a:pt x="340381" y="556172"/>
                  <a:pt x="303149" y="532628"/>
                </a:cubicBezTo>
                <a:cubicBezTo>
                  <a:pt x="266010" y="556172"/>
                  <a:pt x="229428" y="568686"/>
                  <a:pt x="197395" y="568686"/>
                </a:cubicBezTo>
                <a:cubicBezTo>
                  <a:pt x="176690" y="568686"/>
                  <a:pt x="157935" y="563495"/>
                  <a:pt x="141779" y="553299"/>
                </a:cubicBezTo>
                <a:cubicBezTo>
                  <a:pt x="103340" y="529105"/>
                  <a:pt x="84770" y="479513"/>
                  <a:pt x="89506" y="413700"/>
                </a:cubicBezTo>
                <a:cubicBezTo>
                  <a:pt x="89598" y="412958"/>
                  <a:pt x="89691" y="412124"/>
                  <a:pt x="89784" y="411382"/>
                </a:cubicBezTo>
                <a:cubicBezTo>
                  <a:pt x="31847" y="380236"/>
                  <a:pt x="0" y="337597"/>
                  <a:pt x="0" y="290971"/>
                </a:cubicBezTo>
                <a:cubicBezTo>
                  <a:pt x="0" y="246662"/>
                  <a:pt x="29154" y="205506"/>
                  <a:pt x="82171" y="174824"/>
                </a:cubicBezTo>
                <a:lnTo>
                  <a:pt x="82171" y="167964"/>
                </a:lnTo>
                <a:cubicBezTo>
                  <a:pt x="79478" y="135613"/>
                  <a:pt x="82542" y="104468"/>
                  <a:pt x="91084" y="78050"/>
                </a:cubicBezTo>
                <a:cubicBezTo>
                  <a:pt x="100090" y="50148"/>
                  <a:pt x="114946" y="28828"/>
                  <a:pt x="133887" y="16500"/>
                </a:cubicBezTo>
                <a:cubicBezTo>
                  <a:pt x="150785" y="5562"/>
                  <a:pt x="170655" y="0"/>
                  <a:pt x="19284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cs typeface="+mn-ea"/>
              <a:sym typeface="+mn-lt"/>
            </a:endParaRPr>
          </a:p>
        </p:txBody>
      </p:sp>
      <p:sp>
        <p:nvSpPr>
          <p:cNvPr id="48" name="椭圆 45">
            <a:extLst>
              <a:ext uri="{FF2B5EF4-FFF2-40B4-BE49-F238E27FC236}">
                <a16:creationId xmlns:a16="http://schemas.microsoft.com/office/drawing/2014/main" id="{37FB342B-D30A-CF37-508F-20155181B045}"/>
              </a:ext>
            </a:extLst>
          </p:cNvPr>
          <p:cNvSpPr/>
          <p:nvPr/>
        </p:nvSpPr>
        <p:spPr>
          <a:xfrm>
            <a:off x="8551177" y="2313474"/>
            <a:ext cx="755387" cy="733741"/>
          </a:xfrm>
          <a:custGeom>
            <a:avLst/>
            <a:gdLst>
              <a:gd name="connsiteX0" fmla="*/ 357006 w 608274"/>
              <a:gd name="connsiteY0" fmla="*/ 315793 h 590844"/>
              <a:gd name="connsiteX1" fmla="*/ 344664 w 608274"/>
              <a:gd name="connsiteY1" fmla="*/ 351821 h 590844"/>
              <a:gd name="connsiteX2" fmla="*/ 552405 w 608274"/>
              <a:gd name="connsiteY2" fmla="*/ 559238 h 590844"/>
              <a:gd name="connsiteX3" fmla="*/ 554572 w 608274"/>
              <a:gd name="connsiteY3" fmla="*/ 560178 h 590844"/>
              <a:gd name="connsiteX4" fmla="*/ 554666 w 608274"/>
              <a:gd name="connsiteY4" fmla="*/ 560178 h 590844"/>
              <a:gd name="connsiteX5" fmla="*/ 556928 w 608274"/>
              <a:gd name="connsiteY5" fmla="*/ 559238 h 590844"/>
              <a:gd name="connsiteX6" fmla="*/ 576618 w 608274"/>
              <a:gd name="connsiteY6" fmla="*/ 539578 h 590844"/>
              <a:gd name="connsiteX7" fmla="*/ 577560 w 608274"/>
              <a:gd name="connsiteY7" fmla="*/ 537320 h 590844"/>
              <a:gd name="connsiteX8" fmla="*/ 576618 w 608274"/>
              <a:gd name="connsiteY8" fmla="*/ 535063 h 590844"/>
              <a:gd name="connsiteX9" fmla="*/ 347019 w 608274"/>
              <a:gd name="connsiteY9" fmla="*/ 272617 h 590844"/>
              <a:gd name="connsiteX10" fmla="*/ 361339 w 608274"/>
              <a:gd name="connsiteY10" fmla="*/ 276756 h 590844"/>
              <a:gd name="connsiteX11" fmla="*/ 370572 w 608274"/>
              <a:gd name="connsiteY11" fmla="*/ 285974 h 590844"/>
              <a:gd name="connsiteX12" fmla="*/ 598287 w 608274"/>
              <a:gd name="connsiteY12" fmla="*/ 513333 h 590844"/>
              <a:gd name="connsiteX13" fmla="*/ 608274 w 608274"/>
              <a:gd name="connsiteY13" fmla="*/ 537320 h 590844"/>
              <a:gd name="connsiteX14" fmla="*/ 598287 w 608274"/>
              <a:gd name="connsiteY14" fmla="*/ 561213 h 590844"/>
              <a:gd name="connsiteX15" fmla="*/ 578691 w 608274"/>
              <a:gd name="connsiteY15" fmla="*/ 580873 h 590844"/>
              <a:gd name="connsiteX16" fmla="*/ 554666 w 608274"/>
              <a:gd name="connsiteY16" fmla="*/ 590844 h 590844"/>
              <a:gd name="connsiteX17" fmla="*/ 554572 w 608274"/>
              <a:gd name="connsiteY17" fmla="*/ 590844 h 590844"/>
              <a:gd name="connsiteX18" fmla="*/ 530736 w 608274"/>
              <a:gd name="connsiteY18" fmla="*/ 580873 h 590844"/>
              <a:gd name="connsiteX19" fmla="*/ 316211 w 608274"/>
              <a:gd name="connsiteY19" fmla="*/ 366683 h 590844"/>
              <a:gd name="connsiteX20" fmla="*/ 312442 w 608274"/>
              <a:gd name="connsiteY20" fmla="*/ 350880 h 590844"/>
              <a:gd name="connsiteX21" fmla="*/ 327328 w 608274"/>
              <a:gd name="connsiteY21" fmla="*/ 307610 h 590844"/>
              <a:gd name="connsiteX22" fmla="*/ 335902 w 608274"/>
              <a:gd name="connsiteY22" fmla="*/ 282588 h 590844"/>
              <a:gd name="connsiteX23" fmla="*/ 347019 w 608274"/>
              <a:gd name="connsiteY23" fmla="*/ 272617 h 590844"/>
              <a:gd name="connsiteX24" fmla="*/ 74870 w 608274"/>
              <a:gd name="connsiteY24" fmla="*/ 82350 h 590844"/>
              <a:gd name="connsiteX25" fmla="*/ 426850 w 608274"/>
              <a:gd name="connsiteY25" fmla="*/ 82350 h 590844"/>
              <a:gd name="connsiteX26" fmla="*/ 426850 w 608274"/>
              <a:gd name="connsiteY26" fmla="*/ 306027 h 590844"/>
              <a:gd name="connsiteX27" fmla="*/ 379461 w 608274"/>
              <a:gd name="connsiteY27" fmla="*/ 258714 h 590844"/>
              <a:gd name="connsiteX28" fmla="*/ 341210 w 608274"/>
              <a:gd name="connsiteY28" fmla="*/ 247709 h 590844"/>
              <a:gd name="connsiteX29" fmla="*/ 315867 w 608274"/>
              <a:gd name="connsiteY29" fmla="*/ 265957 h 590844"/>
              <a:gd name="connsiteX30" fmla="*/ 204507 w 608274"/>
              <a:gd name="connsiteY30" fmla="*/ 235763 h 590844"/>
              <a:gd name="connsiteX31" fmla="*/ 195274 w 608274"/>
              <a:gd name="connsiteY31" fmla="*/ 230590 h 590844"/>
              <a:gd name="connsiteX32" fmla="*/ 213740 w 608274"/>
              <a:gd name="connsiteY32" fmla="*/ 231154 h 590844"/>
              <a:gd name="connsiteX33" fmla="*/ 225517 w 608274"/>
              <a:gd name="connsiteY33" fmla="*/ 231719 h 590844"/>
              <a:gd name="connsiteX34" fmla="*/ 248599 w 608274"/>
              <a:gd name="connsiteY34" fmla="*/ 232377 h 590844"/>
              <a:gd name="connsiteX35" fmla="*/ 322085 w 608274"/>
              <a:gd name="connsiteY35" fmla="*/ 227674 h 590844"/>
              <a:gd name="connsiteX36" fmla="*/ 361749 w 608274"/>
              <a:gd name="connsiteY36" fmla="*/ 186852 h 590844"/>
              <a:gd name="connsiteX37" fmla="*/ 323216 w 608274"/>
              <a:gd name="connsiteY37" fmla="*/ 133049 h 590844"/>
              <a:gd name="connsiteX38" fmla="*/ 205167 w 608274"/>
              <a:gd name="connsiteY38" fmla="*/ 122514 h 590844"/>
              <a:gd name="connsiteX39" fmla="*/ 158248 w 608274"/>
              <a:gd name="connsiteY39" fmla="*/ 124395 h 590844"/>
              <a:gd name="connsiteX40" fmla="*/ 157683 w 608274"/>
              <a:gd name="connsiteY40" fmla="*/ 124395 h 590844"/>
              <a:gd name="connsiteX41" fmla="*/ 137239 w 608274"/>
              <a:gd name="connsiteY41" fmla="*/ 144336 h 590844"/>
              <a:gd name="connsiteX42" fmla="*/ 157212 w 608274"/>
              <a:gd name="connsiteY42" fmla="*/ 165312 h 590844"/>
              <a:gd name="connsiteX43" fmla="*/ 208087 w 608274"/>
              <a:gd name="connsiteY43" fmla="*/ 163336 h 590844"/>
              <a:gd name="connsiteX44" fmla="*/ 306634 w 608274"/>
              <a:gd name="connsiteY44" fmla="*/ 170485 h 590844"/>
              <a:gd name="connsiteX45" fmla="*/ 321049 w 608274"/>
              <a:gd name="connsiteY45" fmla="*/ 183465 h 590844"/>
              <a:gd name="connsiteX46" fmla="*/ 311251 w 608274"/>
              <a:gd name="connsiteY46" fmla="*/ 188263 h 590844"/>
              <a:gd name="connsiteX47" fmla="*/ 250200 w 608274"/>
              <a:gd name="connsiteY47" fmla="*/ 191461 h 590844"/>
              <a:gd name="connsiteX48" fmla="*/ 225517 w 608274"/>
              <a:gd name="connsiteY48" fmla="*/ 190896 h 590844"/>
              <a:gd name="connsiteX49" fmla="*/ 216755 w 608274"/>
              <a:gd name="connsiteY49" fmla="*/ 190426 h 590844"/>
              <a:gd name="connsiteX50" fmla="*/ 156929 w 608274"/>
              <a:gd name="connsiteY50" fmla="*/ 206040 h 590844"/>
              <a:gd name="connsiteX51" fmla="*/ 150335 w 608274"/>
              <a:gd name="connsiteY51" fmla="*/ 236516 h 590844"/>
              <a:gd name="connsiteX52" fmla="*/ 187078 w 608274"/>
              <a:gd name="connsiteY52" fmla="*/ 272823 h 590844"/>
              <a:gd name="connsiteX53" fmla="*/ 300887 w 608274"/>
              <a:gd name="connsiteY53" fmla="*/ 305839 h 590844"/>
              <a:gd name="connsiteX54" fmla="*/ 291277 w 608274"/>
              <a:gd name="connsiteY54" fmla="*/ 334057 h 590844"/>
              <a:gd name="connsiteX55" fmla="*/ 74870 w 608274"/>
              <a:gd name="connsiteY55" fmla="*/ 334057 h 590844"/>
              <a:gd name="connsiteX56" fmla="*/ 41731 w 608274"/>
              <a:gd name="connsiteY56" fmla="*/ 0 h 590844"/>
              <a:gd name="connsiteX57" fmla="*/ 459894 w 608274"/>
              <a:gd name="connsiteY57" fmla="*/ 0 h 590844"/>
              <a:gd name="connsiteX58" fmla="*/ 501720 w 608274"/>
              <a:gd name="connsiteY58" fmla="*/ 41669 h 590844"/>
              <a:gd name="connsiteX59" fmla="*/ 501720 w 608274"/>
              <a:gd name="connsiteY59" fmla="*/ 374737 h 590844"/>
              <a:gd name="connsiteX60" fmla="*/ 501155 w 608274"/>
              <a:gd name="connsiteY60" fmla="*/ 380193 h 590844"/>
              <a:gd name="connsiteX61" fmla="*/ 457539 w 608274"/>
              <a:gd name="connsiteY61" fmla="*/ 336643 h 590844"/>
              <a:gd name="connsiteX62" fmla="*/ 457539 w 608274"/>
              <a:gd name="connsiteY62" fmla="*/ 66971 h 590844"/>
              <a:gd name="connsiteX63" fmla="*/ 442184 w 608274"/>
              <a:gd name="connsiteY63" fmla="*/ 51639 h 590844"/>
              <a:gd name="connsiteX64" fmla="*/ 59536 w 608274"/>
              <a:gd name="connsiteY64" fmla="*/ 51639 h 590844"/>
              <a:gd name="connsiteX65" fmla="*/ 44181 w 608274"/>
              <a:gd name="connsiteY65" fmla="*/ 66971 h 590844"/>
              <a:gd name="connsiteX66" fmla="*/ 44181 w 608274"/>
              <a:gd name="connsiteY66" fmla="*/ 349341 h 590844"/>
              <a:gd name="connsiteX67" fmla="*/ 59536 w 608274"/>
              <a:gd name="connsiteY67" fmla="*/ 364673 h 590844"/>
              <a:gd name="connsiteX68" fmla="*/ 287128 w 608274"/>
              <a:gd name="connsiteY68" fmla="*/ 364673 h 590844"/>
              <a:gd name="connsiteX69" fmla="*/ 298055 w 608274"/>
              <a:gd name="connsiteY69" fmla="*/ 384708 h 590844"/>
              <a:gd name="connsiteX70" fmla="*/ 329801 w 608274"/>
              <a:gd name="connsiteY70" fmla="*/ 416406 h 590844"/>
              <a:gd name="connsiteX71" fmla="*/ 41731 w 608274"/>
              <a:gd name="connsiteY71" fmla="*/ 416406 h 590844"/>
              <a:gd name="connsiteX72" fmla="*/ 0 w 608274"/>
              <a:gd name="connsiteY72" fmla="*/ 374737 h 590844"/>
              <a:gd name="connsiteX73" fmla="*/ 0 w 608274"/>
              <a:gd name="connsiteY73" fmla="*/ 41669 h 590844"/>
              <a:gd name="connsiteX74" fmla="*/ 41731 w 608274"/>
              <a:gd name="connsiteY74" fmla="*/ 0 h 590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608274" h="590844">
                <a:moveTo>
                  <a:pt x="357006" y="315793"/>
                </a:moveTo>
                <a:lnTo>
                  <a:pt x="344664" y="351821"/>
                </a:lnTo>
                <a:lnTo>
                  <a:pt x="552405" y="559238"/>
                </a:lnTo>
                <a:cubicBezTo>
                  <a:pt x="552971" y="559802"/>
                  <a:pt x="553818" y="560178"/>
                  <a:pt x="554572" y="560178"/>
                </a:cubicBezTo>
                <a:lnTo>
                  <a:pt x="554666" y="560178"/>
                </a:lnTo>
                <a:cubicBezTo>
                  <a:pt x="555514" y="560178"/>
                  <a:pt x="556362" y="559802"/>
                  <a:pt x="556928" y="559238"/>
                </a:cubicBezTo>
                <a:lnTo>
                  <a:pt x="576618" y="539578"/>
                </a:lnTo>
                <a:cubicBezTo>
                  <a:pt x="577372" y="538825"/>
                  <a:pt x="577560" y="537885"/>
                  <a:pt x="577560" y="537320"/>
                </a:cubicBezTo>
                <a:cubicBezTo>
                  <a:pt x="577560" y="536756"/>
                  <a:pt x="577372" y="535815"/>
                  <a:pt x="576618" y="535063"/>
                </a:cubicBezTo>
                <a:close/>
                <a:moveTo>
                  <a:pt x="347019" y="272617"/>
                </a:moveTo>
                <a:cubicBezTo>
                  <a:pt x="352106" y="271394"/>
                  <a:pt x="357571" y="272993"/>
                  <a:pt x="361339" y="276756"/>
                </a:cubicBezTo>
                <a:lnTo>
                  <a:pt x="370572" y="285974"/>
                </a:lnTo>
                <a:lnTo>
                  <a:pt x="598287" y="513333"/>
                </a:lnTo>
                <a:cubicBezTo>
                  <a:pt x="604694" y="519730"/>
                  <a:pt x="608274" y="528290"/>
                  <a:pt x="608274" y="537320"/>
                </a:cubicBezTo>
                <a:cubicBezTo>
                  <a:pt x="608274" y="546351"/>
                  <a:pt x="604694" y="554817"/>
                  <a:pt x="598287" y="561213"/>
                </a:cubicBezTo>
                <a:lnTo>
                  <a:pt x="578691" y="580873"/>
                </a:lnTo>
                <a:cubicBezTo>
                  <a:pt x="572284" y="587269"/>
                  <a:pt x="563805" y="590844"/>
                  <a:pt x="554666" y="590844"/>
                </a:cubicBezTo>
                <a:lnTo>
                  <a:pt x="554572" y="590844"/>
                </a:lnTo>
                <a:cubicBezTo>
                  <a:pt x="545622" y="590844"/>
                  <a:pt x="537143" y="587269"/>
                  <a:pt x="530736" y="580873"/>
                </a:cubicBezTo>
                <a:lnTo>
                  <a:pt x="316211" y="366683"/>
                </a:lnTo>
                <a:cubicBezTo>
                  <a:pt x="312066" y="362544"/>
                  <a:pt x="310558" y="356430"/>
                  <a:pt x="312442" y="350880"/>
                </a:cubicBezTo>
                <a:lnTo>
                  <a:pt x="327328" y="307610"/>
                </a:lnTo>
                <a:lnTo>
                  <a:pt x="335902" y="282588"/>
                </a:lnTo>
                <a:cubicBezTo>
                  <a:pt x="337598" y="277602"/>
                  <a:pt x="341837" y="273840"/>
                  <a:pt x="347019" y="272617"/>
                </a:cubicBezTo>
                <a:close/>
                <a:moveTo>
                  <a:pt x="74870" y="82350"/>
                </a:moveTo>
                <a:lnTo>
                  <a:pt x="426850" y="82350"/>
                </a:lnTo>
                <a:lnTo>
                  <a:pt x="426850" y="306027"/>
                </a:lnTo>
                <a:lnTo>
                  <a:pt x="379461" y="258714"/>
                </a:lnTo>
                <a:cubicBezTo>
                  <a:pt x="369474" y="248650"/>
                  <a:pt x="354966" y="244511"/>
                  <a:pt x="341210" y="247709"/>
                </a:cubicBezTo>
                <a:cubicBezTo>
                  <a:pt x="330564" y="250249"/>
                  <a:pt x="321520" y="256927"/>
                  <a:pt x="315867" y="265957"/>
                </a:cubicBezTo>
                <a:cubicBezTo>
                  <a:pt x="275073" y="263229"/>
                  <a:pt x="245113" y="254764"/>
                  <a:pt x="204507" y="235763"/>
                </a:cubicBezTo>
                <a:cubicBezTo>
                  <a:pt x="200550" y="233882"/>
                  <a:pt x="197535" y="232095"/>
                  <a:pt x="195274" y="230590"/>
                </a:cubicBezTo>
                <a:cubicBezTo>
                  <a:pt x="201398" y="230308"/>
                  <a:pt x="209500" y="230872"/>
                  <a:pt x="213740" y="231154"/>
                </a:cubicBezTo>
                <a:cubicBezTo>
                  <a:pt x="218262" y="231531"/>
                  <a:pt x="222313" y="231719"/>
                  <a:pt x="225517" y="231719"/>
                </a:cubicBezTo>
                <a:cubicBezTo>
                  <a:pt x="232959" y="231719"/>
                  <a:pt x="240779" y="232095"/>
                  <a:pt x="248599" y="232377"/>
                </a:cubicBezTo>
                <a:cubicBezTo>
                  <a:pt x="272812" y="233318"/>
                  <a:pt x="297966" y="234258"/>
                  <a:pt x="322085" y="227674"/>
                </a:cubicBezTo>
                <a:cubicBezTo>
                  <a:pt x="355813" y="218456"/>
                  <a:pt x="361089" y="196070"/>
                  <a:pt x="361749" y="186852"/>
                </a:cubicBezTo>
                <a:cubicBezTo>
                  <a:pt x="363351" y="165594"/>
                  <a:pt x="347900" y="143960"/>
                  <a:pt x="323216" y="133049"/>
                </a:cubicBezTo>
                <a:cubicBezTo>
                  <a:pt x="286190" y="116776"/>
                  <a:pt x="245019" y="119692"/>
                  <a:pt x="205167" y="122514"/>
                </a:cubicBezTo>
                <a:cubicBezTo>
                  <a:pt x="188585" y="123737"/>
                  <a:pt x="172851" y="124866"/>
                  <a:pt x="158248" y="124395"/>
                </a:cubicBezTo>
                <a:lnTo>
                  <a:pt x="157683" y="124395"/>
                </a:lnTo>
                <a:cubicBezTo>
                  <a:pt x="146660" y="124395"/>
                  <a:pt x="137522" y="133237"/>
                  <a:pt x="137239" y="144336"/>
                </a:cubicBezTo>
                <a:cubicBezTo>
                  <a:pt x="136956" y="155623"/>
                  <a:pt x="145907" y="165030"/>
                  <a:pt x="157212" y="165312"/>
                </a:cubicBezTo>
                <a:cubicBezTo>
                  <a:pt x="173699" y="165688"/>
                  <a:pt x="191223" y="164465"/>
                  <a:pt x="208087" y="163336"/>
                </a:cubicBezTo>
                <a:cubicBezTo>
                  <a:pt x="242946" y="160891"/>
                  <a:pt x="278935" y="158257"/>
                  <a:pt x="306634" y="170485"/>
                </a:cubicBezTo>
                <a:cubicBezTo>
                  <a:pt x="316809" y="174906"/>
                  <a:pt x="320955" y="181866"/>
                  <a:pt x="321049" y="183465"/>
                </a:cubicBezTo>
                <a:cubicBezTo>
                  <a:pt x="320672" y="184124"/>
                  <a:pt x="318034" y="186381"/>
                  <a:pt x="311251" y="188263"/>
                </a:cubicBezTo>
                <a:cubicBezTo>
                  <a:pt x="293256" y="193248"/>
                  <a:pt x="271398" y="192307"/>
                  <a:pt x="250200" y="191461"/>
                </a:cubicBezTo>
                <a:cubicBezTo>
                  <a:pt x="241815" y="191178"/>
                  <a:pt x="233525" y="190896"/>
                  <a:pt x="225517" y="190896"/>
                </a:cubicBezTo>
                <a:cubicBezTo>
                  <a:pt x="223067" y="190896"/>
                  <a:pt x="220052" y="190614"/>
                  <a:pt x="216755" y="190426"/>
                </a:cubicBezTo>
                <a:cubicBezTo>
                  <a:pt x="198477" y="189015"/>
                  <a:pt x="170873" y="187134"/>
                  <a:pt x="156929" y="206040"/>
                </a:cubicBezTo>
                <a:cubicBezTo>
                  <a:pt x="150052" y="215258"/>
                  <a:pt x="147697" y="226075"/>
                  <a:pt x="150335" y="236516"/>
                </a:cubicBezTo>
                <a:cubicBezTo>
                  <a:pt x="154857" y="254387"/>
                  <a:pt x="172851" y="266145"/>
                  <a:pt x="187078" y="272823"/>
                </a:cubicBezTo>
                <a:cubicBezTo>
                  <a:pt x="228437" y="292200"/>
                  <a:pt x="260752" y="301888"/>
                  <a:pt x="300887" y="305839"/>
                </a:cubicBezTo>
                <a:lnTo>
                  <a:pt x="291277" y="334057"/>
                </a:lnTo>
                <a:lnTo>
                  <a:pt x="74870" y="334057"/>
                </a:lnTo>
                <a:close/>
                <a:moveTo>
                  <a:pt x="41731" y="0"/>
                </a:moveTo>
                <a:lnTo>
                  <a:pt x="459894" y="0"/>
                </a:lnTo>
                <a:cubicBezTo>
                  <a:pt x="482974" y="0"/>
                  <a:pt x="501720" y="18624"/>
                  <a:pt x="501720" y="41669"/>
                </a:cubicBezTo>
                <a:lnTo>
                  <a:pt x="501720" y="374737"/>
                </a:lnTo>
                <a:cubicBezTo>
                  <a:pt x="501720" y="376618"/>
                  <a:pt x="501343" y="378311"/>
                  <a:pt x="501155" y="380193"/>
                </a:cubicBezTo>
                <a:lnTo>
                  <a:pt x="457539" y="336643"/>
                </a:lnTo>
                <a:lnTo>
                  <a:pt x="457539" y="66971"/>
                </a:lnTo>
                <a:cubicBezTo>
                  <a:pt x="457539" y="58506"/>
                  <a:pt x="450663" y="51639"/>
                  <a:pt x="442184" y="51639"/>
                </a:cubicBezTo>
                <a:lnTo>
                  <a:pt x="59536" y="51639"/>
                </a:lnTo>
                <a:cubicBezTo>
                  <a:pt x="51057" y="51639"/>
                  <a:pt x="44181" y="58506"/>
                  <a:pt x="44181" y="66971"/>
                </a:cubicBezTo>
                <a:lnTo>
                  <a:pt x="44181" y="349341"/>
                </a:lnTo>
                <a:cubicBezTo>
                  <a:pt x="44181" y="357806"/>
                  <a:pt x="51057" y="364673"/>
                  <a:pt x="59536" y="364673"/>
                </a:cubicBezTo>
                <a:lnTo>
                  <a:pt x="287128" y="364673"/>
                </a:lnTo>
                <a:cubicBezTo>
                  <a:pt x="288729" y="372198"/>
                  <a:pt x="292497" y="379158"/>
                  <a:pt x="298055" y="384708"/>
                </a:cubicBezTo>
                <a:lnTo>
                  <a:pt x="329801" y="416406"/>
                </a:lnTo>
                <a:lnTo>
                  <a:pt x="41731" y="416406"/>
                </a:lnTo>
                <a:cubicBezTo>
                  <a:pt x="18746" y="416406"/>
                  <a:pt x="0" y="397688"/>
                  <a:pt x="0" y="374737"/>
                </a:cubicBezTo>
                <a:lnTo>
                  <a:pt x="0" y="41669"/>
                </a:lnTo>
                <a:cubicBezTo>
                  <a:pt x="0" y="18624"/>
                  <a:pt x="18746" y="0"/>
                  <a:pt x="4173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cs typeface="+mn-ea"/>
              <a:sym typeface="+mn-lt"/>
            </a:endParaRPr>
          </a:p>
        </p:txBody>
      </p:sp>
      <p:sp>
        <p:nvSpPr>
          <p:cNvPr id="20" name="任意多边形 47">
            <a:extLst>
              <a:ext uri="{FF2B5EF4-FFF2-40B4-BE49-F238E27FC236}">
                <a16:creationId xmlns:a16="http://schemas.microsoft.com/office/drawing/2014/main" id="{CFB2CDF7-93A9-E9D7-D371-FBC9BB7A9675}"/>
              </a:ext>
            </a:extLst>
          </p:cNvPr>
          <p:cNvSpPr/>
          <p:nvPr/>
        </p:nvSpPr>
        <p:spPr>
          <a:xfrm rot="18900000" flipV="1">
            <a:off x="99493" y="160716"/>
            <a:ext cx="1257992" cy="771874"/>
          </a:xfrm>
          <a:custGeom>
            <a:avLst/>
            <a:gdLst>
              <a:gd name="connsiteX0" fmla="*/ 0 w 1667713"/>
              <a:gd name="connsiteY0" fmla="*/ 456881 h 1023269"/>
              <a:gd name="connsiteX1" fmla="*/ 412332 w 1667713"/>
              <a:gd name="connsiteY1" fmla="*/ 44549 h 1023269"/>
              <a:gd name="connsiteX2" fmla="*/ 412333 w 1667713"/>
              <a:gd name="connsiteY2" fmla="*/ 44549 h 1023269"/>
              <a:gd name="connsiteX3" fmla="*/ 456882 w 1667713"/>
              <a:gd name="connsiteY3" fmla="*/ 0 h 1023269"/>
              <a:gd name="connsiteX4" fmla="*/ 1514743 w 1667713"/>
              <a:gd name="connsiteY4" fmla="*/ 0 h 1023269"/>
              <a:gd name="connsiteX5" fmla="*/ 1667713 w 1667713"/>
              <a:gd name="connsiteY5" fmla="*/ 152970 h 1023269"/>
              <a:gd name="connsiteX6" fmla="*/ 1667713 w 1667713"/>
              <a:gd name="connsiteY6" fmla="*/ 704806 h 1023269"/>
              <a:gd name="connsiteX7" fmla="*/ 1349251 w 1667713"/>
              <a:gd name="connsiteY7" fmla="*/ 1023269 h 1023269"/>
              <a:gd name="connsiteX8" fmla="*/ 1349251 w 1667713"/>
              <a:gd name="connsiteY8" fmla="*/ 318462 h 1023269"/>
              <a:gd name="connsiteX9" fmla="*/ 138420 w 1667713"/>
              <a:gd name="connsiteY9" fmla="*/ 318462 h 1023269"/>
              <a:gd name="connsiteX10" fmla="*/ 1 w 1667713"/>
              <a:gd name="connsiteY10" fmla="*/ 456881 h 10232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7713" h="1023269">
                <a:moveTo>
                  <a:pt x="0" y="456881"/>
                </a:moveTo>
                <a:lnTo>
                  <a:pt x="412332" y="44549"/>
                </a:lnTo>
                <a:lnTo>
                  <a:pt x="412333" y="44549"/>
                </a:lnTo>
                <a:lnTo>
                  <a:pt x="456882" y="0"/>
                </a:lnTo>
                <a:lnTo>
                  <a:pt x="1514743" y="0"/>
                </a:lnTo>
                <a:cubicBezTo>
                  <a:pt x="1599226" y="1"/>
                  <a:pt x="1667713" y="68487"/>
                  <a:pt x="1667713" y="152970"/>
                </a:cubicBezTo>
                <a:lnTo>
                  <a:pt x="1667713" y="704806"/>
                </a:lnTo>
                <a:lnTo>
                  <a:pt x="1349251" y="1023269"/>
                </a:lnTo>
                <a:lnTo>
                  <a:pt x="1349251" y="318462"/>
                </a:lnTo>
                <a:lnTo>
                  <a:pt x="138420" y="318462"/>
                </a:lnTo>
                <a:lnTo>
                  <a:pt x="1" y="456881"/>
                </a:lnTo>
                <a:close/>
              </a:path>
            </a:pathLst>
          </a:cu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1" name="任意多边形 48">
            <a:extLst>
              <a:ext uri="{FF2B5EF4-FFF2-40B4-BE49-F238E27FC236}">
                <a16:creationId xmlns:a16="http://schemas.microsoft.com/office/drawing/2014/main" id="{6CA4CF32-747D-3B5D-825D-53E2C359E953}"/>
              </a:ext>
            </a:extLst>
          </p:cNvPr>
          <p:cNvSpPr/>
          <p:nvPr/>
        </p:nvSpPr>
        <p:spPr>
          <a:xfrm rot="18900000" flipV="1">
            <a:off x="-102618" y="95709"/>
            <a:ext cx="926781" cy="721545"/>
          </a:xfrm>
          <a:custGeom>
            <a:avLst/>
            <a:gdLst>
              <a:gd name="connsiteX0" fmla="*/ 303771 w 1228628"/>
              <a:gd name="connsiteY0" fmla="*/ 32819 h 956548"/>
              <a:gd name="connsiteX1" fmla="*/ 303771 w 1228628"/>
              <a:gd name="connsiteY1" fmla="*/ 32820 h 956548"/>
              <a:gd name="connsiteX2" fmla="*/ 336591 w 1228628"/>
              <a:gd name="connsiteY2" fmla="*/ 0 h 956548"/>
              <a:gd name="connsiteX3" fmla="*/ 1115933 w 1228628"/>
              <a:gd name="connsiteY3" fmla="*/ 0 h 956548"/>
              <a:gd name="connsiteX4" fmla="*/ 1228628 w 1228628"/>
              <a:gd name="connsiteY4" fmla="*/ 112695 h 956548"/>
              <a:gd name="connsiteX5" fmla="*/ 1228628 w 1228628"/>
              <a:gd name="connsiteY5" fmla="*/ 721932 h 956548"/>
              <a:gd name="connsiteX6" fmla="*/ 994013 w 1228628"/>
              <a:gd name="connsiteY6" fmla="*/ 956548 h 956548"/>
              <a:gd name="connsiteX7" fmla="*/ 994013 w 1228628"/>
              <a:gd name="connsiteY7" fmla="*/ 234616 h 956548"/>
              <a:gd name="connsiteX8" fmla="*/ 101975 w 1228628"/>
              <a:gd name="connsiteY8" fmla="*/ 234616 h 956548"/>
              <a:gd name="connsiteX9" fmla="*/ 0 w 1228628"/>
              <a:gd name="connsiteY9" fmla="*/ 336591 h 9565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8628" h="956548">
                <a:moveTo>
                  <a:pt x="303771" y="32819"/>
                </a:moveTo>
                <a:lnTo>
                  <a:pt x="303771" y="32820"/>
                </a:lnTo>
                <a:lnTo>
                  <a:pt x="336591" y="0"/>
                </a:lnTo>
                <a:lnTo>
                  <a:pt x="1115933" y="0"/>
                </a:lnTo>
                <a:cubicBezTo>
                  <a:pt x="1178173" y="0"/>
                  <a:pt x="1228628" y="50456"/>
                  <a:pt x="1228628" y="112695"/>
                </a:cubicBezTo>
                <a:lnTo>
                  <a:pt x="1228628" y="721932"/>
                </a:lnTo>
                <a:lnTo>
                  <a:pt x="994013" y="956548"/>
                </a:lnTo>
                <a:lnTo>
                  <a:pt x="994013" y="234616"/>
                </a:lnTo>
                <a:lnTo>
                  <a:pt x="101975" y="234616"/>
                </a:lnTo>
                <a:lnTo>
                  <a:pt x="0" y="336591"/>
                </a:lnTo>
                <a:close/>
              </a:path>
            </a:pathLst>
          </a:custGeom>
          <a:solidFill>
            <a:schemeClr val="accent2">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pic>
        <p:nvPicPr>
          <p:cNvPr id="3" name="图片 2">
            <a:extLst>
              <a:ext uri="{FF2B5EF4-FFF2-40B4-BE49-F238E27FC236}">
                <a16:creationId xmlns:a16="http://schemas.microsoft.com/office/drawing/2014/main" id="{E03CE25C-C3B7-A957-2E8B-00F34B178266}"/>
              </a:ext>
            </a:extLst>
          </p:cNvPr>
          <p:cNvPicPr>
            <a:picLocks noChangeAspect="1"/>
          </p:cNvPicPr>
          <p:nvPr/>
        </p:nvPicPr>
        <p:blipFill>
          <a:blip r:embed="rId3"/>
          <a:stretch>
            <a:fillRect/>
          </a:stretch>
        </p:blipFill>
        <p:spPr>
          <a:xfrm>
            <a:off x="1711377" y="659295"/>
            <a:ext cx="8769246" cy="5539409"/>
          </a:xfrm>
          <a:prstGeom prst="rect">
            <a:avLst/>
          </a:prstGeom>
        </p:spPr>
      </p:pic>
    </p:spTree>
    <p:extLst>
      <p:ext uri="{BB962C8B-B14F-4D97-AF65-F5344CB8AC3E}">
        <p14:creationId xmlns:p14="http://schemas.microsoft.com/office/powerpoint/2010/main" val="51996939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DC81AF-3555-8F9E-E5F7-E4CBE2CB0198}"/>
            </a:ext>
          </a:extLst>
        </p:cNvPr>
        <p:cNvGrpSpPr/>
        <p:nvPr/>
      </p:nvGrpSpPr>
      <p:grpSpPr>
        <a:xfrm>
          <a:off x="0" y="0"/>
          <a:ext cx="0" cy="0"/>
          <a:chOff x="0" y="0"/>
          <a:chExt cx="0" cy="0"/>
        </a:xfrm>
      </p:grpSpPr>
      <p:sp>
        <p:nvSpPr>
          <p:cNvPr id="47" name="椭圆 13">
            <a:extLst>
              <a:ext uri="{FF2B5EF4-FFF2-40B4-BE49-F238E27FC236}">
                <a16:creationId xmlns:a16="http://schemas.microsoft.com/office/drawing/2014/main" id="{F0080D68-5353-16D0-4CC9-CC13108D62CE}"/>
              </a:ext>
            </a:extLst>
          </p:cNvPr>
          <p:cNvSpPr/>
          <p:nvPr/>
        </p:nvSpPr>
        <p:spPr>
          <a:xfrm>
            <a:off x="5229135" y="2326081"/>
            <a:ext cx="755387" cy="708526"/>
          </a:xfrm>
          <a:custGeom>
            <a:avLst/>
            <a:gdLst>
              <a:gd name="connsiteX0" fmla="*/ 258582 w 606298"/>
              <a:gd name="connsiteY0" fmla="*/ 455598 h 568686"/>
              <a:gd name="connsiteX1" fmla="*/ 303149 w 606298"/>
              <a:gd name="connsiteY1" fmla="*/ 490637 h 568686"/>
              <a:gd name="connsiteX2" fmla="*/ 347716 w 606298"/>
              <a:gd name="connsiteY2" fmla="*/ 455598 h 568686"/>
              <a:gd name="connsiteX3" fmla="*/ 311784 w 606298"/>
              <a:gd name="connsiteY3" fmla="*/ 456896 h 568686"/>
              <a:gd name="connsiteX4" fmla="*/ 294607 w 606298"/>
              <a:gd name="connsiteY4" fmla="*/ 456896 h 568686"/>
              <a:gd name="connsiteX5" fmla="*/ 258582 w 606298"/>
              <a:gd name="connsiteY5" fmla="*/ 455598 h 568686"/>
              <a:gd name="connsiteX6" fmla="*/ 482810 w 606298"/>
              <a:gd name="connsiteY6" fmla="*/ 426955 h 568686"/>
              <a:gd name="connsiteX7" fmla="*/ 402311 w 606298"/>
              <a:gd name="connsiteY7" fmla="*/ 449202 h 568686"/>
              <a:gd name="connsiteX8" fmla="*/ 391633 w 606298"/>
              <a:gd name="connsiteY8" fmla="*/ 460233 h 568686"/>
              <a:gd name="connsiteX9" fmla="*/ 333696 w 606298"/>
              <a:gd name="connsiteY9" fmla="*/ 510752 h 568686"/>
              <a:gd name="connsiteX10" fmla="*/ 407603 w 606298"/>
              <a:gd name="connsiteY10" fmla="*/ 533647 h 568686"/>
              <a:gd name="connsiteX11" fmla="*/ 445578 w 606298"/>
              <a:gd name="connsiteY11" fmla="*/ 523358 h 568686"/>
              <a:gd name="connsiteX12" fmla="*/ 482810 w 606298"/>
              <a:gd name="connsiteY12" fmla="*/ 426955 h 568686"/>
              <a:gd name="connsiteX13" fmla="*/ 123488 w 606298"/>
              <a:gd name="connsiteY13" fmla="*/ 426955 h 568686"/>
              <a:gd name="connsiteX14" fmla="*/ 160720 w 606298"/>
              <a:gd name="connsiteY14" fmla="*/ 523358 h 568686"/>
              <a:gd name="connsiteX15" fmla="*/ 198788 w 606298"/>
              <a:gd name="connsiteY15" fmla="*/ 533647 h 568686"/>
              <a:gd name="connsiteX16" fmla="*/ 272602 w 606298"/>
              <a:gd name="connsiteY16" fmla="*/ 510752 h 568686"/>
              <a:gd name="connsiteX17" fmla="*/ 214665 w 606298"/>
              <a:gd name="connsiteY17" fmla="*/ 460233 h 568686"/>
              <a:gd name="connsiteX18" fmla="*/ 204080 w 606298"/>
              <a:gd name="connsiteY18" fmla="*/ 449202 h 568686"/>
              <a:gd name="connsiteX19" fmla="*/ 123488 w 606298"/>
              <a:gd name="connsiteY19" fmla="*/ 426955 h 568686"/>
              <a:gd name="connsiteX20" fmla="*/ 469069 w 606298"/>
              <a:gd name="connsiteY20" fmla="*/ 346681 h 568686"/>
              <a:gd name="connsiteX21" fmla="*/ 450777 w 606298"/>
              <a:gd name="connsiteY21" fmla="*/ 374953 h 568686"/>
              <a:gd name="connsiteX22" fmla="*/ 449292 w 606298"/>
              <a:gd name="connsiteY22" fmla="*/ 377178 h 568686"/>
              <a:gd name="connsiteX23" fmla="*/ 425523 w 606298"/>
              <a:gd name="connsiteY23" fmla="*/ 409250 h 568686"/>
              <a:gd name="connsiteX24" fmla="*/ 479189 w 606298"/>
              <a:gd name="connsiteY24" fmla="*/ 391360 h 568686"/>
              <a:gd name="connsiteX25" fmla="*/ 469069 w 606298"/>
              <a:gd name="connsiteY25" fmla="*/ 346681 h 568686"/>
              <a:gd name="connsiteX26" fmla="*/ 137229 w 606298"/>
              <a:gd name="connsiteY26" fmla="*/ 346681 h 568686"/>
              <a:gd name="connsiteX27" fmla="*/ 127109 w 606298"/>
              <a:gd name="connsiteY27" fmla="*/ 391360 h 568686"/>
              <a:gd name="connsiteX28" fmla="*/ 180868 w 606298"/>
              <a:gd name="connsiteY28" fmla="*/ 409250 h 568686"/>
              <a:gd name="connsiteX29" fmla="*/ 157006 w 606298"/>
              <a:gd name="connsiteY29" fmla="*/ 377178 h 568686"/>
              <a:gd name="connsiteX30" fmla="*/ 155521 w 606298"/>
              <a:gd name="connsiteY30" fmla="*/ 375046 h 568686"/>
              <a:gd name="connsiteX31" fmla="*/ 137229 w 606298"/>
              <a:gd name="connsiteY31" fmla="*/ 346681 h 568686"/>
              <a:gd name="connsiteX32" fmla="*/ 303114 w 606298"/>
              <a:gd name="connsiteY32" fmla="*/ 237523 h 568686"/>
              <a:gd name="connsiteX33" fmla="*/ 350005 w 606298"/>
              <a:gd name="connsiteY33" fmla="*/ 284343 h 568686"/>
              <a:gd name="connsiteX34" fmla="*/ 303114 w 606298"/>
              <a:gd name="connsiteY34" fmla="*/ 331163 h 568686"/>
              <a:gd name="connsiteX35" fmla="*/ 256223 w 606298"/>
              <a:gd name="connsiteY35" fmla="*/ 284343 h 568686"/>
              <a:gd name="connsiteX36" fmla="*/ 303114 w 606298"/>
              <a:gd name="connsiteY36" fmla="*/ 237523 h 568686"/>
              <a:gd name="connsiteX37" fmla="*/ 517257 w 606298"/>
              <a:gd name="connsiteY37" fmla="*/ 210604 h 568686"/>
              <a:gd name="connsiteX38" fmla="*/ 516792 w 606298"/>
              <a:gd name="connsiteY38" fmla="*/ 213292 h 568686"/>
              <a:gd name="connsiteX39" fmla="*/ 490888 w 606298"/>
              <a:gd name="connsiteY39" fmla="*/ 303392 h 568686"/>
              <a:gd name="connsiteX40" fmla="*/ 511500 w 606298"/>
              <a:gd name="connsiteY40" fmla="*/ 374953 h 568686"/>
              <a:gd name="connsiteX41" fmla="*/ 572130 w 606298"/>
              <a:gd name="connsiteY41" fmla="*/ 290971 h 568686"/>
              <a:gd name="connsiteX42" fmla="*/ 517257 w 606298"/>
              <a:gd name="connsiteY42" fmla="*/ 210604 h 568686"/>
              <a:gd name="connsiteX43" fmla="*/ 89041 w 606298"/>
              <a:gd name="connsiteY43" fmla="*/ 210604 h 568686"/>
              <a:gd name="connsiteX44" fmla="*/ 34168 w 606298"/>
              <a:gd name="connsiteY44" fmla="*/ 290971 h 568686"/>
              <a:gd name="connsiteX45" fmla="*/ 94798 w 606298"/>
              <a:gd name="connsiteY45" fmla="*/ 374953 h 568686"/>
              <a:gd name="connsiteX46" fmla="*/ 115410 w 606298"/>
              <a:gd name="connsiteY46" fmla="*/ 303392 h 568686"/>
              <a:gd name="connsiteX47" fmla="*/ 89506 w 606298"/>
              <a:gd name="connsiteY47" fmla="*/ 213292 h 568686"/>
              <a:gd name="connsiteX48" fmla="*/ 419952 w 606298"/>
              <a:gd name="connsiteY48" fmla="*/ 171487 h 568686"/>
              <a:gd name="connsiteX49" fmla="*/ 438893 w 606298"/>
              <a:gd name="connsiteY49" fmla="*/ 199666 h 568686"/>
              <a:gd name="connsiteX50" fmla="*/ 470833 w 606298"/>
              <a:gd name="connsiteY50" fmla="*/ 256952 h 568686"/>
              <a:gd name="connsiteX51" fmla="*/ 484017 w 606298"/>
              <a:gd name="connsiteY51" fmla="*/ 200407 h 568686"/>
              <a:gd name="connsiteX52" fmla="*/ 484946 w 606298"/>
              <a:gd name="connsiteY52" fmla="*/ 193085 h 568686"/>
              <a:gd name="connsiteX53" fmla="*/ 419952 w 606298"/>
              <a:gd name="connsiteY53" fmla="*/ 171487 h 568686"/>
              <a:gd name="connsiteX54" fmla="*/ 186346 w 606298"/>
              <a:gd name="connsiteY54" fmla="*/ 171487 h 568686"/>
              <a:gd name="connsiteX55" fmla="*/ 121352 w 606298"/>
              <a:gd name="connsiteY55" fmla="*/ 193085 h 568686"/>
              <a:gd name="connsiteX56" fmla="*/ 122281 w 606298"/>
              <a:gd name="connsiteY56" fmla="*/ 200407 h 568686"/>
              <a:gd name="connsiteX57" fmla="*/ 135465 w 606298"/>
              <a:gd name="connsiteY57" fmla="*/ 256952 h 568686"/>
              <a:gd name="connsiteX58" fmla="*/ 167405 w 606298"/>
              <a:gd name="connsiteY58" fmla="*/ 199666 h 568686"/>
              <a:gd name="connsiteX59" fmla="*/ 186346 w 606298"/>
              <a:gd name="connsiteY59" fmla="*/ 171487 h 568686"/>
              <a:gd name="connsiteX60" fmla="*/ 303149 w 606298"/>
              <a:gd name="connsiteY60" fmla="*/ 159459 h 568686"/>
              <a:gd name="connsiteX61" fmla="*/ 236113 w 606298"/>
              <a:gd name="connsiteY61" fmla="*/ 162866 h 568686"/>
              <a:gd name="connsiteX62" fmla="*/ 196559 w 606298"/>
              <a:gd name="connsiteY62" fmla="*/ 218020 h 568686"/>
              <a:gd name="connsiteX63" fmla="*/ 153385 w 606298"/>
              <a:gd name="connsiteY63" fmla="*/ 301260 h 568686"/>
              <a:gd name="connsiteX64" fmla="*/ 184118 w 606298"/>
              <a:gd name="connsiteY64" fmla="*/ 356321 h 568686"/>
              <a:gd name="connsiteX65" fmla="*/ 222835 w 606298"/>
              <a:gd name="connsiteY65" fmla="*/ 406284 h 568686"/>
              <a:gd name="connsiteX66" fmla="*/ 227385 w 606298"/>
              <a:gd name="connsiteY66" fmla="*/ 411104 h 568686"/>
              <a:gd name="connsiteX67" fmla="*/ 234813 w 606298"/>
              <a:gd name="connsiteY67" fmla="*/ 419169 h 568686"/>
              <a:gd name="connsiteX68" fmla="*/ 294607 w 606298"/>
              <a:gd name="connsiteY68" fmla="*/ 422691 h 568686"/>
              <a:gd name="connsiteX69" fmla="*/ 311784 w 606298"/>
              <a:gd name="connsiteY69" fmla="*/ 422691 h 568686"/>
              <a:gd name="connsiteX70" fmla="*/ 371485 w 606298"/>
              <a:gd name="connsiteY70" fmla="*/ 419169 h 568686"/>
              <a:gd name="connsiteX71" fmla="*/ 378913 w 606298"/>
              <a:gd name="connsiteY71" fmla="*/ 411104 h 568686"/>
              <a:gd name="connsiteX72" fmla="*/ 383463 w 606298"/>
              <a:gd name="connsiteY72" fmla="*/ 406284 h 568686"/>
              <a:gd name="connsiteX73" fmla="*/ 422273 w 606298"/>
              <a:gd name="connsiteY73" fmla="*/ 356321 h 568686"/>
              <a:gd name="connsiteX74" fmla="*/ 452913 w 606298"/>
              <a:gd name="connsiteY74" fmla="*/ 301260 h 568686"/>
              <a:gd name="connsiteX75" fmla="*/ 409831 w 606298"/>
              <a:gd name="connsiteY75" fmla="*/ 218020 h 568686"/>
              <a:gd name="connsiteX76" fmla="*/ 370185 w 606298"/>
              <a:gd name="connsiteY76" fmla="*/ 162866 h 568686"/>
              <a:gd name="connsiteX77" fmla="*/ 303149 w 606298"/>
              <a:gd name="connsiteY77" fmla="*/ 159459 h 568686"/>
              <a:gd name="connsiteX78" fmla="*/ 303149 w 606298"/>
              <a:gd name="connsiteY78" fmla="*/ 95754 h 568686"/>
              <a:gd name="connsiteX79" fmla="*/ 269631 w 606298"/>
              <a:gd name="connsiteY79" fmla="*/ 125788 h 568686"/>
              <a:gd name="connsiteX80" fmla="*/ 336667 w 606298"/>
              <a:gd name="connsiteY80" fmla="*/ 125788 h 568686"/>
              <a:gd name="connsiteX81" fmla="*/ 303149 w 606298"/>
              <a:gd name="connsiteY81" fmla="*/ 95754 h 568686"/>
              <a:gd name="connsiteX82" fmla="*/ 413453 w 606298"/>
              <a:gd name="connsiteY82" fmla="*/ 34112 h 568686"/>
              <a:gd name="connsiteX83" fmla="*/ 326454 w 606298"/>
              <a:gd name="connsiteY83" fmla="*/ 70078 h 568686"/>
              <a:gd name="connsiteX84" fmla="*/ 388012 w 606298"/>
              <a:gd name="connsiteY84" fmla="*/ 130608 h 568686"/>
              <a:gd name="connsiteX85" fmla="*/ 490424 w 606298"/>
              <a:gd name="connsiteY85" fmla="*/ 158138 h 568686"/>
              <a:gd name="connsiteX86" fmla="*/ 490424 w 606298"/>
              <a:gd name="connsiteY86" fmla="*/ 156933 h 568686"/>
              <a:gd name="connsiteX87" fmla="*/ 453841 w 606298"/>
              <a:gd name="connsiteY87" fmla="*/ 45143 h 568686"/>
              <a:gd name="connsiteX88" fmla="*/ 413453 w 606298"/>
              <a:gd name="connsiteY88" fmla="*/ 34112 h 568686"/>
              <a:gd name="connsiteX89" fmla="*/ 192845 w 606298"/>
              <a:gd name="connsiteY89" fmla="*/ 34112 h 568686"/>
              <a:gd name="connsiteX90" fmla="*/ 152549 w 606298"/>
              <a:gd name="connsiteY90" fmla="*/ 45143 h 568686"/>
              <a:gd name="connsiteX91" fmla="*/ 115874 w 606298"/>
              <a:gd name="connsiteY91" fmla="*/ 156933 h 568686"/>
              <a:gd name="connsiteX92" fmla="*/ 115967 w 606298"/>
              <a:gd name="connsiteY92" fmla="*/ 158138 h 568686"/>
              <a:gd name="connsiteX93" fmla="*/ 218286 w 606298"/>
              <a:gd name="connsiteY93" fmla="*/ 130608 h 568686"/>
              <a:gd name="connsiteX94" fmla="*/ 279937 w 606298"/>
              <a:gd name="connsiteY94" fmla="*/ 70078 h 568686"/>
              <a:gd name="connsiteX95" fmla="*/ 192845 w 606298"/>
              <a:gd name="connsiteY95" fmla="*/ 34112 h 568686"/>
              <a:gd name="connsiteX96" fmla="*/ 192845 w 606298"/>
              <a:gd name="connsiteY96" fmla="*/ 0 h 568686"/>
              <a:gd name="connsiteX97" fmla="*/ 303149 w 606298"/>
              <a:gd name="connsiteY97" fmla="*/ 44494 h 568686"/>
              <a:gd name="connsiteX98" fmla="*/ 413453 w 606298"/>
              <a:gd name="connsiteY98" fmla="*/ 0 h 568686"/>
              <a:gd name="connsiteX99" fmla="*/ 472411 w 606298"/>
              <a:gd name="connsiteY99" fmla="*/ 16500 h 568686"/>
              <a:gd name="connsiteX100" fmla="*/ 515214 w 606298"/>
              <a:gd name="connsiteY100" fmla="*/ 78050 h 568686"/>
              <a:gd name="connsiteX101" fmla="*/ 524127 w 606298"/>
              <a:gd name="connsiteY101" fmla="*/ 167964 h 568686"/>
              <a:gd name="connsiteX102" fmla="*/ 524127 w 606298"/>
              <a:gd name="connsiteY102" fmla="*/ 174824 h 568686"/>
              <a:gd name="connsiteX103" fmla="*/ 606298 w 606298"/>
              <a:gd name="connsiteY103" fmla="*/ 290971 h 568686"/>
              <a:gd name="connsiteX104" fmla="*/ 516607 w 606298"/>
              <a:gd name="connsiteY104" fmla="*/ 411382 h 568686"/>
              <a:gd name="connsiteX105" fmla="*/ 516792 w 606298"/>
              <a:gd name="connsiteY105" fmla="*/ 413792 h 568686"/>
              <a:gd name="connsiteX106" fmla="*/ 464519 w 606298"/>
              <a:gd name="connsiteY106" fmla="*/ 553299 h 568686"/>
              <a:gd name="connsiteX107" fmla="*/ 408903 w 606298"/>
              <a:gd name="connsiteY107" fmla="*/ 568686 h 568686"/>
              <a:gd name="connsiteX108" fmla="*/ 303149 w 606298"/>
              <a:gd name="connsiteY108" fmla="*/ 532628 h 568686"/>
              <a:gd name="connsiteX109" fmla="*/ 197395 w 606298"/>
              <a:gd name="connsiteY109" fmla="*/ 568686 h 568686"/>
              <a:gd name="connsiteX110" fmla="*/ 141779 w 606298"/>
              <a:gd name="connsiteY110" fmla="*/ 553299 h 568686"/>
              <a:gd name="connsiteX111" fmla="*/ 89506 w 606298"/>
              <a:gd name="connsiteY111" fmla="*/ 413700 h 568686"/>
              <a:gd name="connsiteX112" fmla="*/ 89784 w 606298"/>
              <a:gd name="connsiteY112" fmla="*/ 411382 h 568686"/>
              <a:gd name="connsiteX113" fmla="*/ 0 w 606298"/>
              <a:gd name="connsiteY113" fmla="*/ 290971 h 568686"/>
              <a:gd name="connsiteX114" fmla="*/ 82171 w 606298"/>
              <a:gd name="connsiteY114" fmla="*/ 174824 h 568686"/>
              <a:gd name="connsiteX115" fmla="*/ 82171 w 606298"/>
              <a:gd name="connsiteY115" fmla="*/ 167964 h 568686"/>
              <a:gd name="connsiteX116" fmla="*/ 91084 w 606298"/>
              <a:gd name="connsiteY116" fmla="*/ 78050 h 568686"/>
              <a:gd name="connsiteX117" fmla="*/ 133887 w 606298"/>
              <a:gd name="connsiteY117" fmla="*/ 16500 h 568686"/>
              <a:gd name="connsiteX118" fmla="*/ 192845 w 606298"/>
              <a:gd name="connsiteY118" fmla="*/ 0 h 5686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606298" h="568686">
                <a:moveTo>
                  <a:pt x="258582" y="455598"/>
                </a:moveTo>
                <a:cubicBezTo>
                  <a:pt x="273159" y="469039"/>
                  <a:pt x="288200" y="480811"/>
                  <a:pt x="303149" y="490637"/>
                </a:cubicBezTo>
                <a:cubicBezTo>
                  <a:pt x="318190" y="480811"/>
                  <a:pt x="333139" y="469039"/>
                  <a:pt x="347716" y="455598"/>
                </a:cubicBezTo>
                <a:cubicBezTo>
                  <a:pt x="335274" y="456432"/>
                  <a:pt x="323483" y="456896"/>
                  <a:pt x="311784" y="456896"/>
                </a:cubicBezTo>
                <a:lnTo>
                  <a:pt x="294607" y="456896"/>
                </a:lnTo>
                <a:cubicBezTo>
                  <a:pt x="282908" y="456896"/>
                  <a:pt x="271024" y="456432"/>
                  <a:pt x="258582" y="455598"/>
                </a:cubicBezTo>
                <a:close/>
                <a:moveTo>
                  <a:pt x="482810" y="426955"/>
                </a:moveTo>
                <a:cubicBezTo>
                  <a:pt x="458020" y="436688"/>
                  <a:pt x="431001" y="444104"/>
                  <a:pt x="402311" y="449202"/>
                </a:cubicBezTo>
                <a:lnTo>
                  <a:pt x="391633" y="460233"/>
                </a:lnTo>
                <a:cubicBezTo>
                  <a:pt x="373249" y="479421"/>
                  <a:pt x="353751" y="496384"/>
                  <a:pt x="333696" y="510752"/>
                </a:cubicBezTo>
                <a:cubicBezTo>
                  <a:pt x="360436" y="525768"/>
                  <a:pt x="385877" y="533647"/>
                  <a:pt x="407603" y="533647"/>
                </a:cubicBezTo>
                <a:cubicBezTo>
                  <a:pt x="421995" y="533647"/>
                  <a:pt x="434808" y="530218"/>
                  <a:pt x="445578" y="523358"/>
                </a:cubicBezTo>
                <a:cubicBezTo>
                  <a:pt x="470833" y="507507"/>
                  <a:pt x="484017" y="473303"/>
                  <a:pt x="482810" y="426955"/>
                </a:cubicBezTo>
                <a:close/>
                <a:moveTo>
                  <a:pt x="123488" y="426955"/>
                </a:moveTo>
                <a:cubicBezTo>
                  <a:pt x="122281" y="473303"/>
                  <a:pt x="135465" y="507507"/>
                  <a:pt x="160720" y="523358"/>
                </a:cubicBezTo>
                <a:cubicBezTo>
                  <a:pt x="171490" y="530218"/>
                  <a:pt x="184303" y="533647"/>
                  <a:pt x="198788" y="533647"/>
                </a:cubicBezTo>
                <a:cubicBezTo>
                  <a:pt x="220421" y="533647"/>
                  <a:pt x="245862" y="525768"/>
                  <a:pt x="272602" y="510752"/>
                </a:cubicBezTo>
                <a:cubicBezTo>
                  <a:pt x="252547" y="496384"/>
                  <a:pt x="233142" y="479421"/>
                  <a:pt x="214665" y="460233"/>
                </a:cubicBezTo>
                <a:lnTo>
                  <a:pt x="204080" y="449202"/>
                </a:lnTo>
                <a:cubicBezTo>
                  <a:pt x="175297" y="444104"/>
                  <a:pt x="148278" y="436688"/>
                  <a:pt x="123488" y="426955"/>
                </a:cubicBezTo>
                <a:close/>
                <a:moveTo>
                  <a:pt x="469069" y="346681"/>
                </a:moveTo>
                <a:cubicBezTo>
                  <a:pt x="463591" y="356043"/>
                  <a:pt x="457555" y="365313"/>
                  <a:pt x="450777" y="374953"/>
                </a:cubicBezTo>
                <a:lnTo>
                  <a:pt x="449292" y="377178"/>
                </a:lnTo>
                <a:cubicBezTo>
                  <a:pt x="437686" y="393770"/>
                  <a:pt x="434529" y="398405"/>
                  <a:pt x="425523" y="409250"/>
                </a:cubicBezTo>
                <a:cubicBezTo>
                  <a:pt x="444464" y="404523"/>
                  <a:pt x="462476" y="398497"/>
                  <a:pt x="479189" y="391360"/>
                </a:cubicBezTo>
                <a:cubicBezTo>
                  <a:pt x="476961" y="376992"/>
                  <a:pt x="473525" y="361976"/>
                  <a:pt x="469069" y="346681"/>
                </a:cubicBezTo>
                <a:close/>
                <a:moveTo>
                  <a:pt x="137229" y="346681"/>
                </a:moveTo>
                <a:cubicBezTo>
                  <a:pt x="132773" y="361976"/>
                  <a:pt x="129337" y="376992"/>
                  <a:pt x="127109" y="391360"/>
                </a:cubicBezTo>
                <a:cubicBezTo>
                  <a:pt x="143822" y="398497"/>
                  <a:pt x="161834" y="404523"/>
                  <a:pt x="180868" y="409250"/>
                </a:cubicBezTo>
                <a:cubicBezTo>
                  <a:pt x="171769" y="398312"/>
                  <a:pt x="168426" y="393492"/>
                  <a:pt x="157006" y="377178"/>
                </a:cubicBezTo>
                <a:lnTo>
                  <a:pt x="155521" y="375046"/>
                </a:lnTo>
                <a:cubicBezTo>
                  <a:pt x="148743" y="365313"/>
                  <a:pt x="142800" y="356043"/>
                  <a:pt x="137229" y="346681"/>
                </a:cubicBezTo>
                <a:close/>
                <a:moveTo>
                  <a:pt x="303114" y="237523"/>
                </a:moveTo>
                <a:cubicBezTo>
                  <a:pt x="329011" y="237523"/>
                  <a:pt x="350005" y="258485"/>
                  <a:pt x="350005" y="284343"/>
                </a:cubicBezTo>
                <a:cubicBezTo>
                  <a:pt x="350005" y="310201"/>
                  <a:pt x="329011" y="331163"/>
                  <a:pt x="303114" y="331163"/>
                </a:cubicBezTo>
                <a:cubicBezTo>
                  <a:pt x="277217" y="331163"/>
                  <a:pt x="256223" y="310201"/>
                  <a:pt x="256223" y="284343"/>
                </a:cubicBezTo>
                <a:cubicBezTo>
                  <a:pt x="256223" y="258485"/>
                  <a:pt x="277217" y="237523"/>
                  <a:pt x="303114" y="237523"/>
                </a:cubicBezTo>
                <a:close/>
                <a:moveTo>
                  <a:pt x="517257" y="210604"/>
                </a:moveTo>
                <a:lnTo>
                  <a:pt x="516792" y="213292"/>
                </a:lnTo>
                <a:cubicBezTo>
                  <a:pt x="511593" y="245550"/>
                  <a:pt x="503144" y="275027"/>
                  <a:pt x="490888" y="303392"/>
                </a:cubicBezTo>
                <a:cubicBezTo>
                  <a:pt x="500173" y="327771"/>
                  <a:pt x="507043" y="351872"/>
                  <a:pt x="511500" y="374953"/>
                </a:cubicBezTo>
                <a:cubicBezTo>
                  <a:pt x="550682" y="351223"/>
                  <a:pt x="572130" y="321560"/>
                  <a:pt x="572130" y="290971"/>
                </a:cubicBezTo>
                <a:cubicBezTo>
                  <a:pt x="572130" y="262143"/>
                  <a:pt x="552725" y="233778"/>
                  <a:pt x="517257" y="210604"/>
                </a:cubicBezTo>
                <a:close/>
                <a:moveTo>
                  <a:pt x="89041" y="210604"/>
                </a:moveTo>
                <a:cubicBezTo>
                  <a:pt x="53573" y="233778"/>
                  <a:pt x="34168" y="262143"/>
                  <a:pt x="34168" y="290971"/>
                </a:cubicBezTo>
                <a:cubicBezTo>
                  <a:pt x="34168" y="321560"/>
                  <a:pt x="55616" y="351223"/>
                  <a:pt x="94798" y="374953"/>
                </a:cubicBezTo>
                <a:cubicBezTo>
                  <a:pt x="99255" y="351872"/>
                  <a:pt x="106218" y="327771"/>
                  <a:pt x="115410" y="303392"/>
                </a:cubicBezTo>
                <a:cubicBezTo>
                  <a:pt x="103247" y="275027"/>
                  <a:pt x="94705" y="245550"/>
                  <a:pt x="89506" y="213292"/>
                </a:cubicBezTo>
                <a:close/>
                <a:moveTo>
                  <a:pt x="419952" y="171487"/>
                </a:moveTo>
                <a:cubicBezTo>
                  <a:pt x="426451" y="180571"/>
                  <a:pt x="432765" y="190026"/>
                  <a:pt x="438893" y="199666"/>
                </a:cubicBezTo>
                <a:cubicBezTo>
                  <a:pt x="450777" y="218576"/>
                  <a:pt x="461548" y="237856"/>
                  <a:pt x="470833" y="256952"/>
                </a:cubicBezTo>
                <a:cubicBezTo>
                  <a:pt x="477146" y="237949"/>
                  <a:pt x="481510" y="219410"/>
                  <a:pt x="484017" y="200407"/>
                </a:cubicBezTo>
                <a:lnTo>
                  <a:pt x="484946" y="193085"/>
                </a:lnTo>
                <a:cubicBezTo>
                  <a:pt x="465633" y="184278"/>
                  <a:pt x="443814" y="177048"/>
                  <a:pt x="419952" y="171487"/>
                </a:cubicBezTo>
                <a:close/>
                <a:moveTo>
                  <a:pt x="186346" y="171487"/>
                </a:moveTo>
                <a:cubicBezTo>
                  <a:pt x="162577" y="177048"/>
                  <a:pt x="140758" y="184278"/>
                  <a:pt x="121352" y="193085"/>
                </a:cubicBezTo>
                <a:lnTo>
                  <a:pt x="122281" y="200407"/>
                </a:lnTo>
                <a:cubicBezTo>
                  <a:pt x="124881" y="219410"/>
                  <a:pt x="129152" y="237949"/>
                  <a:pt x="135465" y="256952"/>
                </a:cubicBezTo>
                <a:cubicBezTo>
                  <a:pt x="144750" y="237856"/>
                  <a:pt x="155521" y="218576"/>
                  <a:pt x="167405" y="199666"/>
                </a:cubicBezTo>
                <a:cubicBezTo>
                  <a:pt x="173533" y="190026"/>
                  <a:pt x="179847" y="180571"/>
                  <a:pt x="186346" y="171487"/>
                </a:cubicBezTo>
                <a:close/>
                <a:moveTo>
                  <a:pt x="303149" y="159459"/>
                </a:moveTo>
                <a:cubicBezTo>
                  <a:pt x="279473" y="159459"/>
                  <a:pt x="255797" y="160595"/>
                  <a:pt x="236113" y="162866"/>
                </a:cubicBezTo>
                <a:cubicBezTo>
                  <a:pt x="222000" y="180200"/>
                  <a:pt x="208630" y="198739"/>
                  <a:pt x="196559" y="218020"/>
                </a:cubicBezTo>
                <a:cubicBezTo>
                  <a:pt x="179754" y="244438"/>
                  <a:pt x="165270" y="272432"/>
                  <a:pt x="153385" y="301260"/>
                </a:cubicBezTo>
                <a:cubicBezTo>
                  <a:pt x="162020" y="318965"/>
                  <a:pt x="172047" y="337040"/>
                  <a:pt x="184118" y="356321"/>
                </a:cubicBezTo>
                <a:cubicBezTo>
                  <a:pt x="199809" y="381534"/>
                  <a:pt x="207980" y="390340"/>
                  <a:pt x="222835" y="406284"/>
                </a:cubicBezTo>
                <a:cubicBezTo>
                  <a:pt x="224321" y="407767"/>
                  <a:pt x="225807" y="409436"/>
                  <a:pt x="227385" y="411104"/>
                </a:cubicBezTo>
                <a:lnTo>
                  <a:pt x="234813" y="419169"/>
                </a:lnTo>
                <a:cubicBezTo>
                  <a:pt x="254218" y="421486"/>
                  <a:pt x="274273" y="422691"/>
                  <a:pt x="294607" y="422691"/>
                </a:cubicBezTo>
                <a:lnTo>
                  <a:pt x="311784" y="422691"/>
                </a:lnTo>
                <a:cubicBezTo>
                  <a:pt x="332025" y="422691"/>
                  <a:pt x="352080" y="421486"/>
                  <a:pt x="371485" y="419169"/>
                </a:cubicBezTo>
                <a:lnTo>
                  <a:pt x="378913" y="411104"/>
                </a:lnTo>
                <a:cubicBezTo>
                  <a:pt x="380491" y="409436"/>
                  <a:pt x="382070" y="407767"/>
                  <a:pt x="383463" y="406284"/>
                </a:cubicBezTo>
                <a:cubicBezTo>
                  <a:pt x="398318" y="390340"/>
                  <a:pt x="406489" y="381534"/>
                  <a:pt x="422273" y="356321"/>
                </a:cubicBezTo>
                <a:cubicBezTo>
                  <a:pt x="434343" y="337040"/>
                  <a:pt x="444371" y="318965"/>
                  <a:pt x="452913" y="301260"/>
                </a:cubicBezTo>
                <a:cubicBezTo>
                  <a:pt x="441028" y="272432"/>
                  <a:pt x="426544" y="244438"/>
                  <a:pt x="409831" y="218020"/>
                </a:cubicBezTo>
                <a:cubicBezTo>
                  <a:pt x="397668" y="198739"/>
                  <a:pt x="384391" y="180200"/>
                  <a:pt x="370185" y="162866"/>
                </a:cubicBezTo>
                <a:cubicBezTo>
                  <a:pt x="350502" y="160595"/>
                  <a:pt x="326825" y="159459"/>
                  <a:pt x="303149" y="159459"/>
                </a:cubicBezTo>
                <a:close/>
                <a:moveTo>
                  <a:pt x="303149" y="95754"/>
                </a:moveTo>
                <a:cubicBezTo>
                  <a:pt x="291729" y="104931"/>
                  <a:pt x="280494" y="115035"/>
                  <a:pt x="269631" y="125788"/>
                </a:cubicBezTo>
                <a:cubicBezTo>
                  <a:pt x="288758" y="124861"/>
                  <a:pt x="317540" y="124861"/>
                  <a:pt x="336667" y="125788"/>
                </a:cubicBezTo>
                <a:cubicBezTo>
                  <a:pt x="325897" y="115035"/>
                  <a:pt x="314662" y="104931"/>
                  <a:pt x="303149" y="95754"/>
                </a:cubicBezTo>
                <a:close/>
                <a:moveTo>
                  <a:pt x="413453" y="34112"/>
                </a:moveTo>
                <a:cubicBezTo>
                  <a:pt x="388941" y="34112"/>
                  <a:pt x="359693" y="46162"/>
                  <a:pt x="326454" y="70078"/>
                </a:cubicBezTo>
                <a:cubicBezTo>
                  <a:pt x="347530" y="87226"/>
                  <a:pt x="368235" y="107619"/>
                  <a:pt x="388012" y="130608"/>
                </a:cubicBezTo>
                <a:cubicBezTo>
                  <a:pt x="425801" y="136077"/>
                  <a:pt x="460155" y="145346"/>
                  <a:pt x="490424" y="158138"/>
                </a:cubicBezTo>
                <a:lnTo>
                  <a:pt x="490424" y="156933"/>
                </a:lnTo>
                <a:cubicBezTo>
                  <a:pt x="493023" y="105117"/>
                  <a:pt x="478632" y="61179"/>
                  <a:pt x="453841" y="45143"/>
                </a:cubicBezTo>
                <a:cubicBezTo>
                  <a:pt x="442607" y="37820"/>
                  <a:pt x="428958" y="34112"/>
                  <a:pt x="413453" y="34112"/>
                </a:cubicBezTo>
                <a:close/>
                <a:moveTo>
                  <a:pt x="192845" y="34112"/>
                </a:moveTo>
                <a:cubicBezTo>
                  <a:pt x="177340" y="34112"/>
                  <a:pt x="163784" y="37820"/>
                  <a:pt x="152549" y="45143"/>
                </a:cubicBezTo>
                <a:cubicBezTo>
                  <a:pt x="127759" y="61179"/>
                  <a:pt x="113368" y="105117"/>
                  <a:pt x="115874" y="156933"/>
                </a:cubicBezTo>
                <a:lnTo>
                  <a:pt x="115967" y="158138"/>
                </a:lnTo>
                <a:cubicBezTo>
                  <a:pt x="146143" y="145346"/>
                  <a:pt x="180497" y="136077"/>
                  <a:pt x="218286" y="130608"/>
                </a:cubicBezTo>
                <a:cubicBezTo>
                  <a:pt x="238062" y="107619"/>
                  <a:pt x="258768" y="87226"/>
                  <a:pt x="279937" y="70078"/>
                </a:cubicBezTo>
                <a:cubicBezTo>
                  <a:pt x="246697" y="46162"/>
                  <a:pt x="217450" y="34112"/>
                  <a:pt x="192845" y="34112"/>
                </a:cubicBezTo>
                <a:close/>
                <a:moveTo>
                  <a:pt x="192845" y="0"/>
                </a:moveTo>
                <a:cubicBezTo>
                  <a:pt x="225342" y="0"/>
                  <a:pt x="262482" y="14924"/>
                  <a:pt x="303149" y="44494"/>
                </a:cubicBezTo>
                <a:cubicBezTo>
                  <a:pt x="343816" y="14924"/>
                  <a:pt x="380956" y="0"/>
                  <a:pt x="413453" y="0"/>
                </a:cubicBezTo>
                <a:cubicBezTo>
                  <a:pt x="435643" y="0"/>
                  <a:pt x="455513" y="5562"/>
                  <a:pt x="472411" y="16500"/>
                </a:cubicBezTo>
                <a:cubicBezTo>
                  <a:pt x="491445" y="28828"/>
                  <a:pt x="506208" y="50148"/>
                  <a:pt x="515214" y="78050"/>
                </a:cubicBezTo>
                <a:cubicBezTo>
                  <a:pt x="523756" y="104468"/>
                  <a:pt x="526820" y="135613"/>
                  <a:pt x="524127" y="167964"/>
                </a:cubicBezTo>
                <a:lnTo>
                  <a:pt x="524127" y="174824"/>
                </a:lnTo>
                <a:cubicBezTo>
                  <a:pt x="577144" y="205506"/>
                  <a:pt x="606298" y="246662"/>
                  <a:pt x="606298" y="290971"/>
                </a:cubicBezTo>
                <a:cubicBezTo>
                  <a:pt x="606298" y="337597"/>
                  <a:pt x="574451" y="380236"/>
                  <a:pt x="516607" y="411382"/>
                </a:cubicBezTo>
                <a:cubicBezTo>
                  <a:pt x="516700" y="412216"/>
                  <a:pt x="516792" y="412958"/>
                  <a:pt x="516792" y="413792"/>
                </a:cubicBezTo>
                <a:cubicBezTo>
                  <a:pt x="521528" y="479513"/>
                  <a:pt x="503051" y="529105"/>
                  <a:pt x="464519" y="553299"/>
                </a:cubicBezTo>
                <a:cubicBezTo>
                  <a:pt x="448363" y="563495"/>
                  <a:pt x="429701" y="568686"/>
                  <a:pt x="408903" y="568686"/>
                </a:cubicBezTo>
                <a:cubicBezTo>
                  <a:pt x="376870" y="568686"/>
                  <a:pt x="340381" y="556172"/>
                  <a:pt x="303149" y="532628"/>
                </a:cubicBezTo>
                <a:cubicBezTo>
                  <a:pt x="266010" y="556172"/>
                  <a:pt x="229428" y="568686"/>
                  <a:pt x="197395" y="568686"/>
                </a:cubicBezTo>
                <a:cubicBezTo>
                  <a:pt x="176690" y="568686"/>
                  <a:pt x="157935" y="563495"/>
                  <a:pt x="141779" y="553299"/>
                </a:cubicBezTo>
                <a:cubicBezTo>
                  <a:pt x="103340" y="529105"/>
                  <a:pt x="84770" y="479513"/>
                  <a:pt x="89506" y="413700"/>
                </a:cubicBezTo>
                <a:cubicBezTo>
                  <a:pt x="89598" y="412958"/>
                  <a:pt x="89691" y="412124"/>
                  <a:pt x="89784" y="411382"/>
                </a:cubicBezTo>
                <a:cubicBezTo>
                  <a:pt x="31847" y="380236"/>
                  <a:pt x="0" y="337597"/>
                  <a:pt x="0" y="290971"/>
                </a:cubicBezTo>
                <a:cubicBezTo>
                  <a:pt x="0" y="246662"/>
                  <a:pt x="29154" y="205506"/>
                  <a:pt x="82171" y="174824"/>
                </a:cubicBezTo>
                <a:lnTo>
                  <a:pt x="82171" y="167964"/>
                </a:lnTo>
                <a:cubicBezTo>
                  <a:pt x="79478" y="135613"/>
                  <a:pt x="82542" y="104468"/>
                  <a:pt x="91084" y="78050"/>
                </a:cubicBezTo>
                <a:cubicBezTo>
                  <a:pt x="100090" y="50148"/>
                  <a:pt x="114946" y="28828"/>
                  <a:pt x="133887" y="16500"/>
                </a:cubicBezTo>
                <a:cubicBezTo>
                  <a:pt x="150785" y="5562"/>
                  <a:pt x="170655" y="0"/>
                  <a:pt x="19284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cs typeface="+mn-ea"/>
              <a:sym typeface="+mn-lt"/>
            </a:endParaRPr>
          </a:p>
        </p:txBody>
      </p:sp>
      <p:sp>
        <p:nvSpPr>
          <p:cNvPr id="48" name="椭圆 45">
            <a:extLst>
              <a:ext uri="{FF2B5EF4-FFF2-40B4-BE49-F238E27FC236}">
                <a16:creationId xmlns:a16="http://schemas.microsoft.com/office/drawing/2014/main" id="{D3F7CD1C-1583-EB7E-5350-51CC29E178EB}"/>
              </a:ext>
            </a:extLst>
          </p:cNvPr>
          <p:cNvSpPr/>
          <p:nvPr/>
        </p:nvSpPr>
        <p:spPr>
          <a:xfrm>
            <a:off x="8551177" y="2313474"/>
            <a:ext cx="755387" cy="733741"/>
          </a:xfrm>
          <a:custGeom>
            <a:avLst/>
            <a:gdLst>
              <a:gd name="connsiteX0" fmla="*/ 357006 w 608274"/>
              <a:gd name="connsiteY0" fmla="*/ 315793 h 590844"/>
              <a:gd name="connsiteX1" fmla="*/ 344664 w 608274"/>
              <a:gd name="connsiteY1" fmla="*/ 351821 h 590844"/>
              <a:gd name="connsiteX2" fmla="*/ 552405 w 608274"/>
              <a:gd name="connsiteY2" fmla="*/ 559238 h 590844"/>
              <a:gd name="connsiteX3" fmla="*/ 554572 w 608274"/>
              <a:gd name="connsiteY3" fmla="*/ 560178 h 590844"/>
              <a:gd name="connsiteX4" fmla="*/ 554666 w 608274"/>
              <a:gd name="connsiteY4" fmla="*/ 560178 h 590844"/>
              <a:gd name="connsiteX5" fmla="*/ 556928 w 608274"/>
              <a:gd name="connsiteY5" fmla="*/ 559238 h 590844"/>
              <a:gd name="connsiteX6" fmla="*/ 576618 w 608274"/>
              <a:gd name="connsiteY6" fmla="*/ 539578 h 590844"/>
              <a:gd name="connsiteX7" fmla="*/ 577560 w 608274"/>
              <a:gd name="connsiteY7" fmla="*/ 537320 h 590844"/>
              <a:gd name="connsiteX8" fmla="*/ 576618 w 608274"/>
              <a:gd name="connsiteY8" fmla="*/ 535063 h 590844"/>
              <a:gd name="connsiteX9" fmla="*/ 347019 w 608274"/>
              <a:gd name="connsiteY9" fmla="*/ 272617 h 590844"/>
              <a:gd name="connsiteX10" fmla="*/ 361339 w 608274"/>
              <a:gd name="connsiteY10" fmla="*/ 276756 h 590844"/>
              <a:gd name="connsiteX11" fmla="*/ 370572 w 608274"/>
              <a:gd name="connsiteY11" fmla="*/ 285974 h 590844"/>
              <a:gd name="connsiteX12" fmla="*/ 598287 w 608274"/>
              <a:gd name="connsiteY12" fmla="*/ 513333 h 590844"/>
              <a:gd name="connsiteX13" fmla="*/ 608274 w 608274"/>
              <a:gd name="connsiteY13" fmla="*/ 537320 h 590844"/>
              <a:gd name="connsiteX14" fmla="*/ 598287 w 608274"/>
              <a:gd name="connsiteY14" fmla="*/ 561213 h 590844"/>
              <a:gd name="connsiteX15" fmla="*/ 578691 w 608274"/>
              <a:gd name="connsiteY15" fmla="*/ 580873 h 590844"/>
              <a:gd name="connsiteX16" fmla="*/ 554666 w 608274"/>
              <a:gd name="connsiteY16" fmla="*/ 590844 h 590844"/>
              <a:gd name="connsiteX17" fmla="*/ 554572 w 608274"/>
              <a:gd name="connsiteY17" fmla="*/ 590844 h 590844"/>
              <a:gd name="connsiteX18" fmla="*/ 530736 w 608274"/>
              <a:gd name="connsiteY18" fmla="*/ 580873 h 590844"/>
              <a:gd name="connsiteX19" fmla="*/ 316211 w 608274"/>
              <a:gd name="connsiteY19" fmla="*/ 366683 h 590844"/>
              <a:gd name="connsiteX20" fmla="*/ 312442 w 608274"/>
              <a:gd name="connsiteY20" fmla="*/ 350880 h 590844"/>
              <a:gd name="connsiteX21" fmla="*/ 327328 w 608274"/>
              <a:gd name="connsiteY21" fmla="*/ 307610 h 590844"/>
              <a:gd name="connsiteX22" fmla="*/ 335902 w 608274"/>
              <a:gd name="connsiteY22" fmla="*/ 282588 h 590844"/>
              <a:gd name="connsiteX23" fmla="*/ 347019 w 608274"/>
              <a:gd name="connsiteY23" fmla="*/ 272617 h 590844"/>
              <a:gd name="connsiteX24" fmla="*/ 74870 w 608274"/>
              <a:gd name="connsiteY24" fmla="*/ 82350 h 590844"/>
              <a:gd name="connsiteX25" fmla="*/ 426850 w 608274"/>
              <a:gd name="connsiteY25" fmla="*/ 82350 h 590844"/>
              <a:gd name="connsiteX26" fmla="*/ 426850 w 608274"/>
              <a:gd name="connsiteY26" fmla="*/ 306027 h 590844"/>
              <a:gd name="connsiteX27" fmla="*/ 379461 w 608274"/>
              <a:gd name="connsiteY27" fmla="*/ 258714 h 590844"/>
              <a:gd name="connsiteX28" fmla="*/ 341210 w 608274"/>
              <a:gd name="connsiteY28" fmla="*/ 247709 h 590844"/>
              <a:gd name="connsiteX29" fmla="*/ 315867 w 608274"/>
              <a:gd name="connsiteY29" fmla="*/ 265957 h 590844"/>
              <a:gd name="connsiteX30" fmla="*/ 204507 w 608274"/>
              <a:gd name="connsiteY30" fmla="*/ 235763 h 590844"/>
              <a:gd name="connsiteX31" fmla="*/ 195274 w 608274"/>
              <a:gd name="connsiteY31" fmla="*/ 230590 h 590844"/>
              <a:gd name="connsiteX32" fmla="*/ 213740 w 608274"/>
              <a:gd name="connsiteY32" fmla="*/ 231154 h 590844"/>
              <a:gd name="connsiteX33" fmla="*/ 225517 w 608274"/>
              <a:gd name="connsiteY33" fmla="*/ 231719 h 590844"/>
              <a:gd name="connsiteX34" fmla="*/ 248599 w 608274"/>
              <a:gd name="connsiteY34" fmla="*/ 232377 h 590844"/>
              <a:gd name="connsiteX35" fmla="*/ 322085 w 608274"/>
              <a:gd name="connsiteY35" fmla="*/ 227674 h 590844"/>
              <a:gd name="connsiteX36" fmla="*/ 361749 w 608274"/>
              <a:gd name="connsiteY36" fmla="*/ 186852 h 590844"/>
              <a:gd name="connsiteX37" fmla="*/ 323216 w 608274"/>
              <a:gd name="connsiteY37" fmla="*/ 133049 h 590844"/>
              <a:gd name="connsiteX38" fmla="*/ 205167 w 608274"/>
              <a:gd name="connsiteY38" fmla="*/ 122514 h 590844"/>
              <a:gd name="connsiteX39" fmla="*/ 158248 w 608274"/>
              <a:gd name="connsiteY39" fmla="*/ 124395 h 590844"/>
              <a:gd name="connsiteX40" fmla="*/ 157683 w 608274"/>
              <a:gd name="connsiteY40" fmla="*/ 124395 h 590844"/>
              <a:gd name="connsiteX41" fmla="*/ 137239 w 608274"/>
              <a:gd name="connsiteY41" fmla="*/ 144336 h 590844"/>
              <a:gd name="connsiteX42" fmla="*/ 157212 w 608274"/>
              <a:gd name="connsiteY42" fmla="*/ 165312 h 590844"/>
              <a:gd name="connsiteX43" fmla="*/ 208087 w 608274"/>
              <a:gd name="connsiteY43" fmla="*/ 163336 h 590844"/>
              <a:gd name="connsiteX44" fmla="*/ 306634 w 608274"/>
              <a:gd name="connsiteY44" fmla="*/ 170485 h 590844"/>
              <a:gd name="connsiteX45" fmla="*/ 321049 w 608274"/>
              <a:gd name="connsiteY45" fmla="*/ 183465 h 590844"/>
              <a:gd name="connsiteX46" fmla="*/ 311251 w 608274"/>
              <a:gd name="connsiteY46" fmla="*/ 188263 h 590844"/>
              <a:gd name="connsiteX47" fmla="*/ 250200 w 608274"/>
              <a:gd name="connsiteY47" fmla="*/ 191461 h 590844"/>
              <a:gd name="connsiteX48" fmla="*/ 225517 w 608274"/>
              <a:gd name="connsiteY48" fmla="*/ 190896 h 590844"/>
              <a:gd name="connsiteX49" fmla="*/ 216755 w 608274"/>
              <a:gd name="connsiteY49" fmla="*/ 190426 h 590844"/>
              <a:gd name="connsiteX50" fmla="*/ 156929 w 608274"/>
              <a:gd name="connsiteY50" fmla="*/ 206040 h 590844"/>
              <a:gd name="connsiteX51" fmla="*/ 150335 w 608274"/>
              <a:gd name="connsiteY51" fmla="*/ 236516 h 590844"/>
              <a:gd name="connsiteX52" fmla="*/ 187078 w 608274"/>
              <a:gd name="connsiteY52" fmla="*/ 272823 h 590844"/>
              <a:gd name="connsiteX53" fmla="*/ 300887 w 608274"/>
              <a:gd name="connsiteY53" fmla="*/ 305839 h 590844"/>
              <a:gd name="connsiteX54" fmla="*/ 291277 w 608274"/>
              <a:gd name="connsiteY54" fmla="*/ 334057 h 590844"/>
              <a:gd name="connsiteX55" fmla="*/ 74870 w 608274"/>
              <a:gd name="connsiteY55" fmla="*/ 334057 h 590844"/>
              <a:gd name="connsiteX56" fmla="*/ 41731 w 608274"/>
              <a:gd name="connsiteY56" fmla="*/ 0 h 590844"/>
              <a:gd name="connsiteX57" fmla="*/ 459894 w 608274"/>
              <a:gd name="connsiteY57" fmla="*/ 0 h 590844"/>
              <a:gd name="connsiteX58" fmla="*/ 501720 w 608274"/>
              <a:gd name="connsiteY58" fmla="*/ 41669 h 590844"/>
              <a:gd name="connsiteX59" fmla="*/ 501720 w 608274"/>
              <a:gd name="connsiteY59" fmla="*/ 374737 h 590844"/>
              <a:gd name="connsiteX60" fmla="*/ 501155 w 608274"/>
              <a:gd name="connsiteY60" fmla="*/ 380193 h 590844"/>
              <a:gd name="connsiteX61" fmla="*/ 457539 w 608274"/>
              <a:gd name="connsiteY61" fmla="*/ 336643 h 590844"/>
              <a:gd name="connsiteX62" fmla="*/ 457539 w 608274"/>
              <a:gd name="connsiteY62" fmla="*/ 66971 h 590844"/>
              <a:gd name="connsiteX63" fmla="*/ 442184 w 608274"/>
              <a:gd name="connsiteY63" fmla="*/ 51639 h 590844"/>
              <a:gd name="connsiteX64" fmla="*/ 59536 w 608274"/>
              <a:gd name="connsiteY64" fmla="*/ 51639 h 590844"/>
              <a:gd name="connsiteX65" fmla="*/ 44181 w 608274"/>
              <a:gd name="connsiteY65" fmla="*/ 66971 h 590844"/>
              <a:gd name="connsiteX66" fmla="*/ 44181 w 608274"/>
              <a:gd name="connsiteY66" fmla="*/ 349341 h 590844"/>
              <a:gd name="connsiteX67" fmla="*/ 59536 w 608274"/>
              <a:gd name="connsiteY67" fmla="*/ 364673 h 590844"/>
              <a:gd name="connsiteX68" fmla="*/ 287128 w 608274"/>
              <a:gd name="connsiteY68" fmla="*/ 364673 h 590844"/>
              <a:gd name="connsiteX69" fmla="*/ 298055 w 608274"/>
              <a:gd name="connsiteY69" fmla="*/ 384708 h 590844"/>
              <a:gd name="connsiteX70" fmla="*/ 329801 w 608274"/>
              <a:gd name="connsiteY70" fmla="*/ 416406 h 590844"/>
              <a:gd name="connsiteX71" fmla="*/ 41731 w 608274"/>
              <a:gd name="connsiteY71" fmla="*/ 416406 h 590844"/>
              <a:gd name="connsiteX72" fmla="*/ 0 w 608274"/>
              <a:gd name="connsiteY72" fmla="*/ 374737 h 590844"/>
              <a:gd name="connsiteX73" fmla="*/ 0 w 608274"/>
              <a:gd name="connsiteY73" fmla="*/ 41669 h 590844"/>
              <a:gd name="connsiteX74" fmla="*/ 41731 w 608274"/>
              <a:gd name="connsiteY74" fmla="*/ 0 h 590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608274" h="590844">
                <a:moveTo>
                  <a:pt x="357006" y="315793"/>
                </a:moveTo>
                <a:lnTo>
                  <a:pt x="344664" y="351821"/>
                </a:lnTo>
                <a:lnTo>
                  <a:pt x="552405" y="559238"/>
                </a:lnTo>
                <a:cubicBezTo>
                  <a:pt x="552971" y="559802"/>
                  <a:pt x="553818" y="560178"/>
                  <a:pt x="554572" y="560178"/>
                </a:cubicBezTo>
                <a:lnTo>
                  <a:pt x="554666" y="560178"/>
                </a:lnTo>
                <a:cubicBezTo>
                  <a:pt x="555514" y="560178"/>
                  <a:pt x="556362" y="559802"/>
                  <a:pt x="556928" y="559238"/>
                </a:cubicBezTo>
                <a:lnTo>
                  <a:pt x="576618" y="539578"/>
                </a:lnTo>
                <a:cubicBezTo>
                  <a:pt x="577372" y="538825"/>
                  <a:pt x="577560" y="537885"/>
                  <a:pt x="577560" y="537320"/>
                </a:cubicBezTo>
                <a:cubicBezTo>
                  <a:pt x="577560" y="536756"/>
                  <a:pt x="577372" y="535815"/>
                  <a:pt x="576618" y="535063"/>
                </a:cubicBezTo>
                <a:close/>
                <a:moveTo>
                  <a:pt x="347019" y="272617"/>
                </a:moveTo>
                <a:cubicBezTo>
                  <a:pt x="352106" y="271394"/>
                  <a:pt x="357571" y="272993"/>
                  <a:pt x="361339" y="276756"/>
                </a:cubicBezTo>
                <a:lnTo>
                  <a:pt x="370572" y="285974"/>
                </a:lnTo>
                <a:lnTo>
                  <a:pt x="598287" y="513333"/>
                </a:lnTo>
                <a:cubicBezTo>
                  <a:pt x="604694" y="519730"/>
                  <a:pt x="608274" y="528290"/>
                  <a:pt x="608274" y="537320"/>
                </a:cubicBezTo>
                <a:cubicBezTo>
                  <a:pt x="608274" y="546351"/>
                  <a:pt x="604694" y="554817"/>
                  <a:pt x="598287" y="561213"/>
                </a:cubicBezTo>
                <a:lnTo>
                  <a:pt x="578691" y="580873"/>
                </a:lnTo>
                <a:cubicBezTo>
                  <a:pt x="572284" y="587269"/>
                  <a:pt x="563805" y="590844"/>
                  <a:pt x="554666" y="590844"/>
                </a:cubicBezTo>
                <a:lnTo>
                  <a:pt x="554572" y="590844"/>
                </a:lnTo>
                <a:cubicBezTo>
                  <a:pt x="545622" y="590844"/>
                  <a:pt x="537143" y="587269"/>
                  <a:pt x="530736" y="580873"/>
                </a:cubicBezTo>
                <a:lnTo>
                  <a:pt x="316211" y="366683"/>
                </a:lnTo>
                <a:cubicBezTo>
                  <a:pt x="312066" y="362544"/>
                  <a:pt x="310558" y="356430"/>
                  <a:pt x="312442" y="350880"/>
                </a:cubicBezTo>
                <a:lnTo>
                  <a:pt x="327328" y="307610"/>
                </a:lnTo>
                <a:lnTo>
                  <a:pt x="335902" y="282588"/>
                </a:lnTo>
                <a:cubicBezTo>
                  <a:pt x="337598" y="277602"/>
                  <a:pt x="341837" y="273840"/>
                  <a:pt x="347019" y="272617"/>
                </a:cubicBezTo>
                <a:close/>
                <a:moveTo>
                  <a:pt x="74870" y="82350"/>
                </a:moveTo>
                <a:lnTo>
                  <a:pt x="426850" y="82350"/>
                </a:lnTo>
                <a:lnTo>
                  <a:pt x="426850" y="306027"/>
                </a:lnTo>
                <a:lnTo>
                  <a:pt x="379461" y="258714"/>
                </a:lnTo>
                <a:cubicBezTo>
                  <a:pt x="369474" y="248650"/>
                  <a:pt x="354966" y="244511"/>
                  <a:pt x="341210" y="247709"/>
                </a:cubicBezTo>
                <a:cubicBezTo>
                  <a:pt x="330564" y="250249"/>
                  <a:pt x="321520" y="256927"/>
                  <a:pt x="315867" y="265957"/>
                </a:cubicBezTo>
                <a:cubicBezTo>
                  <a:pt x="275073" y="263229"/>
                  <a:pt x="245113" y="254764"/>
                  <a:pt x="204507" y="235763"/>
                </a:cubicBezTo>
                <a:cubicBezTo>
                  <a:pt x="200550" y="233882"/>
                  <a:pt x="197535" y="232095"/>
                  <a:pt x="195274" y="230590"/>
                </a:cubicBezTo>
                <a:cubicBezTo>
                  <a:pt x="201398" y="230308"/>
                  <a:pt x="209500" y="230872"/>
                  <a:pt x="213740" y="231154"/>
                </a:cubicBezTo>
                <a:cubicBezTo>
                  <a:pt x="218262" y="231531"/>
                  <a:pt x="222313" y="231719"/>
                  <a:pt x="225517" y="231719"/>
                </a:cubicBezTo>
                <a:cubicBezTo>
                  <a:pt x="232959" y="231719"/>
                  <a:pt x="240779" y="232095"/>
                  <a:pt x="248599" y="232377"/>
                </a:cubicBezTo>
                <a:cubicBezTo>
                  <a:pt x="272812" y="233318"/>
                  <a:pt x="297966" y="234258"/>
                  <a:pt x="322085" y="227674"/>
                </a:cubicBezTo>
                <a:cubicBezTo>
                  <a:pt x="355813" y="218456"/>
                  <a:pt x="361089" y="196070"/>
                  <a:pt x="361749" y="186852"/>
                </a:cubicBezTo>
                <a:cubicBezTo>
                  <a:pt x="363351" y="165594"/>
                  <a:pt x="347900" y="143960"/>
                  <a:pt x="323216" y="133049"/>
                </a:cubicBezTo>
                <a:cubicBezTo>
                  <a:pt x="286190" y="116776"/>
                  <a:pt x="245019" y="119692"/>
                  <a:pt x="205167" y="122514"/>
                </a:cubicBezTo>
                <a:cubicBezTo>
                  <a:pt x="188585" y="123737"/>
                  <a:pt x="172851" y="124866"/>
                  <a:pt x="158248" y="124395"/>
                </a:cubicBezTo>
                <a:lnTo>
                  <a:pt x="157683" y="124395"/>
                </a:lnTo>
                <a:cubicBezTo>
                  <a:pt x="146660" y="124395"/>
                  <a:pt x="137522" y="133237"/>
                  <a:pt x="137239" y="144336"/>
                </a:cubicBezTo>
                <a:cubicBezTo>
                  <a:pt x="136956" y="155623"/>
                  <a:pt x="145907" y="165030"/>
                  <a:pt x="157212" y="165312"/>
                </a:cubicBezTo>
                <a:cubicBezTo>
                  <a:pt x="173699" y="165688"/>
                  <a:pt x="191223" y="164465"/>
                  <a:pt x="208087" y="163336"/>
                </a:cubicBezTo>
                <a:cubicBezTo>
                  <a:pt x="242946" y="160891"/>
                  <a:pt x="278935" y="158257"/>
                  <a:pt x="306634" y="170485"/>
                </a:cubicBezTo>
                <a:cubicBezTo>
                  <a:pt x="316809" y="174906"/>
                  <a:pt x="320955" y="181866"/>
                  <a:pt x="321049" y="183465"/>
                </a:cubicBezTo>
                <a:cubicBezTo>
                  <a:pt x="320672" y="184124"/>
                  <a:pt x="318034" y="186381"/>
                  <a:pt x="311251" y="188263"/>
                </a:cubicBezTo>
                <a:cubicBezTo>
                  <a:pt x="293256" y="193248"/>
                  <a:pt x="271398" y="192307"/>
                  <a:pt x="250200" y="191461"/>
                </a:cubicBezTo>
                <a:cubicBezTo>
                  <a:pt x="241815" y="191178"/>
                  <a:pt x="233525" y="190896"/>
                  <a:pt x="225517" y="190896"/>
                </a:cubicBezTo>
                <a:cubicBezTo>
                  <a:pt x="223067" y="190896"/>
                  <a:pt x="220052" y="190614"/>
                  <a:pt x="216755" y="190426"/>
                </a:cubicBezTo>
                <a:cubicBezTo>
                  <a:pt x="198477" y="189015"/>
                  <a:pt x="170873" y="187134"/>
                  <a:pt x="156929" y="206040"/>
                </a:cubicBezTo>
                <a:cubicBezTo>
                  <a:pt x="150052" y="215258"/>
                  <a:pt x="147697" y="226075"/>
                  <a:pt x="150335" y="236516"/>
                </a:cubicBezTo>
                <a:cubicBezTo>
                  <a:pt x="154857" y="254387"/>
                  <a:pt x="172851" y="266145"/>
                  <a:pt x="187078" y="272823"/>
                </a:cubicBezTo>
                <a:cubicBezTo>
                  <a:pt x="228437" y="292200"/>
                  <a:pt x="260752" y="301888"/>
                  <a:pt x="300887" y="305839"/>
                </a:cubicBezTo>
                <a:lnTo>
                  <a:pt x="291277" y="334057"/>
                </a:lnTo>
                <a:lnTo>
                  <a:pt x="74870" y="334057"/>
                </a:lnTo>
                <a:close/>
                <a:moveTo>
                  <a:pt x="41731" y="0"/>
                </a:moveTo>
                <a:lnTo>
                  <a:pt x="459894" y="0"/>
                </a:lnTo>
                <a:cubicBezTo>
                  <a:pt x="482974" y="0"/>
                  <a:pt x="501720" y="18624"/>
                  <a:pt x="501720" y="41669"/>
                </a:cubicBezTo>
                <a:lnTo>
                  <a:pt x="501720" y="374737"/>
                </a:lnTo>
                <a:cubicBezTo>
                  <a:pt x="501720" y="376618"/>
                  <a:pt x="501343" y="378311"/>
                  <a:pt x="501155" y="380193"/>
                </a:cubicBezTo>
                <a:lnTo>
                  <a:pt x="457539" y="336643"/>
                </a:lnTo>
                <a:lnTo>
                  <a:pt x="457539" y="66971"/>
                </a:lnTo>
                <a:cubicBezTo>
                  <a:pt x="457539" y="58506"/>
                  <a:pt x="450663" y="51639"/>
                  <a:pt x="442184" y="51639"/>
                </a:cubicBezTo>
                <a:lnTo>
                  <a:pt x="59536" y="51639"/>
                </a:lnTo>
                <a:cubicBezTo>
                  <a:pt x="51057" y="51639"/>
                  <a:pt x="44181" y="58506"/>
                  <a:pt x="44181" y="66971"/>
                </a:cubicBezTo>
                <a:lnTo>
                  <a:pt x="44181" y="349341"/>
                </a:lnTo>
                <a:cubicBezTo>
                  <a:pt x="44181" y="357806"/>
                  <a:pt x="51057" y="364673"/>
                  <a:pt x="59536" y="364673"/>
                </a:cubicBezTo>
                <a:lnTo>
                  <a:pt x="287128" y="364673"/>
                </a:lnTo>
                <a:cubicBezTo>
                  <a:pt x="288729" y="372198"/>
                  <a:pt x="292497" y="379158"/>
                  <a:pt x="298055" y="384708"/>
                </a:cubicBezTo>
                <a:lnTo>
                  <a:pt x="329801" y="416406"/>
                </a:lnTo>
                <a:lnTo>
                  <a:pt x="41731" y="416406"/>
                </a:lnTo>
                <a:cubicBezTo>
                  <a:pt x="18746" y="416406"/>
                  <a:pt x="0" y="397688"/>
                  <a:pt x="0" y="374737"/>
                </a:cubicBezTo>
                <a:lnTo>
                  <a:pt x="0" y="41669"/>
                </a:lnTo>
                <a:cubicBezTo>
                  <a:pt x="0" y="18624"/>
                  <a:pt x="18746" y="0"/>
                  <a:pt x="4173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cs typeface="+mn-ea"/>
              <a:sym typeface="+mn-lt"/>
            </a:endParaRPr>
          </a:p>
        </p:txBody>
      </p:sp>
      <p:sp>
        <p:nvSpPr>
          <p:cNvPr id="20" name="任意多边形 47">
            <a:extLst>
              <a:ext uri="{FF2B5EF4-FFF2-40B4-BE49-F238E27FC236}">
                <a16:creationId xmlns:a16="http://schemas.microsoft.com/office/drawing/2014/main" id="{DC60BD01-486A-CFBE-F205-EE99D8059471}"/>
              </a:ext>
            </a:extLst>
          </p:cNvPr>
          <p:cNvSpPr/>
          <p:nvPr/>
        </p:nvSpPr>
        <p:spPr>
          <a:xfrm rot="18900000" flipV="1">
            <a:off x="99493" y="160716"/>
            <a:ext cx="1257992" cy="771874"/>
          </a:xfrm>
          <a:custGeom>
            <a:avLst/>
            <a:gdLst>
              <a:gd name="connsiteX0" fmla="*/ 0 w 1667713"/>
              <a:gd name="connsiteY0" fmla="*/ 456881 h 1023269"/>
              <a:gd name="connsiteX1" fmla="*/ 412332 w 1667713"/>
              <a:gd name="connsiteY1" fmla="*/ 44549 h 1023269"/>
              <a:gd name="connsiteX2" fmla="*/ 412333 w 1667713"/>
              <a:gd name="connsiteY2" fmla="*/ 44549 h 1023269"/>
              <a:gd name="connsiteX3" fmla="*/ 456882 w 1667713"/>
              <a:gd name="connsiteY3" fmla="*/ 0 h 1023269"/>
              <a:gd name="connsiteX4" fmla="*/ 1514743 w 1667713"/>
              <a:gd name="connsiteY4" fmla="*/ 0 h 1023269"/>
              <a:gd name="connsiteX5" fmla="*/ 1667713 w 1667713"/>
              <a:gd name="connsiteY5" fmla="*/ 152970 h 1023269"/>
              <a:gd name="connsiteX6" fmla="*/ 1667713 w 1667713"/>
              <a:gd name="connsiteY6" fmla="*/ 704806 h 1023269"/>
              <a:gd name="connsiteX7" fmla="*/ 1349251 w 1667713"/>
              <a:gd name="connsiteY7" fmla="*/ 1023269 h 1023269"/>
              <a:gd name="connsiteX8" fmla="*/ 1349251 w 1667713"/>
              <a:gd name="connsiteY8" fmla="*/ 318462 h 1023269"/>
              <a:gd name="connsiteX9" fmla="*/ 138420 w 1667713"/>
              <a:gd name="connsiteY9" fmla="*/ 318462 h 1023269"/>
              <a:gd name="connsiteX10" fmla="*/ 1 w 1667713"/>
              <a:gd name="connsiteY10" fmla="*/ 456881 h 10232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7713" h="1023269">
                <a:moveTo>
                  <a:pt x="0" y="456881"/>
                </a:moveTo>
                <a:lnTo>
                  <a:pt x="412332" y="44549"/>
                </a:lnTo>
                <a:lnTo>
                  <a:pt x="412333" y="44549"/>
                </a:lnTo>
                <a:lnTo>
                  <a:pt x="456882" y="0"/>
                </a:lnTo>
                <a:lnTo>
                  <a:pt x="1514743" y="0"/>
                </a:lnTo>
                <a:cubicBezTo>
                  <a:pt x="1599226" y="1"/>
                  <a:pt x="1667713" y="68487"/>
                  <a:pt x="1667713" y="152970"/>
                </a:cubicBezTo>
                <a:lnTo>
                  <a:pt x="1667713" y="704806"/>
                </a:lnTo>
                <a:lnTo>
                  <a:pt x="1349251" y="1023269"/>
                </a:lnTo>
                <a:lnTo>
                  <a:pt x="1349251" y="318462"/>
                </a:lnTo>
                <a:lnTo>
                  <a:pt x="138420" y="318462"/>
                </a:lnTo>
                <a:lnTo>
                  <a:pt x="1" y="456881"/>
                </a:lnTo>
                <a:close/>
              </a:path>
            </a:pathLst>
          </a:cu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1" name="任意多边形 48">
            <a:extLst>
              <a:ext uri="{FF2B5EF4-FFF2-40B4-BE49-F238E27FC236}">
                <a16:creationId xmlns:a16="http://schemas.microsoft.com/office/drawing/2014/main" id="{EB52CB15-A9D4-4D4A-BD63-62F34B0D7A63}"/>
              </a:ext>
            </a:extLst>
          </p:cNvPr>
          <p:cNvSpPr/>
          <p:nvPr/>
        </p:nvSpPr>
        <p:spPr>
          <a:xfrm rot="18900000" flipV="1">
            <a:off x="-102618" y="95709"/>
            <a:ext cx="926781" cy="721545"/>
          </a:xfrm>
          <a:custGeom>
            <a:avLst/>
            <a:gdLst>
              <a:gd name="connsiteX0" fmla="*/ 303771 w 1228628"/>
              <a:gd name="connsiteY0" fmla="*/ 32819 h 956548"/>
              <a:gd name="connsiteX1" fmla="*/ 303771 w 1228628"/>
              <a:gd name="connsiteY1" fmla="*/ 32820 h 956548"/>
              <a:gd name="connsiteX2" fmla="*/ 336591 w 1228628"/>
              <a:gd name="connsiteY2" fmla="*/ 0 h 956548"/>
              <a:gd name="connsiteX3" fmla="*/ 1115933 w 1228628"/>
              <a:gd name="connsiteY3" fmla="*/ 0 h 956548"/>
              <a:gd name="connsiteX4" fmla="*/ 1228628 w 1228628"/>
              <a:gd name="connsiteY4" fmla="*/ 112695 h 956548"/>
              <a:gd name="connsiteX5" fmla="*/ 1228628 w 1228628"/>
              <a:gd name="connsiteY5" fmla="*/ 721932 h 956548"/>
              <a:gd name="connsiteX6" fmla="*/ 994013 w 1228628"/>
              <a:gd name="connsiteY6" fmla="*/ 956548 h 956548"/>
              <a:gd name="connsiteX7" fmla="*/ 994013 w 1228628"/>
              <a:gd name="connsiteY7" fmla="*/ 234616 h 956548"/>
              <a:gd name="connsiteX8" fmla="*/ 101975 w 1228628"/>
              <a:gd name="connsiteY8" fmla="*/ 234616 h 956548"/>
              <a:gd name="connsiteX9" fmla="*/ 0 w 1228628"/>
              <a:gd name="connsiteY9" fmla="*/ 336591 h 9565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8628" h="956548">
                <a:moveTo>
                  <a:pt x="303771" y="32819"/>
                </a:moveTo>
                <a:lnTo>
                  <a:pt x="303771" y="32820"/>
                </a:lnTo>
                <a:lnTo>
                  <a:pt x="336591" y="0"/>
                </a:lnTo>
                <a:lnTo>
                  <a:pt x="1115933" y="0"/>
                </a:lnTo>
                <a:cubicBezTo>
                  <a:pt x="1178173" y="0"/>
                  <a:pt x="1228628" y="50456"/>
                  <a:pt x="1228628" y="112695"/>
                </a:cubicBezTo>
                <a:lnTo>
                  <a:pt x="1228628" y="721932"/>
                </a:lnTo>
                <a:lnTo>
                  <a:pt x="994013" y="956548"/>
                </a:lnTo>
                <a:lnTo>
                  <a:pt x="994013" y="234616"/>
                </a:lnTo>
                <a:lnTo>
                  <a:pt x="101975" y="234616"/>
                </a:lnTo>
                <a:lnTo>
                  <a:pt x="0" y="336591"/>
                </a:lnTo>
                <a:close/>
              </a:path>
            </a:pathLst>
          </a:custGeom>
          <a:solidFill>
            <a:schemeClr val="accent2">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pic>
        <p:nvPicPr>
          <p:cNvPr id="4" name="图片 3">
            <a:extLst>
              <a:ext uri="{FF2B5EF4-FFF2-40B4-BE49-F238E27FC236}">
                <a16:creationId xmlns:a16="http://schemas.microsoft.com/office/drawing/2014/main" id="{D0CEC5CC-F533-EFA1-2525-163B8BA86554}"/>
              </a:ext>
            </a:extLst>
          </p:cNvPr>
          <p:cNvPicPr>
            <a:picLocks noChangeAspect="1"/>
          </p:cNvPicPr>
          <p:nvPr/>
        </p:nvPicPr>
        <p:blipFill>
          <a:blip r:embed="rId3"/>
          <a:stretch>
            <a:fillRect/>
          </a:stretch>
        </p:blipFill>
        <p:spPr>
          <a:xfrm>
            <a:off x="1624971" y="852901"/>
            <a:ext cx="8719102" cy="5152197"/>
          </a:xfrm>
          <a:prstGeom prst="rect">
            <a:avLst/>
          </a:prstGeom>
        </p:spPr>
      </p:pic>
    </p:spTree>
    <p:extLst>
      <p:ext uri="{BB962C8B-B14F-4D97-AF65-F5344CB8AC3E}">
        <p14:creationId xmlns:p14="http://schemas.microsoft.com/office/powerpoint/2010/main" val="206025053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97A1AB-E957-D2FB-919B-9A1BCFE93F86}"/>
            </a:ext>
          </a:extLst>
        </p:cNvPr>
        <p:cNvGrpSpPr/>
        <p:nvPr/>
      </p:nvGrpSpPr>
      <p:grpSpPr>
        <a:xfrm>
          <a:off x="0" y="0"/>
          <a:ext cx="0" cy="0"/>
          <a:chOff x="0" y="0"/>
          <a:chExt cx="0" cy="0"/>
        </a:xfrm>
      </p:grpSpPr>
      <p:sp>
        <p:nvSpPr>
          <p:cNvPr id="47" name="椭圆 13">
            <a:extLst>
              <a:ext uri="{FF2B5EF4-FFF2-40B4-BE49-F238E27FC236}">
                <a16:creationId xmlns:a16="http://schemas.microsoft.com/office/drawing/2014/main" id="{01F3CDA8-0AA4-BAB3-89A6-13F54B4F0BD3}"/>
              </a:ext>
            </a:extLst>
          </p:cNvPr>
          <p:cNvSpPr/>
          <p:nvPr/>
        </p:nvSpPr>
        <p:spPr>
          <a:xfrm>
            <a:off x="5229135" y="2326081"/>
            <a:ext cx="755387" cy="708526"/>
          </a:xfrm>
          <a:custGeom>
            <a:avLst/>
            <a:gdLst>
              <a:gd name="connsiteX0" fmla="*/ 258582 w 606298"/>
              <a:gd name="connsiteY0" fmla="*/ 455598 h 568686"/>
              <a:gd name="connsiteX1" fmla="*/ 303149 w 606298"/>
              <a:gd name="connsiteY1" fmla="*/ 490637 h 568686"/>
              <a:gd name="connsiteX2" fmla="*/ 347716 w 606298"/>
              <a:gd name="connsiteY2" fmla="*/ 455598 h 568686"/>
              <a:gd name="connsiteX3" fmla="*/ 311784 w 606298"/>
              <a:gd name="connsiteY3" fmla="*/ 456896 h 568686"/>
              <a:gd name="connsiteX4" fmla="*/ 294607 w 606298"/>
              <a:gd name="connsiteY4" fmla="*/ 456896 h 568686"/>
              <a:gd name="connsiteX5" fmla="*/ 258582 w 606298"/>
              <a:gd name="connsiteY5" fmla="*/ 455598 h 568686"/>
              <a:gd name="connsiteX6" fmla="*/ 482810 w 606298"/>
              <a:gd name="connsiteY6" fmla="*/ 426955 h 568686"/>
              <a:gd name="connsiteX7" fmla="*/ 402311 w 606298"/>
              <a:gd name="connsiteY7" fmla="*/ 449202 h 568686"/>
              <a:gd name="connsiteX8" fmla="*/ 391633 w 606298"/>
              <a:gd name="connsiteY8" fmla="*/ 460233 h 568686"/>
              <a:gd name="connsiteX9" fmla="*/ 333696 w 606298"/>
              <a:gd name="connsiteY9" fmla="*/ 510752 h 568686"/>
              <a:gd name="connsiteX10" fmla="*/ 407603 w 606298"/>
              <a:gd name="connsiteY10" fmla="*/ 533647 h 568686"/>
              <a:gd name="connsiteX11" fmla="*/ 445578 w 606298"/>
              <a:gd name="connsiteY11" fmla="*/ 523358 h 568686"/>
              <a:gd name="connsiteX12" fmla="*/ 482810 w 606298"/>
              <a:gd name="connsiteY12" fmla="*/ 426955 h 568686"/>
              <a:gd name="connsiteX13" fmla="*/ 123488 w 606298"/>
              <a:gd name="connsiteY13" fmla="*/ 426955 h 568686"/>
              <a:gd name="connsiteX14" fmla="*/ 160720 w 606298"/>
              <a:gd name="connsiteY14" fmla="*/ 523358 h 568686"/>
              <a:gd name="connsiteX15" fmla="*/ 198788 w 606298"/>
              <a:gd name="connsiteY15" fmla="*/ 533647 h 568686"/>
              <a:gd name="connsiteX16" fmla="*/ 272602 w 606298"/>
              <a:gd name="connsiteY16" fmla="*/ 510752 h 568686"/>
              <a:gd name="connsiteX17" fmla="*/ 214665 w 606298"/>
              <a:gd name="connsiteY17" fmla="*/ 460233 h 568686"/>
              <a:gd name="connsiteX18" fmla="*/ 204080 w 606298"/>
              <a:gd name="connsiteY18" fmla="*/ 449202 h 568686"/>
              <a:gd name="connsiteX19" fmla="*/ 123488 w 606298"/>
              <a:gd name="connsiteY19" fmla="*/ 426955 h 568686"/>
              <a:gd name="connsiteX20" fmla="*/ 469069 w 606298"/>
              <a:gd name="connsiteY20" fmla="*/ 346681 h 568686"/>
              <a:gd name="connsiteX21" fmla="*/ 450777 w 606298"/>
              <a:gd name="connsiteY21" fmla="*/ 374953 h 568686"/>
              <a:gd name="connsiteX22" fmla="*/ 449292 w 606298"/>
              <a:gd name="connsiteY22" fmla="*/ 377178 h 568686"/>
              <a:gd name="connsiteX23" fmla="*/ 425523 w 606298"/>
              <a:gd name="connsiteY23" fmla="*/ 409250 h 568686"/>
              <a:gd name="connsiteX24" fmla="*/ 479189 w 606298"/>
              <a:gd name="connsiteY24" fmla="*/ 391360 h 568686"/>
              <a:gd name="connsiteX25" fmla="*/ 469069 w 606298"/>
              <a:gd name="connsiteY25" fmla="*/ 346681 h 568686"/>
              <a:gd name="connsiteX26" fmla="*/ 137229 w 606298"/>
              <a:gd name="connsiteY26" fmla="*/ 346681 h 568686"/>
              <a:gd name="connsiteX27" fmla="*/ 127109 w 606298"/>
              <a:gd name="connsiteY27" fmla="*/ 391360 h 568686"/>
              <a:gd name="connsiteX28" fmla="*/ 180868 w 606298"/>
              <a:gd name="connsiteY28" fmla="*/ 409250 h 568686"/>
              <a:gd name="connsiteX29" fmla="*/ 157006 w 606298"/>
              <a:gd name="connsiteY29" fmla="*/ 377178 h 568686"/>
              <a:gd name="connsiteX30" fmla="*/ 155521 w 606298"/>
              <a:gd name="connsiteY30" fmla="*/ 375046 h 568686"/>
              <a:gd name="connsiteX31" fmla="*/ 137229 w 606298"/>
              <a:gd name="connsiteY31" fmla="*/ 346681 h 568686"/>
              <a:gd name="connsiteX32" fmla="*/ 303114 w 606298"/>
              <a:gd name="connsiteY32" fmla="*/ 237523 h 568686"/>
              <a:gd name="connsiteX33" fmla="*/ 350005 w 606298"/>
              <a:gd name="connsiteY33" fmla="*/ 284343 h 568686"/>
              <a:gd name="connsiteX34" fmla="*/ 303114 w 606298"/>
              <a:gd name="connsiteY34" fmla="*/ 331163 h 568686"/>
              <a:gd name="connsiteX35" fmla="*/ 256223 w 606298"/>
              <a:gd name="connsiteY35" fmla="*/ 284343 h 568686"/>
              <a:gd name="connsiteX36" fmla="*/ 303114 w 606298"/>
              <a:gd name="connsiteY36" fmla="*/ 237523 h 568686"/>
              <a:gd name="connsiteX37" fmla="*/ 517257 w 606298"/>
              <a:gd name="connsiteY37" fmla="*/ 210604 h 568686"/>
              <a:gd name="connsiteX38" fmla="*/ 516792 w 606298"/>
              <a:gd name="connsiteY38" fmla="*/ 213292 h 568686"/>
              <a:gd name="connsiteX39" fmla="*/ 490888 w 606298"/>
              <a:gd name="connsiteY39" fmla="*/ 303392 h 568686"/>
              <a:gd name="connsiteX40" fmla="*/ 511500 w 606298"/>
              <a:gd name="connsiteY40" fmla="*/ 374953 h 568686"/>
              <a:gd name="connsiteX41" fmla="*/ 572130 w 606298"/>
              <a:gd name="connsiteY41" fmla="*/ 290971 h 568686"/>
              <a:gd name="connsiteX42" fmla="*/ 517257 w 606298"/>
              <a:gd name="connsiteY42" fmla="*/ 210604 h 568686"/>
              <a:gd name="connsiteX43" fmla="*/ 89041 w 606298"/>
              <a:gd name="connsiteY43" fmla="*/ 210604 h 568686"/>
              <a:gd name="connsiteX44" fmla="*/ 34168 w 606298"/>
              <a:gd name="connsiteY44" fmla="*/ 290971 h 568686"/>
              <a:gd name="connsiteX45" fmla="*/ 94798 w 606298"/>
              <a:gd name="connsiteY45" fmla="*/ 374953 h 568686"/>
              <a:gd name="connsiteX46" fmla="*/ 115410 w 606298"/>
              <a:gd name="connsiteY46" fmla="*/ 303392 h 568686"/>
              <a:gd name="connsiteX47" fmla="*/ 89506 w 606298"/>
              <a:gd name="connsiteY47" fmla="*/ 213292 h 568686"/>
              <a:gd name="connsiteX48" fmla="*/ 419952 w 606298"/>
              <a:gd name="connsiteY48" fmla="*/ 171487 h 568686"/>
              <a:gd name="connsiteX49" fmla="*/ 438893 w 606298"/>
              <a:gd name="connsiteY49" fmla="*/ 199666 h 568686"/>
              <a:gd name="connsiteX50" fmla="*/ 470833 w 606298"/>
              <a:gd name="connsiteY50" fmla="*/ 256952 h 568686"/>
              <a:gd name="connsiteX51" fmla="*/ 484017 w 606298"/>
              <a:gd name="connsiteY51" fmla="*/ 200407 h 568686"/>
              <a:gd name="connsiteX52" fmla="*/ 484946 w 606298"/>
              <a:gd name="connsiteY52" fmla="*/ 193085 h 568686"/>
              <a:gd name="connsiteX53" fmla="*/ 419952 w 606298"/>
              <a:gd name="connsiteY53" fmla="*/ 171487 h 568686"/>
              <a:gd name="connsiteX54" fmla="*/ 186346 w 606298"/>
              <a:gd name="connsiteY54" fmla="*/ 171487 h 568686"/>
              <a:gd name="connsiteX55" fmla="*/ 121352 w 606298"/>
              <a:gd name="connsiteY55" fmla="*/ 193085 h 568686"/>
              <a:gd name="connsiteX56" fmla="*/ 122281 w 606298"/>
              <a:gd name="connsiteY56" fmla="*/ 200407 h 568686"/>
              <a:gd name="connsiteX57" fmla="*/ 135465 w 606298"/>
              <a:gd name="connsiteY57" fmla="*/ 256952 h 568686"/>
              <a:gd name="connsiteX58" fmla="*/ 167405 w 606298"/>
              <a:gd name="connsiteY58" fmla="*/ 199666 h 568686"/>
              <a:gd name="connsiteX59" fmla="*/ 186346 w 606298"/>
              <a:gd name="connsiteY59" fmla="*/ 171487 h 568686"/>
              <a:gd name="connsiteX60" fmla="*/ 303149 w 606298"/>
              <a:gd name="connsiteY60" fmla="*/ 159459 h 568686"/>
              <a:gd name="connsiteX61" fmla="*/ 236113 w 606298"/>
              <a:gd name="connsiteY61" fmla="*/ 162866 h 568686"/>
              <a:gd name="connsiteX62" fmla="*/ 196559 w 606298"/>
              <a:gd name="connsiteY62" fmla="*/ 218020 h 568686"/>
              <a:gd name="connsiteX63" fmla="*/ 153385 w 606298"/>
              <a:gd name="connsiteY63" fmla="*/ 301260 h 568686"/>
              <a:gd name="connsiteX64" fmla="*/ 184118 w 606298"/>
              <a:gd name="connsiteY64" fmla="*/ 356321 h 568686"/>
              <a:gd name="connsiteX65" fmla="*/ 222835 w 606298"/>
              <a:gd name="connsiteY65" fmla="*/ 406284 h 568686"/>
              <a:gd name="connsiteX66" fmla="*/ 227385 w 606298"/>
              <a:gd name="connsiteY66" fmla="*/ 411104 h 568686"/>
              <a:gd name="connsiteX67" fmla="*/ 234813 w 606298"/>
              <a:gd name="connsiteY67" fmla="*/ 419169 h 568686"/>
              <a:gd name="connsiteX68" fmla="*/ 294607 w 606298"/>
              <a:gd name="connsiteY68" fmla="*/ 422691 h 568686"/>
              <a:gd name="connsiteX69" fmla="*/ 311784 w 606298"/>
              <a:gd name="connsiteY69" fmla="*/ 422691 h 568686"/>
              <a:gd name="connsiteX70" fmla="*/ 371485 w 606298"/>
              <a:gd name="connsiteY70" fmla="*/ 419169 h 568686"/>
              <a:gd name="connsiteX71" fmla="*/ 378913 w 606298"/>
              <a:gd name="connsiteY71" fmla="*/ 411104 h 568686"/>
              <a:gd name="connsiteX72" fmla="*/ 383463 w 606298"/>
              <a:gd name="connsiteY72" fmla="*/ 406284 h 568686"/>
              <a:gd name="connsiteX73" fmla="*/ 422273 w 606298"/>
              <a:gd name="connsiteY73" fmla="*/ 356321 h 568686"/>
              <a:gd name="connsiteX74" fmla="*/ 452913 w 606298"/>
              <a:gd name="connsiteY74" fmla="*/ 301260 h 568686"/>
              <a:gd name="connsiteX75" fmla="*/ 409831 w 606298"/>
              <a:gd name="connsiteY75" fmla="*/ 218020 h 568686"/>
              <a:gd name="connsiteX76" fmla="*/ 370185 w 606298"/>
              <a:gd name="connsiteY76" fmla="*/ 162866 h 568686"/>
              <a:gd name="connsiteX77" fmla="*/ 303149 w 606298"/>
              <a:gd name="connsiteY77" fmla="*/ 159459 h 568686"/>
              <a:gd name="connsiteX78" fmla="*/ 303149 w 606298"/>
              <a:gd name="connsiteY78" fmla="*/ 95754 h 568686"/>
              <a:gd name="connsiteX79" fmla="*/ 269631 w 606298"/>
              <a:gd name="connsiteY79" fmla="*/ 125788 h 568686"/>
              <a:gd name="connsiteX80" fmla="*/ 336667 w 606298"/>
              <a:gd name="connsiteY80" fmla="*/ 125788 h 568686"/>
              <a:gd name="connsiteX81" fmla="*/ 303149 w 606298"/>
              <a:gd name="connsiteY81" fmla="*/ 95754 h 568686"/>
              <a:gd name="connsiteX82" fmla="*/ 413453 w 606298"/>
              <a:gd name="connsiteY82" fmla="*/ 34112 h 568686"/>
              <a:gd name="connsiteX83" fmla="*/ 326454 w 606298"/>
              <a:gd name="connsiteY83" fmla="*/ 70078 h 568686"/>
              <a:gd name="connsiteX84" fmla="*/ 388012 w 606298"/>
              <a:gd name="connsiteY84" fmla="*/ 130608 h 568686"/>
              <a:gd name="connsiteX85" fmla="*/ 490424 w 606298"/>
              <a:gd name="connsiteY85" fmla="*/ 158138 h 568686"/>
              <a:gd name="connsiteX86" fmla="*/ 490424 w 606298"/>
              <a:gd name="connsiteY86" fmla="*/ 156933 h 568686"/>
              <a:gd name="connsiteX87" fmla="*/ 453841 w 606298"/>
              <a:gd name="connsiteY87" fmla="*/ 45143 h 568686"/>
              <a:gd name="connsiteX88" fmla="*/ 413453 w 606298"/>
              <a:gd name="connsiteY88" fmla="*/ 34112 h 568686"/>
              <a:gd name="connsiteX89" fmla="*/ 192845 w 606298"/>
              <a:gd name="connsiteY89" fmla="*/ 34112 h 568686"/>
              <a:gd name="connsiteX90" fmla="*/ 152549 w 606298"/>
              <a:gd name="connsiteY90" fmla="*/ 45143 h 568686"/>
              <a:gd name="connsiteX91" fmla="*/ 115874 w 606298"/>
              <a:gd name="connsiteY91" fmla="*/ 156933 h 568686"/>
              <a:gd name="connsiteX92" fmla="*/ 115967 w 606298"/>
              <a:gd name="connsiteY92" fmla="*/ 158138 h 568686"/>
              <a:gd name="connsiteX93" fmla="*/ 218286 w 606298"/>
              <a:gd name="connsiteY93" fmla="*/ 130608 h 568686"/>
              <a:gd name="connsiteX94" fmla="*/ 279937 w 606298"/>
              <a:gd name="connsiteY94" fmla="*/ 70078 h 568686"/>
              <a:gd name="connsiteX95" fmla="*/ 192845 w 606298"/>
              <a:gd name="connsiteY95" fmla="*/ 34112 h 568686"/>
              <a:gd name="connsiteX96" fmla="*/ 192845 w 606298"/>
              <a:gd name="connsiteY96" fmla="*/ 0 h 568686"/>
              <a:gd name="connsiteX97" fmla="*/ 303149 w 606298"/>
              <a:gd name="connsiteY97" fmla="*/ 44494 h 568686"/>
              <a:gd name="connsiteX98" fmla="*/ 413453 w 606298"/>
              <a:gd name="connsiteY98" fmla="*/ 0 h 568686"/>
              <a:gd name="connsiteX99" fmla="*/ 472411 w 606298"/>
              <a:gd name="connsiteY99" fmla="*/ 16500 h 568686"/>
              <a:gd name="connsiteX100" fmla="*/ 515214 w 606298"/>
              <a:gd name="connsiteY100" fmla="*/ 78050 h 568686"/>
              <a:gd name="connsiteX101" fmla="*/ 524127 w 606298"/>
              <a:gd name="connsiteY101" fmla="*/ 167964 h 568686"/>
              <a:gd name="connsiteX102" fmla="*/ 524127 w 606298"/>
              <a:gd name="connsiteY102" fmla="*/ 174824 h 568686"/>
              <a:gd name="connsiteX103" fmla="*/ 606298 w 606298"/>
              <a:gd name="connsiteY103" fmla="*/ 290971 h 568686"/>
              <a:gd name="connsiteX104" fmla="*/ 516607 w 606298"/>
              <a:gd name="connsiteY104" fmla="*/ 411382 h 568686"/>
              <a:gd name="connsiteX105" fmla="*/ 516792 w 606298"/>
              <a:gd name="connsiteY105" fmla="*/ 413792 h 568686"/>
              <a:gd name="connsiteX106" fmla="*/ 464519 w 606298"/>
              <a:gd name="connsiteY106" fmla="*/ 553299 h 568686"/>
              <a:gd name="connsiteX107" fmla="*/ 408903 w 606298"/>
              <a:gd name="connsiteY107" fmla="*/ 568686 h 568686"/>
              <a:gd name="connsiteX108" fmla="*/ 303149 w 606298"/>
              <a:gd name="connsiteY108" fmla="*/ 532628 h 568686"/>
              <a:gd name="connsiteX109" fmla="*/ 197395 w 606298"/>
              <a:gd name="connsiteY109" fmla="*/ 568686 h 568686"/>
              <a:gd name="connsiteX110" fmla="*/ 141779 w 606298"/>
              <a:gd name="connsiteY110" fmla="*/ 553299 h 568686"/>
              <a:gd name="connsiteX111" fmla="*/ 89506 w 606298"/>
              <a:gd name="connsiteY111" fmla="*/ 413700 h 568686"/>
              <a:gd name="connsiteX112" fmla="*/ 89784 w 606298"/>
              <a:gd name="connsiteY112" fmla="*/ 411382 h 568686"/>
              <a:gd name="connsiteX113" fmla="*/ 0 w 606298"/>
              <a:gd name="connsiteY113" fmla="*/ 290971 h 568686"/>
              <a:gd name="connsiteX114" fmla="*/ 82171 w 606298"/>
              <a:gd name="connsiteY114" fmla="*/ 174824 h 568686"/>
              <a:gd name="connsiteX115" fmla="*/ 82171 w 606298"/>
              <a:gd name="connsiteY115" fmla="*/ 167964 h 568686"/>
              <a:gd name="connsiteX116" fmla="*/ 91084 w 606298"/>
              <a:gd name="connsiteY116" fmla="*/ 78050 h 568686"/>
              <a:gd name="connsiteX117" fmla="*/ 133887 w 606298"/>
              <a:gd name="connsiteY117" fmla="*/ 16500 h 568686"/>
              <a:gd name="connsiteX118" fmla="*/ 192845 w 606298"/>
              <a:gd name="connsiteY118" fmla="*/ 0 h 5686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606298" h="568686">
                <a:moveTo>
                  <a:pt x="258582" y="455598"/>
                </a:moveTo>
                <a:cubicBezTo>
                  <a:pt x="273159" y="469039"/>
                  <a:pt x="288200" y="480811"/>
                  <a:pt x="303149" y="490637"/>
                </a:cubicBezTo>
                <a:cubicBezTo>
                  <a:pt x="318190" y="480811"/>
                  <a:pt x="333139" y="469039"/>
                  <a:pt x="347716" y="455598"/>
                </a:cubicBezTo>
                <a:cubicBezTo>
                  <a:pt x="335274" y="456432"/>
                  <a:pt x="323483" y="456896"/>
                  <a:pt x="311784" y="456896"/>
                </a:cubicBezTo>
                <a:lnTo>
                  <a:pt x="294607" y="456896"/>
                </a:lnTo>
                <a:cubicBezTo>
                  <a:pt x="282908" y="456896"/>
                  <a:pt x="271024" y="456432"/>
                  <a:pt x="258582" y="455598"/>
                </a:cubicBezTo>
                <a:close/>
                <a:moveTo>
                  <a:pt x="482810" y="426955"/>
                </a:moveTo>
                <a:cubicBezTo>
                  <a:pt x="458020" y="436688"/>
                  <a:pt x="431001" y="444104"/>
                  <a:pt x="402311" y="449202"/>
                </a:cubicBezTo>
                <a:lnTo>
                  <a:pt x="391633" y="460233"/>
                </a:lnTo>
                <a:cubicBezTo>
                  <a:pt x="373249" y="479421"/>
                  <a:pt x="353751" y="496384"/>
                  <a:pt x="333696" y="510752"/>
                </a:cubicBezTo>
                <a:cubicBezTo>
                  <a:pt x="360436" y="525768"/>
                  <a:pt x="385877" y="533647"/>
                  <a:pt x="407603" y="533647"/>
                </a:cubicBezTo>
                <a:cubicBezTo>
                  <a:pt x="421995" y="533647"/>
                  <a:pt x="434808" y="530218"/>
                  <a:pt x="445578" y="523358"/>
                </a:cubicBezTo>
                <a:cubicBezTo>
                  <a:pt x="470833" y="507507"/>
                  <a:pt x="484017" y="473303"/>
                  <a:pt x="482810" y="426955"/>
                </a:cubicBezTo>
                <a:close/>
                <a:moveTo>
                  <a:pt x="123488" y="426955"/>
                </a:moveTo>
                <a:cubicBezTo>
                  <a:pt x="122281" y="473303"/>
                  <a:pt x="135465" y="507507"/>
                  <a:pt x="160720" y="523358"/>
                </a:cubicBezTo>
                <a:cubicBezTo>
                  <a:pt x="171490" y="530218"/>
                  <a:pt x="184303" y="533647"/>
                  <a:pt x="198788" y="533647"/>
                </a:cubicBezTo>
                <a:cubicBezTo>
                  <a:pt x="220421" y="533647"/>
                  <a:pt x="245862" y="525768"/>
                  <a:pt x="272602" y="510752"/>
                </a:cubicBezTo>
                <a:cubicBezTo>
                  <a:pt x="252547" y="496384"/>
                  <a:pt x="233142" y="479421"/>
                  <a:pt x="214665" y="460233"/>
                </a:cubicBezTo>
                <a:lnTo>
                  <a:pt x="204080" y="449202"/>
                </a:lnTo>
                <a:cubicBezTo>
                  <a:pt x="175297" y="444104"/>
                  <a:pt x="148278" y="436688"/>
                  <a:pt x="123488" y="426955"/>
                </a:cubicBezTo>
                <a:close/>
                <a:moveTo>
                  <a:pt x="469069" y="346681"/>
                </a:moveTo>
                <a:cubicBezTo>
                  <a:pt x="463591" y="356043"/>
                  <a:pt x="457555" y="365313"/>
                  <a:pt x="450777" y="374953"/>
                </a:cubicBezTo>
                <a:lnTo>
                  <a:pt x="449292" y="377178"/>
                </a:lnTo>
                <a:cubicBezTo>
                  <a:pt x="437686" y="393770"/>
                  <a:pt x="434529" y="398405"/>
                  <a:pt x="425523" y="409250"/>
                </a:cubicBezTo>
                <a:cubicBezTo>
                  <a:pt x="444464" y="404523"/>
                  <a:pt x="462476" y="398497"/>
                  <a:pt x="479189" y="391360"/>
                </a:cubicBezTo>
                <a:cubicBezTo>
                  <a:pt x="476961" y="376992"/>
                  <a:pt x="473525" y="361976"/>
                  <a:pt x="469069" y="346681"/>
                </a:cubicBezTo>
                <a:close/>
                <a:moveTo>
                  <a:pt x="137229" y="346681"/>
                </a:moveTo>
                <a:cubicBezTo>
                  <a:pt x="132773" y="361976"/>
                  <a:pt x="129337" y="376992"/>
                  <a:pt x="127109" y="391360"/>
                </a:cubicBezTo>
                <a:cubicBezTo>
                  <a:pt x="143822" y="398497"/>
                  <a:pt x="161834" y="404523"/>
                  <a:pt x="180868" y="409250"/>
                </a:cubicBezTo>
                <a:cubicBezTo>
                  <a:pt x="171769" y="398312"/>
                  <a:pt x="168426" y="393492"/>
                  <a:pt x="157006" y="377178"/>
                </a:cubicBezTo>
                <a:lnTo>
                  <a:pt x="155521" y="375046"/>
                </a:lnTo>
                <a:cubicBezTo>
                  <a:pt x="148743" y="365313"/>
                  <a:pt x="142800" y="356043"/>
                  <a:pt x="137229" y="346681"/>
                </a:cubicBezTo>
                <a:close/>
                <a:moveTo>
                  <a:pt x="303114" y="237523"/>
                </a:moveTo>
                <a:cubicBezTo>
                  <a:pt x="329011" y="237523"/>
                  <a:pt x="350005" y="258485"/>
                  <a:pt x="350005" y="284343"/>
                </a:cubicBezTo>
                <a:cubicBezTo>
                  <a:pt x="350005" y="310201"/>
                  <a:pt x="329011" y="331163"/>
                  <a:pt x="303114" y="331163"/>
                </a:cubicBezTo>
                <a:cubicBezTo>
                  <a:pt x="277217" y="331163"/>
                  <a:pt x="256223" y="310201"/>
                  <a:pt x="256223" y="284343"/>
                </a:cubicBezTo>
                <a:cubicBezTo>
                  <a:pt x="256223" y="258485"/>
                  <a:pt x="277217" y="237523"/>
                  <a:pt x="303114" y="237523"/>
                </a:cubicBezTo>
                <a:close/>
                <a:moveTo>
                  <a:pt x="517257" y="210604"/>
                </a:moveTo>
                <a:lnTo>
                  <a:pt x="516792" y="213292"/>
                </a:lnTo>
                <a:cubicBezTo>
                  <a:pt x="511593" y="245550"/>
                  <a:pt x="503144" y="275027"/>
                  <a:pt x="490888" y="303392"/>
                </a:cubicBezTo>
                <a:cubicBezTo>
                  <a:pt x="500173" y="327771"/>
                  <a:pt x="507043" y="351872"/>
                  <a:pt x="511500" y="374953"/>
                </a:cubicBezTo>
                <a:cubicBezTo>
                  <a:pt x="550682" y="351223"/>
                  <a:pt x="572130" y="321560"/>
                  <a:pt x="572130" y="290971"/>
                </a:cubicBezTo>
                <a:cubicBezTo>
                  <a:pt x="572130" y="262143"/>
                  <a:pt x="552725" y="233778"/>
                  <a:pt x="517257" y="210604"/>
                </a:cubicBezTo>
                <a:close/>
                <a:moveTo>
                  <a:pt x="89041" y="210604"/>
                </a:moveTo>
                <a:cubicBezTo>
                  <a:pt x="53573" y="233778"/>
                  <a:pt x="34168" y="262143"/>
                  <a:pt x="34168" y="290971"/>
                </a:cubicBezTo>
                <a:cubicBezTo>
                  <a:pt x="34168" y="321560"/>
                  <a:pt x="55616" y="351223"/>
                  <a:pt x="94798" y="374953"/>
                </a:cubicBezTo>
                <a:cubicBezTo>
                  <a:pt x="99255" y="351872"/>
                  <a:pt x="106218" y="327771"/>
                  <a:pt x="115410" y="303392"/>
                </a:cubicBezTo>
                <a:cubicBezTo>
                  <a:pt x="103247" y="275027"/>
                  <a:pt x="94705" y="245550"/>
                  <a:pt x="89506" y="213292"/>
                </a:cubicBezTo>
                <a:close/>
                <a:moveTo>
                  <a:pt x="419952" y="171487"/>
                </a:moveTo>
                <a:cubicBezTo>
                  <a:pt x="426451" y="180571"/>
                  <a:pt x="432765" y="190026"/>
                  <a:pt x="438893" y="199666"/>
                </a:cubicBezTo>
                <a:cubicBezTo>
                  <a:pt x="450777" y="218576"/>
                  <a:pt x="461548" y="237856"/>
                  <a:pt x="470833" y="256952"/>
                </a:cubicBezTo>
                <a:cubicBezTo>
                  <a:pt x="477146" y="237949"/>
                  <a:pt x="481510" y="219410"/>
                  <a:pt x="484017" y="200407"/>
                </a:cubicBezTo>
                <a:lnTo>
                  <a:pt x="484946" y="193085"/>
                </a:lnTo>
                <a:cubicBezTo>
                  <a:pt x="465633" y="184278"/>
                  <a:pt x="443814" y="177048"/>
                  <a:pt x="419952" y="171487"/>
                </a:cubicBezTo>
                <a:close/>
                <a:moveTo>
                  <a:pt x="186346" y="171487"/>
                </a:moveTo>
                <a:cubicBezTo>
                  <a:pt x="162577" y="177048"/>
                  <a:pt x="140758" y="184278"/>
                  <a:pt x="121352" y="193085"/>
                </a:cubicBezTo>
                <a:lnTo>
                  <a:pt x="122281" y="200407"/>
                </a:lnTo>
                <a:cubicBezTo>
                  <a:pt x="124881" y="219410"/>
                  <a:pt x="129152" y="237949"/>
                  <a:pt x="135465" y="256952"/>
                </a:cubicBezTo>
                <a:cubicBezTo>
                  <a:pt x="144750" y="237856"/>
                  <a:pt x="155521" y="218576"/>
                  <a:pt x="167405" y="199666"/>
                </a:cubicBezTo>
                <a:cubicBezTo>
                  <a:pt x="173533" y="190026"/>
                  <a:pt x="179847" y="180571"/>
                  <a:pt x="186346" y="171487"/>
                </a:cubicBezTo>
                <a:close/>
                <a:moveTo>
                  <a:pt x="303149" y="159459"/>
                </a:moveTo>
                <a:cubicBezTo>
                  <a:pt x="279473" y="159459"/>
                  <a:pt x="255797" y="160595"/>
                  <a:pt x="236113" y="162866"/>
                </a:cubicBezTo>
                <a:cubicBezTo>
                  <a:pt x="222000" y="180200"/>
                  <a:pt x="208630" y="198739"/>
                  <a:pt x="196559" y="218020"/>
                </a:cubicBezTo>
                <a:cubicBezTo>
                  <a:pt x="179754" y="244438"/>
                  <a:pt x="165270" y="272432"/>
                  <a:pt x="153385" y="301260"/>
                </a:cubicBezTo>
                <a:cubicBezTo>
                  <a:pt x="162020" y="318965"/>
                  <a:pt x="172047" y="337040"/>
                  <a:pt x="184118" y="356321"/>
                </a:cubicBezTo>
                <a:cubicBezTo>
                  <a:pt x="199809" y="381534"/>
                  <a:pt x="207980" y="390340"/>
                  <a:pt x="222835" y="406284"/>
                </a:cubicBezTo>
                <a:cubicBezTo>
                  <a:pt x="224321" y="407767"/>
                  <a:pt x="225807" y="409436"/>
                  <a:pt x="227385" y="411104"/>
                </a:cubicBezTo>
                <a:lnTo>
                  <a:pt x="234813" y="419169"/>
                </a:lnTo>
                <a:cubicBezTo>
                  <a:pt x="254218" y="421486"/>
                  <a:pt x="274273" y="422691"/>
                  <a:pt x="294607" y="422691"/>
                </a:cubicBezTo>
                <a:lnTo>
                  <a:pt x="311784" y="422691"/>
                </a:lnTo>
                <a:cubicBezTo>
                  <a:pt x="332025" y="422691"/>
                  <a:pt x="352080" y="421486"/>
                  <a:pt x="371485" y="419169"/>
                </a:cubicBezTo>
                <a:lnTo>
                  <a:pt x="378913" y="411104"/>
                </a:lnTo>
                <a:cubicBezTo>
                  <a:pt x="380491" y="409436"/>
                  <a:pt x="382070" y="407767"/>
                  <a:pt x="383463" y="406284"/>
                </a:cubicBezTo>
                <a:cubicBezTo>
                  <a:pt x="398318" y="390340"/>
                  <a:pt x="406489" y="381534"/>
                  <a:pt x="422273" y="356321"/>
                </a:cubicBezTo>
                <a:cubicBezTo>
                  <a:pt x="434343" y="337040"/>
                  <a:pt x="444371" y="318965"/>
                  <a:pt x="452913" y="301260"/>
                </a:cubicBezTo>
                <a:cubicBezTo>
                  <a:pt x="441028" y="272432"/>
                  <a:pt x="426544" y="244438"/>
                  <a:pt x="409831" y="218020"/>
                </a:cubicBezTo>
                <a:cubicBezTo>
                  <a:pt x="397668" y="198739"/>
                  <a:pt x="384391" y="180200"/>
                  <a:pt x="370185" y="162866"/>
                </a:cubicBezTo>
                <a:cubicBezTo>
                  <a:pt x="350502" y="160595"/>
                  <a:pt x="326825" y="159459"/>
                  <a:pt x="303149" y="159459"/>
                </a:cubicBezTo>
                <a:close/>
                <a:moveTo>
                  <a:pt x="303149" y="95754"/>
                </a:moveTo>
                <a:cubicBezTo>
                  <a:pt x="291729" y="104931"/>
                  <a:pt x="280494" y="115035"/>
                  <a:pt x="269631" y="125788"/>
                </a:cubicBezTo>
                <a:cubicBezTo>
                  <a:pt x="288758" y="124861"/>
                  <a:pt x="317540" y="124861"/>
                  <a:pt x="336667" y="125788"/>
                </a:cubicBezTo>
                <a:cubicBezTo>
                  <a:pt x="325897" y="115035"/>
                  <a:pt x="314662" y="104931"/>
                  <a:pt x="303149" y="95754"/>
                </a:cubicBezTo>
                <a:close/>
                <a:moveTo>
                  <a:pt x="413453" y="34112"/>
                </a:moveTo>
                <a:cubicBezTo>
                  <a:pt x="388941" y="34112"/>
                  <a:pt x="359693" y="46162"/>
                  <a:pt x="326454" y="70078"/>
                </a:cubicBezTo>
                <a:cubicBezTo>
                  <a:pt x="347530" y="87226"/>
                  <a:pt x="368235" y="107619"/>
                  <a:pt x="388012" y="130608"/>
                </a:cubicBezTo>
                <a:cubicBezTo>
                  <a:pt x="425801" y="136077"/>
                  <a:pt x="460155" y="145346"/>
                  <a:pt x="490424" y="158138"/>
                </a:cubicBezTo>
                <a:lnTo>
                  <a:pt x="490424" y="156933"/>
                </a:lnTo>
                <a:cubicBezTo>
                  <a:pt x="493023" y="105117"/>
                  <a:pt x="478632" y="61179"/>
                  <a:pt x="453841" y="45143"/>
                </a:cubicBezTo>
                <a:cubicBezTo>
                  <a:pt x="442607" y="37820"/>
                  <a:pt x="428958" y="34112"/>
                  <a:pt x="413453" y="34112"/>
                </a:cubicBezTo>
                <a:close/>
                <a:moveTo>
                  <a:pt x="192845" y="34112"/>
                </a:moveTo>
                <a:cubicBezTo>
                  <a:pt x="177340" y="34112"/>
                  <a:pt x="163784" y="37820"/>
                  <a:pt x="152549" y="45143"/>
                </a:cubicBezTo>
                <a:cubicBezTo>
                  <a:pt x="127759" y="61179"/>
                  <a:pt x="113368" y="105117"/>
                  <a:pt x="115874" y="156933"/>
                </a:cubicBezTo>
                <a:lnTo>
                  <a:pt x="115967" y="158138"/>
                </a:lnTo>
                <a:cubicBezTo>
                  <a:pt x="146143" y="145346"/>
                  <a:pt x="180497" y="136077"/>
                  <a:pt x="218286" y="130608"/>
                </a:cubicBezTo>
                <a:cubicBezTo>
                  <a:pt x="238062" y="107619"/>
                  <a:pt x="258768" y="87226"/>
                  <a:pt x="279937" y="70078"/>
                </a:cubicBezTo>
                <a:cubicBezTo>
                  <a:pt x="246697" y="46162"/>
                  <a:pt x="217450" y="34112"/>
                  <a:pt x="192845" y="34112"/>
                </a:cubicBezTo>
                <a:close/>
                <a:moveTo>
                  <a:pt x="192845" y="0"/>
                </a:moveTo>
                <a:cubicBezTo>
                  <a:pt x="225342" y="0"/>
                  <a:pt x="262482" y="14924"/>
                  <a:pt x="303149" y="44494"/>
                </a:cubicBezTo>
                <a:cubicBezTo>
                  <a:pt x="343816" y="14924"/>
                  <a:pt x="380956" y="0"/>
                  <a:pt x="413453" y="0"/>
                </a:cubicBezTo>
                <a:cubicBezTo>
                  <a:pt x="435643" y="0"/>
                  <a:pt x="455513" y="5562"/>
                  <a:pt x="472411" y="16500"/>
                </a:cubicBezTo>
                <a:cubicBezTo>
                  <a:pt x="491445" y="28828"/>
                  <a:pt x="506208" y="50148"/>
                  <a:pt x="515214" y="78050"/>
                </a:cubicBezTo>
                <a:cubicBezTo>
                  <a:pt x="523756" y="104468"/>
                  <a:pt x="526820" y="135613"/>
                  <a:pt x="524127" y="167964"/>
                </a:cubicBezTo>
                <a:lnTo>
                  <a:pt x="524127" y="174824"/>
                </a:lnTo>
                <a:cubicBezTo>
                  <a:pt x="577144" y="205506"/>
                  <a:pt x="606298" y="246662"/>
                  <a:pt x="606298" y="290971"/>
                </a:cubicBezTo>
                <a:cubicBezTo>
                  <a:pt x="606298" y="337597"/>
                  <a:pt x="574451" y="380236"/>
                  <a:pt x="516607" y="411382"/>
                </a:cubicBezTo>
                <a:cubicBezTo>
                  <a:pt x="516700" y="412216"/>
                  <a:pt x="516792" y="412958"/>
                  <a:pt x="516792" y="413792"/>
                </a:cubicBezTo>
                <a:cubicBezTo>
                  <a:pt x="521528" y="479513"/>
                  <a:pt x="503051" y="529105"/>
                  <a:pt x="464519" y="553299"/>
                </a:cubicBezTo>
                <a:cubicBezTo>
                  <a:pt x="448363" y="563495"/>
                  <a:pt x="429701" y="568686"/>
                  <a:pt x="408903" y="568686"/>
                </a:cubicBezTo>
                <a:cubicBezTo>
                  <a:pt x="376870" y="568686"/>
                  <a:pt x="340381" y="556172"/>
                  <a:pt x="303149" y="532628"/>
                </a:cubicBezTo>
                <a:cubicBezTo>
                  <a:pt x="266010" y="556172"/>
                  <a:pt x="229428" y="568686"/>
                  <a:pt x="197395" y="568686"/>
                </a:cubicBezTo>
                <a:cubicBezTo>
                  <a:pt x="176690" y="568686"/>
                  <a:pt x="157935" y="563495"/>
                  <a:pt x="141779" y="553299"/>
                </a:cubicBezTo>
                <a:cubicBezTo>
                  <a:pt x="103340" y="529105"/>
                  <a:pt x="84770" y="479513"/>
                  <a:pt x="89506" y="413700"/>
                </a:cubicBezTo>
                <a:cubicBezTo>
                  <a:pt x="89598" y="412958"/>
                  <a:pt x="89691" y="412124"/>
                  <a:pt x="89784" y="411382"/>
                </a:cubicBezTo>
                <a:cubicBezTo>
                  <a:pt x="31847" y="380236"/>
                  <a:pt x="0" y="337597"/>
                  <a:pt x="0" y="290971"/>
                </a:cubicBezTo>
                <a:cubicBezTo>
                  <a:pt x="0" y="246662"/>
                  <a:pt x="29154" y="205506"/>
                  <a:pt x="82171" y="174824"/>
                </a:cubicBezTo>
                <a:lnTo>
                  <a:pt x="82171" y="167964"/>
                </a:lnTo>
                <a:cubicBezTo>
                  <a:pt x="79478" y="135613"/>
                  <a:pt x="82542" y="104468"/>
                  <a:pt x="91084" y="78050"/>
                </a:cubicBezTo>
                <a:cubicBezTo>
                  <a:pt x="100090" y="50148"/>
                  <a:pt x="114946" y="28828"/>
                  <a:pt x="133887" y="16500"/>
                </a:cubicBezTo>
                <a:cubicBezTo>
                  <a:pt x="150785" y="5562"/>
                  <a:pt x="170655" y="0"/>
                  <a:pt x="19284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cs typeface="+mn-ea"/>
              <a:sym typeface="+mn-lt"/>
            </a:endParaRPr>
          </a:p>
        </p:txBody>
      </p:sp>
      <p:sp>
        <p:nvSpPr>
          <p:cNvPr id="48" name="椭圆 45">
            <a:extLst>
              <a:ext uri="{FF2B5EF4-FFF2-40B4-BE49-F238E27FC236}">
                <a16:creationId xmlns:a16="http://schemas.microsoft.com/office/drawing/2014/main" id="{68C76A68-2714-5B3B-8E51-460963449DC2}"/>
              </a:ext>
            </a:extLst>
          </p:cNvPr>
          <p:cNvSpPr/>
          <p:nvPr/>
        </p:nvSpPr>
        <p:spPr>
          <a:xfrm>
            <a:off x="8551177" y="2313474"/>
            <a:ext cx="755387" cy="733741"/>
          </a:xfrm>
          <a:custGeom>
            <a:avLst/>
            <a:gdLst>
              <a:gd name="connsiteX0" fmla="*/ 357006 w 608274"/>
              <a:gd name="connsiteY0" fmla="*/ 315793 h 590844"/>
              <a:gd name="connsiteX1" fmla="*/ 344664 w 608274"/>
              <a:gd name="connsiteY1" fmla="*/ 351821 h 590844"/>
              <a:gd name="connsiteX2" fmla="*/ 552405 w 608274"/>
              <a:gd name="connsiteY2" fmla="*/ 559238 h 590844"/>
              <a:gd name="connsiteX3" fmla="*/ 554572 w 608274"/>
              <a:gd name="connsiteY3" fmla="*/ 560178 h 590844"/>
              <a:gd name="connsiteX4" fmla="*/ 554666 w 608274"/>
              <a:gd name="connsiteY4" fmla="*/ 560178 h 590844"/>
              <a:gd name="connsiteX5" fmla="*/ 556928 w 608274"/>
              <a:gd name="connsiteY5" fmla="*/ 559238 h 590844"/>
              <a:gd name="connsiteX6" fmla="*/ 576618 w 608274"/>
              <a:gd name="connsiteY6" fmla="*/ 539578 h 590844"/>
              <a:gd name="connsiteX7" fmla="*/ 577560 w 608274"/>
              <a:gd name="connsiteY7" fmla="*/ 537320 h 590844"/>
              <a:gd name="connsiteX8" fmla="*/ 576618 w 608274"/>
              <a:gd name="connsiteY8" fmla="*/ 535063 h 590844"/>
              <a:gd name="connsiteX9" fmla="*/ 347019 w 608274"/>
              <a:gd name="connsiteY9" fmla="*/ 272617 h 590844"/>
              <a:gd name="connsiteX10" fmla="*/ 361339 w 608274"/>
              <a:gd name="connsiteY10" fmla="*/ 276756 h 590844"/>
              <a:gd name="connsiteX11" fmla="*/ 370572 w 608274"/>
              <a:gd name="connsiteY11" fmla="*/ 285974 h 590844"/>
              <a:gd name="connsiteX12" fmla="*/ 598287 w 608274"/>
              <a:gd name="connsiteY12" fmla="*/ 513333 h 590844"/>
              <a:gd name="connsiteX13" fmla="*/ 608274 w 608274"/>
              <a:gd name="connsiteY13" fmla="*/ 537320 h 590844"/>
              <a:gd name="connsiteX14" fmla="*/ 598287 w 608274"/>
              <a:gd name="connsiteY14" fmla="*/ 561213 h 590844"/>
              <a:gd name="connsiteX15" fmla="*/ 578691 w 608274"/>
              <a:gd name="connsiteY15" fmla="*/ 580873 h 590844"/>
              <a:gd name="connsiteX16" fmla="*/ 554666 w 608274"/>
              <a:gd name="connsiteY16" fmla="*/ 590844 h 590844"/>
              <a:gd name="connsiteX17" fmla="*/ 554572 w 608274"/>
              <a:gd name="connsiteY17" fmla="*/ 590844 h 590844"/>
              <a:gd name="connsiteX18" fmla="*/ 530736 w 608274"/>
              <a:gd name="connsiteY18" fmla="*/ 580873 h 590844"/>
              <a:gd name="connsiteX19" fmla="*/ 316211 w 608274"/>
              <a:gd name="connsiteY19" fmla="*/ 366683 h 590844"/>
              <a:gd name="connsiteX20" fmla="*/ 312442 w 608274"/>
              <a:gd name="connsiteY20" fmla="*/ 350880 h 590844"/>
              <a:gd name="connsiteX21" fmla="*/ 327328 w 608274"/>
              <a:gd name="connsiteY21" fmla="*/ 307610 h 590844"/>
              <a:gd name="connsiteX22" fmla="*/ 335902 w 608274"/>
              <a:gd name="connsiteY22" fmla="*/ 282588 h 590844"/>
              <a:gd name="connsiteX23" fmla="*/ 347019 w 608274"/>
              <a:gd name="connsiteY23" fmla="*/ 272617 h 590844"/>
              <a:gd name="connsiteX24" fmla="*/ 74870 w 608274"/>
              <a:gd name="connsiteY24" fmla="*/ 82350 h 590844"/>
              <a:gd name="connsiteX25" fmla="*/ 426850 w 608274"/>
              <a:gd name="connsiteY25" fmla="*/ 82350 h 590844"/>
              <a:gd name="connsiteX26" fmla="*/ 426850 w 608274"/>
              <a:gd name="connsiteY26" fmla="*/ 306027 h 590844"/>
              <a:gd name="connsiteX27" fmla="*/ 379461 w 608274"/>
              <a:gd name="connsiteY27" fmla="*/ 258714 h 590844"/>
              <a:gd name="connsiteX28" fmla="*/ 341210 w 608274"/>
              <a:gd name="connsiteY28" fmla="*/ 247709 h 590844"/>
              <a:gd name="connsiteX29" fmla="*/ 315867 w 608274"/>
              <a:gd name="connsiteY29" fmla="*/ 265957 h 590844"/>
              <a:gd name="connsiteX30" fmla="*/ 204507 w 608274"/>
              <a:gd name="connsiteY30" fmla="*/ 235763 h 590844"/>
              <a:gd name="connsiteX31" fmla="*/ 195274 w 608274"/>
              <a:gd name="connsiteY31" fmla="*/ 230590 h 590844"/>
              <a:gd name="connsiteX32" fmla="*/ 213740 w 608274"/>
              <a:gd name="connsiteY32" fmla="*/ 231154 h 590844"/>
              <a:gd name="connsiteX33" fmla="*/ 225517 w 608274"/>
              <a:gd name="connsiteY33" fmla="*/ 231719 h 590844"/>
              <a:gd name="connsiteX34" fmla="*/ 248599 w 608274"/>
              <a:gd name="connsiteY34" fmla="*/ 232377 h 590844"/>
              <a:gd name="connsiteX35" fmla="*/ 322085 w 608274"/>
              <a:gd name="connsiteY35" fmla="*/ 227674 h 590844"/>
              <a:gd name="connsiteX36" fmla="*/ 361749 w 608274"/>
              <a:gd name="connsiteY36" fmla="*/ 186852 h 590844"/>
              <a:gd name="connsiteX37" fmla="*/ 323216 w 608274"/>
              <a:gd name="connsiteY37" fmla="*/ 133049 h 590844"/>
              <a:gd name="connsiteX38" fmla="*/ 205167 w 608274"/>
              <a:gd name="connsiteY38" fmla="*/ 122514 h 590844"/>
              <a:gd name="connsiteX39" fmla="*/ 158248 w 608274"/>
              <a:gd name="connsiteY39" fmla="*/ 124395 h 590844"/>
              <a:gd name="connsiteX40" fmla="*/ 157683 w 608274"/>
              <a:gd name="connsiteY40" fmla="*/ 124395 h 590844"/>
              <a:gd name="connsiteX41" fmla="*/ 137239 w 608274"/>
              <a:gd name="connsiteY41" fmla="*/ 144336 h 590844"/>
              <a:gd name="connsiteX42" fmla="*/ 157212 w 608274"/>
              <a:gd name="connsiteY42" fmla="*/ 165312 h 590844"/>
              <a:gd name="connsiteX43" fmla="*/ 208087 w 608274"/>
              <a:gd name="connsiteY43" fmla="*/ 163336 h 590844"/>
              <a:gd name="connsiteX44" fmla="*/ 306634 w 608274"/>
              <a:gd name="connsiteY44" fmla="*/ 170485 h 590844"/>
              <a:gd name="connsiteX45" fmla="*/ 321049 w 608274"/>
              <a:gd name="connsiteY45" fmla="*/ 183465 h 590844"/>
              <a:gd name="connsiteX46" fmla="*/ 311251 w 608274"/>
              <a:gd name="connsiteY46" fmla="*/ 188263 h 590844"/>
              <a:gd name="connsiteX47" fmla="*/ 250200 w 608274"/>
              <a:gd name="connsiteY47" fmla="*/ 191461 h 590844"/>
              <a:gd name="connsiteX48" fmla="*/ 225517 w 608274"/>
              <a:gd name="connsiteY48" fmla="*/ 190896 h 590844"/>
              <a:gd name="connsiteX49" fmla="*/ 216755 w 608274"/>
              <a:gd name="connsiteY49" fmla="*/ 190426 h 590844"/>
              <a:gd name="connsiteX50" fmla="*/ 156929 w 608274"/>
              <a:gd name="connsiteY50" fmla="*/ 206040 h 590844"/>
              <a:gd name="connsiteX51" fmla="*/ 150335 w 608274"/>
              <a:gd name="connsiteY51" fmla="*/ 236516 h 590844"/>
              <a:gd name="connsiteX52" fmla="*/ 187078 w 608274"/>
              <a:gd name="connsiteY52" fmla="*/ 272823 h 590844"/>
              <a:gd name="connsiteX53" fmla="*/ 300887 w 608274"/>
              <a:gd name="connsiteY53" fmla="*/ 305839 h 590844"/>
              <a:gd name="connsiteX54" fmla="*/ 291277 w 608274"/>
              <a:gd name="connsiteY54" fmla="*/ 334057 h 590844"/>
              <a:gd name="connsiteX55" fmla="*/ 74870 w 608274"/>
              <a:gd name="connsiteY55" fmla="*/ 334057 h 590844"/>
              <a:gd name="connsiteX56" fmla="*/ 41731 w 608274"/>
              <a:gd name="connsiteY56" fmla="*/ 0 h 590844"/>
              <a:gd name="connsiteX57" fmla="*/ 459894 w 608274"/>
              <a:gd name="connsiteY57" fmla="*/ 0 h 590844"/>
              <a:gd name="connsiteX58" fmla="*/ 501720 w 608274"/>
              <a:gd name="connsiteY58" fmla="*/ 41669 h 590844"/>
              <a:gd name="connsiteX59" fmla="*/ 501720 w 608274"/>
              <a:gd name="connsiteY59" fmla="*/ 374737 h 590844"/>
              <a:gd name="connsiteX60" fmla="*/ 501155 w 608274"/>
              <a:gd name="connsiteY60" fmla="*/ 380193 h 590844"/>
              <a:gd name="connsiteX61" fmla="*/ 457539 w 608274"/>
              <a:gd name="connsiteY61" fmla="*/ 336643 h 590844"/>
              <a:gd name="connsiteX62" fmla="*/ 457539 w 608274"/>
              <a:gd name="connsiteY62" fmla="*/ 66971 h 590844"/>
              <a:gd name="connsiteX63" fmla="*/ 442184 w 608274"/>
              <a:gd name="connsiteY63" fmla="*/ 51639 h 590844"/>
              <a:gd name="connsiteX64" fmla="*/ 59536 w 608274"/>
              <a:gd name="connsiteY64" fmla="*/ 51639 h 590844"/>
              <a:gd name="connsiteX65" fmla="*/ 44181 w 608274"/>
              <a:gd name="connsiteY65" fmla="*/ 66971 h 590844"/>
              <a:gd name="connsiteX66" fmla="*/ 44181 w 608274"/>
              <a:gd name="connsiteY66" fmla="*/ 349341 h 590844"/>
              <a:gd name="connsiteX67" fmla="*/ 59536 w 608274"/>
              <a:gd name="connsiteY67" fmla="*/ 364673 h 590844"/>
              <a:gd name="connsiteX68" fmla="*/ 287128 w 608274"/>
              <a:gd name="connsiteY68" fmla="*/ 364673 h 590844"/>
              <a:gd name="connsiteX69" fmla="*/ 298055 w 608274"/>
              <a:gd name="connsiteY69" fmla="*/ 384708 h 590844"/>
              <a:gd name="connsiteX70" fmla="*/ 329801 w 608274"/>
              <a:gd name="connsiteY70" fmla="*/ 416406 h 590844"/>
              <a:gd name="connsiteX71" fmla="*/ 41731 w 608274"/>
              <a:gd name="connsiteY71" fmla="*/ 416406 h 590844"/>
              <a:gd name="connsiteX72" fmla="*/ 0 w 608274"/>
              <a:gd name="connsiteY72" fmla="*/ 374737 h 590844"/>
              <a:gd name="connsiteX73" fmla="*/ 0 w 608274"/>
              <a:gd name="connsiteY73" fmla="*/ 41669 h 590844"/>
              <a:gd name="connsiteX74" fmla="*/ 41731 w 608274"/>
              <a:gd name="connsiteY74" fmla="*/ 0 h 590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608274" h="590844">
                <a:moveTo>
                  <a:pt x="357006" y="315793"/>
                </a:moveTo>
                <a:lnTo>
                  <a:pt x="344664" y="351821"/>
                </a:lnTo>
                <a:lnTo>
                  <a:pt x="552405" y="559238"/>
                </a:lnTo>
                <a:cubicBezTo>
                  <a:pt x="552971" y="559802"/>
                  <a:pt x="553818" y="560178"/>
                  <a:pt x="554572" y="560178"/>
                </a:cubicBezTo>
                <a:lnTo>
                  <a:pt x="554666" y="560178"/>
                </a:lnTo>
                <a:cubicBezTo>
                  <a:pt x="555514" y="560178"/>
                  <a:pt x="556362" y="559802"/>
                  <a:pt x="556928" y="559238"/>
                </a:cubicBezTo>
                <a:lnTo>
                  <a:pt x="576618" y="539578"/>
                </a:lnTo>
                <a:cubicBezTo>
                  <a:pt x="577372" y="538825"/>
                  <a:pt x="577560" y="537885"/>
                  <a:pt x="577560" y="537320"/>
                </a:cubicBezTo>
                <a:cubicBezTo>
                  <a:pt x="577560" y="536756"/>
                  <a:pt x="577372" y="535815"/>
                  <a:pt x="576618" y="535063"/>
                </a:cubicBezTo>
                <a:close/>
                <a:moveTo>
                  <a:pt x="347019" y="272617"/>
                </a:moveTo>
                <a:cubicBezTo>
                  <a:pt x="352106" y="271394"/>
                  <a:pt x="357571" y="272993"/>
                  <a:pt x="361339" y="276756"/>
                </a:cubicBezTo>
                <a:lnTo>
                  <a:pt x="370572" y="285974"/>
                </a:lnTo>
                <a:lnTo>
                  <a:pt x="598287" y="513333"/>
                </a:lnTo>
                <a:cubicBezTo>
                  <a:pt x="604694" y="519730"/>
                  <a:pt x="608274" y="528290"/>
                  <a:pt x="608274" y="537320"/>
                </a:cubicBezTo>
                <a:cubicBezTo>
                  <a:pt x="608274" y="546351"/>
                  <a:pt x="604694" y="554817"/>
                  <a:pt x="598287" y="561213"/>
                </a:cubicBezTo>
                <a:lnTo>
                  <a:pt x="578691" y="580873"/>
                </a:lnTo>
                <a:cubicBezTo>
                  <a:pt x="572284" y="587269"/>
                  <a:pt x="563805" y="590844"/>
                  <a:pt x="554666" y="590844"/>
                </a:cubicBezTo>
                <a:lnTo>
                  <a:pt x="554572" y="590844"/>
                </a:lnTo>
                <a:cubicBezTo>
                  <a:pt x="545622" y="590844"/>
                  <a:pt x="537143" y="587269"/>
                  <a:pt x="530736" y="580873"/>
                </a:cubicBezTo>
                <a:lnTo>
                  <a:pt x="316211" y="366683"/>
                </a:lnTo>
                <a:cubicBezTo>
                  <a:pt x="312066" y="362544"/>
                  <a:pt x="310558" y="356430"/>
                  <a:pt x="312442" y="350880"/>
                </a:cubicBezTo>
                <a:lnTo>
                  <a:pt x="327328" y="307610"/>
                </a:lnTo>
                <a:lnTo>
                  <a:pt x="335902" y="282588"/>
                </a:lnTo>
                <a:cubicBezTo>
                  <a:pt x="337598" y="277602"/>
                  <a:pt x="341837" y="273840"/>
                  <a:pt x="347019" y="272617"/>
                </a:cubicBezTo>
                <a:close/>
                <a:moveTo>
                  <a:pt x="74870" y="82350"/>
                </a:moveTo>
                <a:lnTo>
                  <a:pt x="426850" y="82350"/>
                </a:lnTo>
                <a:lnTo>
                  <a:pt x="426850" y="306027"/>
                </a:lnTo>
                <a:lnTo>
                  <a:pt x="379461" y="258714"/>
                </a:lnTo>
                <a:cubicBezTo>
                  <a:pt x="369474" y="248650"/>
                  <a:pt x="354966" y="244511"/>
                  <a:pt x="341210" y="247709"/>
                </a:cubicBezTo>
                <a:cubicBezTo>
                  <a:pt x="330564" y="250249"/>
                  <a:pt x="321520" y="256927"/>
                  <a:pt x="315867" y="265957"/>
                </a:cubicBezTo>
                <a:cubicBezTo>
                  <a:pt x="275073" y="263229"/>
                  <a:pt x="245113" y="254764"/>
                  <a:pt x="204507" y="235763"/>
                </a:cubicBezTo>
                <a:cubicBezTo>
                  <a:pt x="200550" y="233882"/>
                  <a:pt x="197535" y="232095"/>
                  <a:pt x="195274" y="230590"/>
                </a:cubicBezTo>
                <a:cubicBezTo>
                  <a:pt x="201398" y="230308"/>
                  <a:pt x="209500" y="230872"/>
                  <a:pt x="213740" y="231154"/>
                </a:cubicBezTo>
                <a:cubicBezTo>
                  <a:pt x="218262" y="231531"/>
                  <a:pt x="222313" y="231719"/>
                  <a:pt x="225517" y="231719"/>
                </a:cubicBezTo>
                <a:cubicBezTo>
                  <a:pt x="232959" y="231719"/>
                  <a:pt x="240779" y="232095"/>
                  <a:pt x="248599" y="232377"/>
                </a:cubicBezTo>
                <a:cubicBezTo>
                  <a:pt x="272812" y="233318"/>
                  <a:pt x="297966" y="234258"/>
                  <a:pt x="322085" y="227674"/>
                </a:cubicBezTo>
                <a:cubicBezTo>
                  <a:pt x="355813" y="218456"/>
                  <a:pt x="361089" y="196070"/>
                  <a:pt x="361749" y="186852"/>
                </a:cubicBezTo>
                <a:cubicBezTo>
                  <a:pt x="363351" y="165594"/>
                  <a:pt x="347900" y="143960"/>
                  <a:pt x="323216" y="133049"/>
                </a:cubicBezTo>
                <a:cubicBezTo>
                  <a:pt x="286190" y="116776"/>
                  <a:pt x="245019" y="119692"/>
                  <a:pt x="205167" y="122514"/>
                </a:cubicBezTo>
                <a:cubicBezTo>
                  <a:pt x="188585" y="123737"/>
                  <a:pt x="172851" y="124866"/>
                  <a:pt x="158248" y="124395"/>
                </a:cubicBezTo>
                <a:lnTo>
                  <a:pt x="157683" y="124395"/>
                </a:lnTo>
                <a:cubicBezTo>
                  <a:pt x="146660" y="124395"/>
                  <a:pt x="137522" y="133237"/>
                  <a:pt x="137239" y="144336"/>
                </a:cubicBezTo>
                <a:cubicBezTo>
                  <a:pt x="136956" y="155623"/>
                  <a:pt x="145907" y="165030"/>
                  <a:pt x="157212" y="165312"/>
                </a:cubicBezTo>
                <a:cubicBezTo>
                  <a:pt x="173699" y="165688"/>
                  <a:pt x="191223" y="164465"/>
                  <a:pt x="208087" y="163336"/>
                </a:cubicBezTo>
                <a:cubicBezTo>
                  <a:pt x="242946" y="160891"/>
                  <a:pt x="278935" y="158257"/>
                  <a:pt x="306634" y="170485"/>
                </a:cubicBezTo>
                <a:cubicBezTo>
                  <a:pt x="316809" y="174906"/>
                  <a:pt x="320955" y="181866"/>
                  <a:pt x="321049" y="183465"/>
                </a:cubicBezTo>
                <a:cubicBezTo>
                  <a:pt x="320672" y="184124"/>
                  <a:pt x="318034" y="186381"/>
                  <a:pt x="311251" y="188263"/>
                </a:cubicBezTo>
                <a:cubicBezTo>
                  <a:pt x="293256" y="193248"/>
                  <a:pt x="271398" y="192307"/>
                  <a:pt x="250200" y="191461"/>
                </a:cubicBezTo>
                <a:cubicBezTo>
                  <a:pt x="241815" y="191178"/>
                  <a:pt x="233525" y="190896"/>
                  <a:pt x="225517" y="190896"/>
                </a:cubicBezTo>
                <a:cubicBezTo>
                  <a:pt x="223067" y="190896"/>
                  <a:pt x="220052" y="190614"/>
                  <a:pt x="216755" y="190426"/>
                </a:cubicBezTo>
                <a:cubicBezTo>
                  <a:pt x="198477" y="189015"/>
                  <a:pt x="170873" y="187134"/>
                  <a:pt x="156929" y="206040"/>
                </a:cubicBezTo>
                <a:cubicBezTo>
                  <a:pt x="150052" y="215258"/>
                  <a:pt x="147697" y="226075"/>
                  <a:pt x="150335" y="236516"/>
                </a:cubicBezTo>
                <a:cubicBezTo>
                  <a:pt x="154857" y="254387"/>
                  <a:pt x="172851" y="266145"/>
                  <a:pt x="187078" y="272823"/>
                </a:cubicBezTo>
                <a:cubicBezTo>
                  <a:pt x="228437" y="292200"/>
                  <a:pt x="260752" y="301888"/>
                  <a:pt x="300887" y="305839"/>
                </a:cubicBezTo>
                <a:lnTo>
                  <a:pt x="291277" y="334057"/>
                </a:lnTo>
                <a:lnTo>
                  <a:pt x="74870" y="334057"/>
                </a:lnTo>
                <a:close/>
                <a:moveTo>
                  <a:pt x="41731" y="0"/>
                </a:moveTo>
                <a:lnTo>
                  <a:pt x="459894" y="0"/>
                </a:lnTo>
                <a:cubicBezTo>
                  <a:pt x="482974" y="0"/>
                  <a:pt x="501720" y="18624"/>
                  <a:pt x="501720" y="41669"/>
                </a:cubicBezTo>
                <a:lnTo>
                  <a:pt x="501720" y="374737"/>
                </a:lnTo>
                <a:cubicBezTo>
                  <a:pt x="501720" y="376618"/>
                  <a:pt x="501343" y="378311"/>
                  <a:pt x="501155" y="380193"/>
                </a:cubicBezTo>
                <a:lnTo>
                  <a:pt x="457539" y="336643"/>
                </a:lnTo>
                <a:lnTo>
                  <a:pt x="457539" y="66971"/>
                </a:lnTo>
                <a:cubicBezTo>
                  <a:pt x="457539" y="58506"/>
                  <a:pt x="450663" y="51639"/>
                  <a:pt x="442184" y="51639"/>
                </a:cubicBezTo>
                <a:lnTo>
                  <a:pt x="59536" y="51639"/>
                </a:lnTo>
                <a:cubicBezTo>
                  <a:pt x="51057" y="51639"/>
                  <a:pt x="44181" y="58506"/>
                  <a:pt x="44181" y="66971"/>
                </a:cubicBezTo>
                <a:lnTo>
                  <a:pt x="44181" y="349341"/>
                </a:lnTo>
                <a:cubicBezTo>
                  <a:pt x="44181" y="357806"/>
                  <a:pt x="51057" y="364673"/>
                  <a:pt x="59536" y="364673"/>
                </a:cubicBezTo>
                <a:lnTo>
                  <a:pt x="287128" y="364673"/>
                </a:lnTo>
                <a:cubicBezTo>
                  <a:pt x="288729" y="372198"/>
                  <a:pt x="292497" y="379158"/>
                  <a:pt x="298055" y="384708"/>
                </a:cubicBezTo>
                <a:lnTo>
                  <a:pt x="329801" y="416406"/>
                </a:lnTo>
                <a:lnTo>
                  <a:pt x="41731" y="416406"/>
                </a:lnTo>
                <a:cubicBezTo>
                  <a:pt x="18746" y="416406"/>
                  <a:pt x="0" y="397688"/>
                  <a:pt x="0" y="374737"/>
                </a:cubicBezTo>
                <a:lnTo>
                  <a:pt x="0" y="41669"/>
                </a:lnTo>
                <a:cubicBezTo>
                  <a:pt x="0" y="18624"/>
                  <a:pt x="18746" y="0"/>
                  <a:pt x="4173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cs typeface="+mn-ea"/>
              <a:sym typeface="+mn-lt"/>
            </a:endParaRPr>
          </a:p>
        </p:txBody>
      </p:sp>
      <p:sp>
        <p:nvSpPr>
          <p:cNvPr id="20" name="任意多边形 47">
            <a:extLst>
              <a:ext uri="{FF2B5EF4-FFF2-40B4-BE49-F238E27FC236}">
                <a16:creationId xmlns:a16="http://schemas.microsoft.com/office/drawing/2014/main" id="{4ED154A5-C1AB-370C-E9DA-D251231A498D}"/>
              </a:ext>
            </a:extLst>
          </p:cNvPr>
          <p:cNvSpPr/>
          <p:nvPr/>
        </p:nvSpPr>
        <p:spPr>
          <a:xfrm rot="18900000" flipV="1">
            <a:off x="99493" y="160716"/>
            <a:ext cx="1257992" cy="771874"/>
          </a:xfrm>
          <a:custGeom>
            <a:avLst/>
            <a:gdLst>
              <a:gd name="connsiteX0" fmla="*/ 0 w 1667713"/>
              <a:gd name="connsiteY0" fmla="*/ 456881 h 1023269"/>
              <a:gd name="connsiteX1" fmla="*/ 412332 w 1667713"/>
              <a:gd name="connsiteY1" fmla="*/ 44549 h 1023269"/>
              <a:gd name="connsiteX2" fmla="*/ 412333 w 1667713"/>
              <a:gd name="connsiteY2" fmla="*/ 44549 h 1023269"/>
              <a:gd name="connsiteX3" fmla="*/ 456882 w 1667713"/>
              <a:gd name="connsiteY3" fmla="*/ 0 h 1023269"/>
              <a:gd name="connsiteX4" fmla="*/ 1514743 w 1667713"/>
              <a:gd name="connsiteY4" fmla="*/ 0 h 1023269"/>
              <a:gd name="connsiteX5" fmla="*/ 1667713 w 1667713"/>
              <a:gd name="connsiteY5" fmla="*/ 152970 h 1023269"/>
              <a:gd name="connsiteX6" fmla="*/ 1667713 w 1667713"/>
              <a:gd name="connsiteY6" fmla="*/ 704806 h 1023269"/>
              <a:gd name="connsiteX7" fmla="*/ 1349251 w 1667713"/>
              <a:gd name="connsiteY7" fmla="*/ 1023269 h 1023269"/>
              <a:gd name="connsiteX8" fmla="*/ 1349251 w 1667713"/>
              <a:gd name="connsiteY8" fmla="*/ 318462 h 1023269"/>
              <a:gd name="connsiteX9" fmla="*/ 138420 w 1667713"/>
              <a:gd name="connsiteY9" fmla="*/ 318462 h 1023269"/>
              <a:gd name="connsiteX10" fmla="*/ 1 w 1667713"/>
              <a:gd name="connsiteY10" fmla="*/ 456881 h 10232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7713" h="1023269">
                <a:moveTo>
                  <a:pt x="0" y="456881"/>
                </a:moveTo>
                <a:lnTo>
                  <a:pt x="412332" y="44549"/>
                </a:lnTo>
                <a:lnTo>
                  <a:pt x="412333" y="44549"/>
                </a:lnTo>
                <a:lnTo>
                  <a:pt x="456882" y="0"/>
                </a:lnTo>
                <a:lnTo>
                  <a:pt x="1514743" y="0"/>
                </a:lnTo>
                <a:cubicBezTo>
                  <a:pt x="1599226" y="1"/>
                  <a:pt x="1667713" y="68487"/>
                  <a:pt x="1667713" y="152970"/>
                </a:cubicBezTo>
                <a:lnTo>
                  <a:pt x="1667713" y="704806"/>
                </a:lnTo>
                <a:lnTo>
                  <a:pt x="1349251" y="1023269"/>
                </a:lnTo>
                <a:lnTo>
                  <a:pt x="1349251" y="318462"/>
                </a:lnTo>
                <a:lnTo>
                  <a:pt x="138420" y="318462"/>
                </a:lnTo>
                <a:lnTo>
                  <a:pt x="1" y="456881"/>
                </a:lnTo>
                <a:close/>
              </a:path>
            </a:pathLst>
          </a:cu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1" name="任意多边形 48">
            <a:extLst>
              <a:ext uri="{FF2B5EF4-FFF2-40B4-BE49-F238E27FC236}">
                <a16:creationId xmlns:a16="http://schemas.microsoft.com/office/drawing/2014/main" id="{1F4502EC-D2F2-F21F-9D45-84FC3D1C7513}"/>
              </a:ext>
            </a:extLst>
          </p:cNvPr>
          <p:cNvSpPr/>
          <p:nvPr/>
        </p:nvSpPr>
        <p:spPr>
          <a:xfrm rot="18900000" flipV="1">
            <a:off x="-102618" y="95709"/>
            <a:ext cx="926781" cy="721545"/>
          </a:xfrm>
          <a:custGeom>
            <a:avLst/>
            <a:gdLst>
              <a:gd name="connsiteX0" fmla="*/ 303771 w 1228628"/>
              <a:gd name="connsiteY0" fmla="*/ 32819 h 956548"/>
              <a:gd name="connsiteX1" fmla="*/ 303771 w 1228628"/>
              <a:gd name="connsiteY1" fmla="*/ 32820 h 956548"/>
              <a:gd name="connsiteX2" fmla="*/ 336591 w 1228628"/>
              <a:gd name="connsiteY2" fmla="*/ 0 h 956548"/>
              <a:gd name="connsiteX3" fmla="*/ 1115933 w 1228628"/>
              <a:gd name="connsiteY3" fmla="*/ 0 h 956548"/>
              <a:gd name="connsiteX4" fmla="*/ 1228628 w 1228628"/>
              <a:gd name="connsiteY4" fmla="*/ 112695 h 956548"/>
              <a:gd name="connsiteX5" fmla="*/ 1228628 w 1228628"/>
              <a:gd name="connsiteY5" fmla="*/ 721932 h 956548"/>
              <a:gd name="connsiteX6" fmla="*/ 994013 w 1228628"/>
              <a:gd name="connsiteY6" fmla="*/ 956548 h 956548"/>
              <a:gd name="connsiteX7" fmla="*/ 994013 w 1228628"/>
              <a:gd name="connsiteY7" fmla="*/ 234616 h 956548"/>
              <a:gd name="connsiteX8" fmla="*/ 101975 w 1228628"/>
              <a:gd name="connsiteY8" fmla="*/ 234616 h 956548"/>
              <a:gd name="connsiteX9" fmla="*/ 0 w 1228628"/>
              <a:gd name="connsiteY9" fmla="*/ 336591 h 9565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8628" h="956548">
                <a:moveTo>
                  <a:pt x="303771" y="32819"/>
                </a:moveTo>
                <a:lnTo>
                  <a:pt x="303771" y="32820"/>
                </a:lnTo>
                <a:lnTo>
                  <a:pt x="336591" y="0"/>
                </a:lnTo>
                <a:lnTo>
                  <a:pt x="1115933" y="0"/>
                </a:lnTo>
                <a:cubicBezTo>
                  <a:pt x="1178173" y="0"/>
                  <a:pt x="1228628" y="50456"/>
                  <a:pt x="1228628" y="112695"/>
                </a:cubicBezTo>
                <a:lnTo>
                  <a:pt x="1228628" y="721932"/>
                </a:lnTo>
                <a:lnTo>
                  <a:pt x="994013" y="956548"/>
                </a:lnTo>
                <a:lnTo>
                  <a:pt x="994013" y="234616"/>
                </a:lnTo>
                <a:lnTo>
                  <a:pt x="101975" y="234616"/>
                </a:lnTo>
                <a:lnTo>
                  <a:pt x="0" y="336591"/>
                </a:lnTo>
                <a:close/>
              </a:path>
            </a:pathLst>
          </a:custGeom>
          <a:solidFill>
            <a:schemeClr val="accent2">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pic>
        <p:nvPicPr>
          <p:cNvPr id="6" name="图片 5">
            <a:extLst>
              <a:ext uri="{FF2B5EF4-FFF2-40B4-BE49-F238E27FC236}">
                <a16:creationId xmlns:a16="http://schemas.microsoft.com/office/drawing/2014/main" id="{94082F1C-E410-E993-7862-DDAA3F04FE55}"/>
              </a:ext>
            </a:extLst>
          </p:cNvPr>
          <p:cNvPicPr>
            <a:picLocks noChangeAspect="1"/>
          </p:cNvPicPr>
          <p:nvPr/>
        </p:nvPicPr>
        <p:blipFill>
          <a:blip r:embed="rId3"/>
          <a:srcRect r="72393" b="16592"/>
          <a:stretch/>
        </p:blipFill>
        <p:spPr>
          <a:xfrm>
            <a:off x="2062680" y="2052637"/>
            <a:ext cx="2569195" cy="4424363"/>
          </a:xfrm>
          <a:prstGeom prst="rect">
            <a:avLst/>
          </a:prstGeom>
        </p:spPr>
      </p:pic>
      <p:pic>
        <p:nvPicPr>
          <p:cNvPr id="10" name="图片 9">
            <a:extLst>
              <a:ext uri="{FF2B5EF4-FFF2-40B4-BE49-F238E27FC236}">
                <a16:creationId xmlns:a16="http://schemas.microsoft.com/office/drawing/2014/main" id="{AEF45B3B-0995-C59E-E409-4F1ABD83B211}"/>
              </a:ext>
            </a:extLst>
          </p:cNvPr>
          <p:cNvPicPr>
            <a:picLocks noChangeAspect="1"/>
          </p:cNvPicPr>
          <p:nvPr/>
        </p:nvPicPr>
        <p:blipFill>
          <a:blip r:embed="rId4"/>
          <a:stretch>
            <a:fillRect/>
          </a:stretch>
        </p:blipFill>
        <p:spPr>
          <a:xfrm>
            <a:off x="943544" y="1185862"/>
            <a:ext cx="10401300" cy="866775"/>
          </a:xfrm>
          <a:prstGeom prst="rect">
            <a:avLst/>
          </a:prstGeom>
        </p:spPr>
      </p:pic>
      <p:pic>
        <p:nvPicPr>
          <p:cNvPr id="12" name="图片 11">
            <a:extLst>
              <a:ext uri="{FF2B5EF4-FFF2-40B4-BE49-F238E27FC236}">
                <a16:creationId xmlns:a16="http://schemas.microsoft.com/office/drawing/2014/main" id="{916996BB-DBBC-8FD6-7542-B57473BBED33}"/>
              </a:ext>
            </a:extLst>
          </p:cNvPr>
          <p:cNvPicPr>
            <a:picLocks noChangeAspect="1"/>
          </p:cNvPicPr>
          <p:nvPr/>
        </p:nvPicPr>
        <p:blipFill>
          <a:blip r:embed="rId5"/>
          <a:stretch>
            <a:fillRect/>
          </a:stretch>
        </p:blipFill>
        <p:spPr>
          <a:xfrm>
            <a:off x="5229135" y="3567114"/>
            <a:ext cx="3086100" cy="1238250"/>
          </a:xfrm>
          <a:prstGeom prst="rect">
            <a:avLst/>
          </a:prstGeom>
        </p:spPr>
      </p:pic>
    </p:spTree>
    <p:extLst>
      <p:ext uri="{BB962C8B-B14F-4D97-AF65-F5344CB8AC3E}">
        <p14:creationId xmlns:p14="http://schemas.microsoft.com/office/powerpoint/2010/main" val="121673216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0A61F9-FE84-9F41-D273-AA2D81C40013}"/>
            </a:ext>
          </a:extLst>
        </p:cNvPr>
        <p:cNvGrpSpPr/>
        <p:nvPr/>
      </p:nvGrpSpPr>
      <p:grpSpPr>
        <a:xfrm>
          <a:off x="0" y="0"/>
          <a:ext cx="0" cy="0"/>
          <a:chOff x="0" y="0"/>
          <a:chExt cx="0" cy="0"/>
        </a:xfrm>
      </p:grpSpPr>
      <p:sp>
        <p:nvSpPr>
          <p:cNvPr id="16" name="任意多边形 15">
            <a:extLst>
              <a:ext uri="{FF2B5EF4-FFF2-40B4-BE49-F238E27FC236}">
                <a16:creationId xmlns:a16="http://schemas.microsoft.com/office/drawing/2014/main" id="{2A1B7E95-39AE-5593-3E1B-B7A3178C8A59}"/>
              </a:ext>
            </a:extLst>
          </p:cNvPr>
          <p:cNvSpPr/>
          <p:nvPr/>
        </p:nvSpPr>
        <p:spPr>
          <a:xfrm rot="2700000">
            <a:off x="5484939" y="2060669"/>
            <a:ext cx="1028637" cy="1033775"/>
          </a:xfrm>
          <a:custGeom>
            <a:avLst/>
            <a:gdLst>
              <a:gd name="connsiteX0" fmla="*/ 1163668 w 4706557"/>
              <a:gd name="connsiteY0" fmla="*/ 125724 h 4730065"/>
              <a:gd name="connsiteX1" fmla="*/ 1163670 w 4706557"/>
              <a:gd name="connsiteY1" fmla="*/ 125724 h 4730065"/>
              <a:gd name="connsiteX2" fmla="*/ 1289393 w 4706557"/>
              <a:gd name="connsiteY2" fmla="*/ 1 h 4730065"/>
              <a:gd name="connsiteX3" fmla="*/ 4274851 w 4706557"/>
              <a:gd name="connsiteY3" fmla="*/ 0 h 4730065"/>
              <a:gd name="connsiteX4" fmla="*/ 4706557 w 4706557"/>
              <a:gd name="connsiteY4" fmla="*/ 431706 h 4730065"/>
              <a:gd name="connsiteX5" fmla="*/ 4706557 w 4706557"/>
              <a:gd name="connsiteY5" fmla="*/ 3440672 h 4730065"/>
              <a:gd name="connsiteX6" fmla="*/ 3542888 w 4706557"/>
              <a:gd name="connsiteY6" fmla="*/ 4604342 h 4730065"/>
              <a:gd name="connsiteX7" fmla="*/ 3542888 w 4706557"/>
              <a:gd name="connsiteY7" fmla="*/ 4604340 h 4730065"/>
              <a:gd name="connsiteX8" fmla="*/ 3417163 w 4706557"/>
              <a:gd name="connsiteY8" fmla="*/ 4730065 h 4730065"/>
              <a:gd name="connsiteX9" fmla="*/ 3417163 w 4706557"/>
              <a:gd name="connsiteY9" fmla="*/ 1289392 h 4730065"/>
              <a:gd name="connsiteX10" fmla="*/ 0 w 4706557"/>
              <a:gd name="connsiteY10" fmla="*/ 1289392 h 4730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706557" h="4730065">
                <a:moveTo>
                  <a:pt x="1163668" y="125724"/>
                </a:moveTo>
                <a:lnTo>
                  <a:pt x="1163670" y="125724"/>
                </a:lnTo>
                <a:lnTo>
                  <a:pt x="1289393" y="1"/>
                </a:lnTo>
                <a:lnTo>
                  <a:pt x="4274851" y="0"/>
                </a:lnTo>
                <a:cubicBezTo>
                  <a:pt x="4513275" y="1"/>
                  <a:pt x="4706557" y="193282"/>
                  <a:pt x="4706557" y="431706"/>
                </a:cubicBezTo>
                <a:lnTo>
                  <a:pt x="4706557" y="3440672"/>
                </a:lnTo>
                <a:lnTo>
                  <a:pt x="3542888" y="4604342"/>
                </a:lnTo>
                <a:lnTo>
                  <a:pt x="3542888" y="4604340"/>
                </a:lnTo>
                <a:lnTo>
                  <a:pt x="3417163" y="4730065"/>
                </a:lnTo>
                <a:lnTo>
                  <a:pt x="3417163" y="1289392"/>
                </a:lnTo>
                <a:lnTo>
                  <a:pt x="0" y="1289392"/>
                </a:lnTo>
                <a:close/>
              </a:path>
            </a:pathLst>
          </a:custGeom>
          <a:solidFill>
            <a:schemeClr val="bg1">
              <a:lumMod val="95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0" name="任意多边形 19">
            <a:extLst>
              <a:ext uri="{FF2B5EF4-FFF2-40B4-BE49-F238E27FC236}">
                <a16:creationId xmlns:a16="http://schemas.microsoft.com/office/drawing/2014/main" id="{96A4214A-6F73-C501-B7B4-5EB7200E1083}"/>
              </a:ext>
            </a:extLst>
          </p:cNvPr>
          <p:cNvSpPr/>
          <p:nvPr/>
        </p:nvSpPr>
        <p:spPr>
          <a:xfrm rot="2700000">
            <a:off x="-2095382" y="209360"/>
            <a:ext cx="6410492" cy="6427355"/>
          </a:xfrm>
          <a:custGeom>
            <a:avLst/>
            <a:gdLst>
              <a:gd name="connsiteX0" fmla="*/ 0 w 6410492"/>
              <a:gd name="connsiteY0" fmla="*/ 1578016 h 6427355"/>
              <a:gd name="connsiteX1" fmla="*/ 1146670 w 6410492"/>
              <a:gd name="connsiteY1" fmla="*/ 431345 h 6427355"/>
              <a:gd name="connsiteX2" fmla="*/ 1146671 w 6410492"/>
              <a:gd name="connsiteY2" fmla="*/ 431345 h 6427355"/>
              <a:gd name="connsiteX3" fmla="*/ 1578016 w 6410492"/>
              <a:gd name="connsiteY3" fmla="*/ 0 h 6427355"/>
              <a:gd name="connsiteX4" fmla="*/ 5764900 w 6410492"/>
              <a:gd name="connsiteY4" fmla="*/ 0 h 6427355"/>
              <a:gd name="connsiteX5" fmla="*/ 6410492 w 6410492"/>
              <a:gd name="connsiteY5" fmla="*/ 645592 h 6427355"/>
              <a:gd name="connsiteX6" fmla="*/ 6410491 w 6410492"/>
              <a:gd name="connsiteY6" fmla="*/ 4866202 h 6427355"/>
              <a:gd name="connsiteX7" fmla="*/ 4849339 w 6410492"/>
              <a:gd name="connsiteY7" fmla="*/ 6427355 h 6427355"/>
              <a:gd name="connsiteX8" fmla="*/ 4238944 w 6410492"/>
              <a:gd name="connsiteY8" fmla="*/ 5816960 h 6427355"/>
              <a:gd name="connsiteX9" fmla="*/ 4238943 w 6410492"/>
              <a:gd name="connsiteY9" fmla="*/ 2171546 h 6427355"/>
              <a:gd name="connsiteX10" fmla="*/ 593530 w 6410492"/>
              <a:gd name="connsiteY10" fmla="*/ 2171546 h 6427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410492" h="6427355">
                <a:moveTo>
                  <a:pt x="0" y="1578016"/>
                </a:moveTo>
                <a:lnTo>
                  <a:pt x="1146670" y="431345"/>
                </a:lnTo>
                <a:lnTo>
                  <a:pt x="1146671" y="431345"/>
                </a:lnTo>
                <a:lnTo>
                  <a:pt x="1578016" y="0"/>
                </a:lnTo>
                <a:lnTo>
                  <a:pt x="5764900" y="0"/>
                </a:lnTo>
                <a:cubicBezTo>
                  <a:pt x="6121450" y="0"/>
                  <a:pt x="6410492" y="289042"/>
                  <a:pt x="6410492" y="645592"/>
                </a:cubicBezTo>
                <a:lnTo>
                  <a:pt x="6410491" y="4866202"/>
                </a:lnTo>
                <a:lnTo>
                  <a:pt x="4849339" y="6427355"/>
                </a:lnTo>
                <a:lnTo>
                  <a:pt x="4238944" y="5816960"/>
                </a:lnTo>
                <a:lnTo>
                  <a:pt x="4238943" y="2171546"/>
                </a:lnTo>
                <a:lnTo>
                  <a:pt x="593530" y="2171546"/>
                </a:lnTo>
                <a:close/>
              </a:path>
            </a:pathLst>
          </a:custGeom>
          <a:solidFill>
            <a:srgbClr val="3333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6" name="任意多边形 5">
            <a:extLst>
              <a:ext uri="{FF2B5EF4-FFF2-40B4-BE49-F238E27FC236}">
                <a16:creationId xmlns:a16="http://schemas.microsoft.com/office/drawing/2014/main" id="{593D3892-74A8-137A-BA8A-A3D4CB86968C}"/>
              </a:ext>
            </a:extLst>
          </p:cNvPr>
          <p:cNvSpPr/>
          <p:nvPr/>
        </p:nvSpPr>
        <p:spPr>
          <a:xfrm rot="2700000">
            <a:off x="1827643" y="44906"/>
            <a:ext cx="3850328" cy="3869559"/>
          </a:xfrm>
          <a:custGeom>
            <a:avLst/>
            <a:gdLst>
              <a:gd name="connsiteX0" fmla="*/ 1163668 w 4706557"/>
              <a:gd name="connsiteY0" fmla="*/ 125724 h 4730065"/>
              <a:gd name="connsiteX1" fmla="*/ 1163670 w 4706557"/>
              <a:gd name="connsiteY1" fmla="*/ 125724 h 4730065"/>
              <a:gd name="connsiteX2" fmla="*/ 1289393 w 4706557"/>
              <a:gd name="connsiteY2" fmla="*/ 1 h 4730065"/>
              <a:gd name="connsiteX3" fmla="*/ 4274851 w 4706557"/>
              <a:gd name="connsiteY3" fmla="*/ 0 h 4730065"/>
              <a:gd name="connsiteX4" fmla="*/ 4706557 w 4706557"/>
              <a:gd name="connsiteY4" fmla="*/ 431706 h 4730065"/>
              <a:gd name="connsiteX5" fmla="*/ 4706557 w 4706557"/>
              <a:gd name="connsiteY5" fmla="*/ 3440672 h 4730065"/>
              <a:gd name="connsiteX6" fmla="*/ 3542888 w 4706557"/>
              <a:gd name="connsiteY6" fmla="*/ 4604342 h 4730065"/>
              <a:gd name="connsiteX7" fmla="*/ 3542888 w 4706557"/>
              <a:gd name="connsiteY7" fmla="*/ 4604340 h 4730065"/>
              <a:gd name="connsiteX8" fmla="*/ 3417163 w 4706557"/>
              <a:gd name="connsiteY8" fmla="*/ 4730065 h 4730065"/>
              <a:gd name="connsiteX9" fmla="*/ 3417163 w 4706557"/>
              <a:gd name="connsiteY9" fmla="*/ 1289392 h 4730065"/>
              <a:gd name="connsiteX10" fmla="*/ 0 w 4706557"/>
              <a:gd name="connsiteY10" fmla="*/ 1289392 h 4730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706557" h="4730065">
                <a:moveTo>
                  <a:pt x="1163668" y="125724"/>
                </a:moveTo>
                <a:lnTo>
                  <a:pt x="1163670" y="125724"/>
                </a:lnTo>
                <a:lnTo>
                  <a:pt x="1289393" y="1"/>
                </a:lnTo>
                <a:lnTo>
                  <a:pt x="4274851" y="0"/>
                </a:lnTo>
                <a:cubicBezTo>
                  <a:pt x="4513275" y="1"/>
                  <a:pt x="4706557" y="193282"/>
                  <a:pt x="4706557" y="431706"/>
                </a:cubicBezTo>
                <a:lnTo>
                  <a:pt x="4706557" y="3440672"/>
                </a:lnTo>
                <a:lnTo>
                  <a:pt x="3542888" y="4604342"/>
                </a:lnTo>
                <a:lnTo>
                  <a:pt x="3542888" y="4604340"/>
                </a:lnTo>
                <a:lnTo>
                  <a:pt x="3417163" y="4730065"/>
                </a:lnTo>
                <a:lnTo>
                  <a:pt x="3417163" y="1289392"/>
                </a:lnTo>
                <a:lnTo>
                  <a:pt x="0" y="1289392"/>
                </a:lnTo>
                <a:close/>
              </a:path>
            </a:pathLst>
          </a:custGeom>
          <a:solidFill>
            <a:srgbClr val="5D999F">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2" name="任意多边形 11">
            <a:extLst>
              <a:ext uri="{FF2B5EF4-FFF2-40B4-BE49-F238E27FC236}">
                <a16:creationId xmlns:a16="http://schemas.microsoft.com/office/drawing/2014/main" id="{FA56C515-12BC-75C8-EAC0-BD91BAE068EF}"/>
              </a:ext>
            </a:extLst>
          </p:cNvPr>
          <p:cNvSpPr/>
          <p:nvPr/>
        </p:nvSpPr>
        <p:spPr>
          <a:xfrm rot="18900000" flipH="1">
            <a:off x="11525844" y="5786883"/>
            <a:ext cx="1174416" cy="953193"/>
          </a:xfrm>
          <a:custGeom>
            <a:avLst/>
            <a:gdLst>
              <a:gd name="connsiteX0" fmla="*/ 1038 w 1174416"/>
              <a:gd name="connsiteY0" fmla="*/ 0 h 953193"/>
              <a:gd name="connsiteX1" fmla="*/ 0 w 1174416"/>
              <a:gd name="connsiteY1" fmla="*/ 1038 h 953193"/>
              <a:gd name="connsiteX2" fmla="*/ 441710 w 1174416"/>
              <a:gd name="connsiteY2" fmla="*/ 442748 h 953193"/>
              <a:gd name="connsiteX3" fmla="*/ 731667 w 1174416"/>
              <a:gd name="connsiteY3" fmla="*/ 442748 h 953193"/>
              <a:gd name="connsiteX4" fmla="*/ 731667 w 1174416"/>
              <a:gd name="connsiteY4" fmla="*/ 732705 h 953193"/>
              <a:gd name="connsiteX5" fmla="*/ 952155 w 1174416"/>
              <a:gd name="connsiteY5" fmla="*/ 953193 h 953193"/>
              <a:gd name="connsiteX6" fmla="*/ 1174416 w 1174416"/>
              <a:gd name="connsiteY6" fmla="*/ 730932 h 953193"/>
              <a:gd name="connsiteX7" fmla="*/ 1174416 w 1174416"/>
              <a:gd name="connsiteY7" fmla="*/ 148239 h 953193"/>
              <a:gd name="connsiteX8" fmla="*/ 1026178 w 1174416"/>
              <a:gd name="connsiteY8" fmla="*/ 0 h 9531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74416" h="953193">
                <a:moveTo>
                  <a:pt x="1038" y="0"/>
                </a:moveTo>
                <a:lnTo>
                  <a:pt x="0" y="1038"/>
                </a:lnTo>
                <a:lnTo>
                  <a:pt x="441710" y="442748"/>
                </a:lnTo>
                <a:lnTo>
                  <a:pt x="731667" y="442748"/>
                </a:lnTo>
                <a:lnTo>
                  <a:pt x="731667" y="732705"/>
                </a:lnTo>
                <a:lnTo>
                  <a:pt x="952155" y="953193"/>
                </a:lnTo>
                <a:lnTo>
                  <a:pt x="1174416" y="730932"/>
                </a:lnTo>
                <a:lnTo>
                  <a:pt x="1174416" y="148239"/>
                </a:lnTo>
                <a:cubicBezTo>
                  <a:pt x="1174416" y="66369"/>
                  <a:pt x="1108048" y="0"/>
                  <a:pt x="1026178" y="0"/>
                </a:cubicBezTo>
                <a:close/>
              </a:path>
            </a:pathLst>
          </a:custGeom>
          <a:solidFill>
            <a:schemeClr val="accent2">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3" name="文本框 12">
            <a:extLst>
              <a:ext uri="{FF2B5EF4-FFF2-40B4-BE49-F238E27FC236}">
                <a16:creationId xmlns:a16="http://schemas.microsoft.com/office/drawing/2014/main" id="{059336C0-7AE2-5CF0-3080-F4CE39FB682B}"/>
              </a:ext>
            </a:extLst>
          </p:cNvPr>
          <p:cNvSpPr txBox="1"/>
          <p:nvPr/>
        </p:nvSpPr>
        <p:spPr>
          <a:xfrm>
            <a:off x="6148614" y="3328693"/>
            <a:ext cx="2006062" cy="646331"/>
          </a:xfrm>
          <a:prstGeom prst="rect">
            <a:avLst/>
          </a:prstGeom>
          <a:noFill/>
        </p:spPr>
        <p:txBody>
          <a:bodyPr wrap="none" rtlCol="0">
            <a:spAutoFit/>
            <a:scene3d>
              <a:camera prst="orthographicFront"/>
              <a:lightRig rig="threePt" dir="t"/>
            </a:scene3d>
            <a:sp3d contourW="12700"/>
          </a:bodyPr>
          <a:lstStyle/>
          <a:p>
            <a:r>
              <a:rPr lang="en-US" altLang="zh-CN" sz="3600" dirty="0">
                <a:solidFill>
                  <a:schemeClr val="accent1"/>
                </a:solidFill>
                <a:cs typeface="+mn-ea"/>
                <a:sym typeface="+mn-lt"/>
              </a:rPr>
              <a:t>PART 02</a:t>
            </a:r>
            <a:endParaRPr lang="zh-CN" altLang="en-US" sz="3600" dirty="0">
              <a:solidFill>
                <a:schemeClr val="accent1"/>
              </a:solidFill>
              <a:cs typeface="+mn-ea"/>
              <a:sym typeface="+mn-lt"/>
            </a:endParaRPr>
          </a:p>
        </p:txBody>
      </p:sp>
      <p:sp>
        <p:nvSpPr>
          <p:cNvPr id="14" name="文本框 13">
            <a:extLst>
              <a:ext uri="{FF2B5EF4-FFF2-40B4-BE49-F238E27FC236}">
                <a16:creationId xmlns:a16="http://schemas.microsoft.com/office/drawing/2014/main" id="{9E363A37-AAB6-EAB8-F0EA-C338E7AF3631}"/>
              </a:ext>
            </a:extLst>
          </p:cNvPr>
          <p:cNvSpPr txBox="1"/>
          <p:nvPr/>
        </p:nvSpPr>
        <p:spPr>
          <a:xfrm>
            <a:off x="6110514" y="4131820"/>
            <a:ext cx="5091413" cy="769441"/>
          </a:xfrm>
          <a:prstGeom prst="rect">
            <a:avLst/>
          </a:prstGeom>
          <a:noFill/>
        </p:spPr>
        <p:txBody>
          <a:bodyPr wrap="square" rtlCol="0">
            <a:spAutoFit/>
            <a:scene3d>
              <a:camera prst="orthographicFront"/>
              <a:lightRig rig="threePt" dir="t"/>
            </a:scene3d>
            <a:sp3d contourW="12700"/>
          </a:bodyPr>
          <a:lstStyle/>
          <a:p>
            <a:r>
              <a:rPr lang="en-US" altLang="zh-CN" sz="4400" b="1" dirty="0">
                <a:solidFill>
                  <a:schemeClr val="accent3"/>
                </a:solidFill>
                <a:cs typeface="+mn-ea"/>
                <a:sym typeface="+mn-lt"/>
              </a:rPr>
              <a:t>Decision Tree</a:t>
            </a:r>
            <a:endParaRPr lang="zh-CN" altLang="en-US" sz="4400" b="1" dirty="0">
              <a:solidFill>
                <a:schemeClr val="accent3"/>
              </a:solidFill>
              <a:cs typeface="+mn-ea"/>
              <a:sym typeface="+mn-lt"/>
            </a:endParaRPr>
          </a:p>
        </p:txBody>
      </p:sp>
      <p:sp>
        <p:nvSpPr>
          <p:cNvPr id="17" name="任意多边形 16">
            <a:extLst>
              <a:ext uri="{FF2B5EF4-FFF2-40B4-BE49-F238E27FC236}">
                <a16:creationId xmlns:a16="http://schemas.microsoft.com/office/drawing/2014/main" id="{894E1004-5560-6103-D536-866312D63985}"/>
              </a:ext>
            </a:extLst>
          </p:cNvPr>
          <p:cNvSpPr/>
          <p:nvPr/>
        </p:nvSpPr>
        <p:spPr>
          <a:xfrm rot="2700000">
            <a:off x="9435201" y="912906"/>
            <a:ext cx="1461465" cy="1468765"/>
          </a:xfrm>
          <a:custGeom>
            <a:avLst/>
            <a:gdLst>
              <a:gd name="connsiteX0" fmla="*/ 1163668 w 4706557"/>
              <a:gd name="connsiteY0" fmla="*/ 125724 h 4730065"/>
              <a:gd name="connsiteX1" fmla="*/ 1163670 w 4706557"/>
              <a:gd name="connsiteY1" fmla="*/ 125724 h 4730065"/>
              <a:gd name="connsiteX2" fmla="*/ 1289393 w 4706557"/>
              <a:gd name="connsiteY2" fmla="*/ 1 h 4730065"/>
              <a:gd name="connsiteX3" fmla="*/ 4274851 w 4706557"/>
              <a:gd name="connsiteY3" fmla="*/ 0 h 4730065"/>
              <a:gd name="connsiteX4" fmla="*/ 4706557 w 4706557"/>
              <a:gd name="connsiteY4" fmla="*/ 431706 h 4730065"/>
              <a:gd name="connsiteX5" fmla="*/ 4706557 w 4706557"/>
              <a:gd name="connsiteY5" fmla="*/ 3440672 h 4730065"/>
              <a:gd name="connsiteX6" fmla="*/ 3542888 w 4706557"/>
              <a:gd name="connsiteY6" fmla="*/ 4604342 h 4730065"/>
              <a:gd name="connsiteX7" fmla="*/ 3542888 w 4706557"/>
              <a:gd name="connsiteY7" fmla="*/ 4604340 h 4730065"/>
              <a:gd name="connsiteX8" fmla="*/ 3417163 w 4706557"/>
              <a:gd name="connsiteY8" fmla="*/ 4730065 h 4730065"/>
              <a:gd name="connsiteX9" fmla="*/ 3417163 w 4706557"/>
              <a:gd name="connsiteY9" fmla="*/ 1289392 h 4730065"/>
              <a:gd name="connsiteX10" fmla="*/ 0 w 4706557"/>
              <a:gd name="connsiteY10" fmla="*/ 1289392 h 4730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706557" h="4730065">
                <a:moveTo>
                  <a:pt x="1163668" y="125724"/>
                </a:moveTo>
                <a:lnTo>
                  <a:pt x="1163670" y="125724"/>
                </a:lnTo>
                <a:lnTo>
                  <a:pt x="1289393" y="1"/>
                </a:lnTo>
                <a:lnTo>
                  <a:pt x="4274851" y="0"/>
                </a:lnTo>
                <a:cubicBezTo>
                  <a:pt x="4513275" y="1"/>
                  <a:pt x="4706557" y="193282"/>
                  <a:pt x="4706557" y="431706"/>
                </a:cubicBezTo>
                <a:lnTo>
                  <a:pt x="4706557" y="3440672"/>
                </a:lnTo>
                <a:lnTo>
                  <a:pt x="3542888" y="4604342"/>
                </a:lnTo>
                <a:lnTo>
                  <a:pt x="3542888" y="4604340"/>
                </a:lnTo>
                <a:lnTo>
                  <a:pt x="3417163" y="4730065"/>
                </a:lnTo>
                <a:lnTo>
                  <a:pt x="3417163" y="1289392"/>
                </a:lnTo>
                <a:lnTo>
                  <a:pt x="0" y="1289392"/>
                </a:lnTo>
                <a:close/>
              </a:path>
            </a:pathLst>
          </a:custGeom>
          <a:solidFill>
            <a:schemeClr val="accent1">
              <a:lumMod val="20000"/>
              <a:lumOff val="8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8" name="任意多边形 17">
            <a:extLst>
              <a:ext uri="{FF2B5EF4-FFF2-40B4-BE49-F238E27FC236}">
                <a16:creationId xmlns:a16="http://schemas.microsoft.com/office/drawing/2014/main" id="{6CFEA597-C61D-DFD5-DE72-29EC0FAE8877}"/>
              </a:ext>
            </a:extLst>
          </p:cNvPr>
          <p:cNvSpPr/>
          <p:nvPr/>
        </p:nvSpPr>
        <p:spPr>
          <a:xfrm rot="2700000">
            <a:off x="10767277" y="5635597"/>
            <a:ext cx="602495" cy="605504"/>
          </a:xfrm>
          <a:custGeom>
            <a:avLst/>
            <a:gdLst>
              <a:gd name="connsiteX0" fmla="*/ 1163668 w 4706557"/>
              <a:gd name="connsiteY0" fmla="*/ 125724 h 4730065"/>
              <a:gd name="connsiteX1" fmla="*/ 1163670 w 4706557"/>
              <a:gd name="connsiteY1" fmla="*/ 125724 h 4730065"/>
              <a:gd name="connsiteX2" fmla="*/ 1289393 w 4706557"/>
              <a:gd name="connsiteY2" fmla="*/ 1 h 4730065"/>
              <a:gd name="connsiteX3" fmla="*/ 4274851 w 4706557"/>
              <a:gd name="connsiteY3" fmla="*/ 0 h 4730065"/>
              <a:gd name="connsiteX4" fmla="*/ 4706557 w 4706557"/>
              <a:gd name="connsiteY4" fmla="*/ 431706 h 4730065"/>
              <a:gd name="connsiteX5" fmla="*/ 4706557 w 4706557"/>
              <a:gd name="connsiteY5" fmla="*/ 3440672 h 4730065"/>
              <a:gd name="connsiteX6" fmla="*/ 3542888 w 4706557"/>
              <a:gd name="connsiteY6" fmla="*/ 4604342 h 4730065"/>
              <a:gd name="connsiteX7" fmla="*/ 3542888 w 4706557"/>
              <a:gd name="connsiteY7" fmla="*/ 4604340 h 4730065"/>
              <a:gd name="connsiteX8" fmla="*/ 3417163 w 4706557"/>
              <a:gd name="connsiteY8" fmla="*/ 4730065 h 4730065"/>
              <a:gd name="connsiteX9" fmla="*/ 3417163 w 4706557"/>
              <a:gd name="connsiteY9" fmla="*/ 1289392 h 4730065"/>
              <a:gd name="connsiteX10" fmla="*/ 0 w 4706557"/>
              <a:gd name="connsiteY10" fmla="*/ 1289392 h 4730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706557" h="4730065">
                <a:moveTo>
                  <a:pt x="1163668" y="125724"/>
                </a:moveTo>
                <a:lnTo>
                  <a:pt x="1163670" y="125724"/>
                </a:lnTo>
                <a:lnTo>
                  <a:pt x="1289393" y="1"/>
                </a:lnTo>
                <a:lnTo>
                  <a:pt x="4274851" y="0"/>
                </a:lnTo>
                <a:cubicBezTo>
                  <a:pt x="4513275" y="1"/>
                  <a:pt x="4706557" y="193282"/>
                  <a:pt x="4706557" y="431706"/>
                </a:cubicBezTo>
                <a:lnTo>
                  <a:pt x="4706557" y="3440672"/>
                </a:lnTo>
                <a:lnTo>
                  <a:pt x="3542888" y="4604342"/>
                </a:lnTo>
                <a:lnTo>
                  <a:pt x="3542888" y="4604340"/>
                </a:lnTo>
                <a:lnTo>
                  <a:pt x="3417163" y="4730065"/>
                </a:lnTo>
                <a:lnTo>
                  <a:pt x="3417163" y="1289392"/>
                </a:lnTo>
                <a:lnTo>
                  <a:pt x="0" y="1289392"/>
                </a:lnTo>
                <a:close/>
              </a:path>
            </a:pathLst>
          </a:custGeom>
          <a:solidFill>
            <a:schemeClr val="bg1">
              <a:lumMod val="95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Tree>
    <p:extLst>
      <p:ext uri="{BB962C8B-B14F-4D97-AF65-F5344CB8AC3E}">
        <p14:creationId xmlns:p14="http://schemas.microsoft.com/office/powerpoint/2010/main" val="142553383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5C8088-D65C-FB93-6355-5CE4E01E312D}"/>
            </a:ext>
          </a:extLst>
        </p:cNvPr>
        <p:cNvGrpSpPr/>
        <p:nvPr/>
      </p:nvGrpSpPr>
      <p:grpSpPr>
        <a:xfrm>
          <a:off x="0" y="0"/>
          <a:ext cx="0" cy="0"/>
          <a:chOff x="0" y="0"/>
          <a:chExt cx="0" cy="0"/>
        </a:xfrm>
      </p:grpSpPr>
      <p:sp>
        <p:nvSpPr>
          <p:cNvPr id="47" name="椭圆 13">
            <a:extLst>
              <a:ext uri="{FF2B5EF4-FFF2-40B4-BE49-F238E27FC236}">
                <a16:creationId xmlns:a16="http://schemas.microsoft.com/office/drawing/2014/main" id="{98393415-75D5-ABAB-C61B-873921A57E0A}"/>
              </a:ext>
            </a:extLst>
          </p:cNvPr>
          <p:cNvSpPr/>
          <p:nvPr/>
        </p:nvSpPr>
        <p:spPr>
          <a:xfrm>
            <a:off x="5229135" y="2326081"/>
            <a:ext cx="755387" cy="708526"/>
          </a:xfrm>
          <a:custGeom>
            <a:avLst/>
            <a:gdLst>
              <a:gd name="connsiteX0" fmla="*/ 258582 w 606298"/>
              <a:gd name="connsiteY0" fmla="*/ 455598 h 568686"/>
              <a:gd name="connsiteX1" fmla="*/ 303149 w 606298"/>
              <a:gd name="connsiteY1" fmla="*/ 490637 h 568686"/>
              <a:gd name="connsiteX2" fmla="*/ 347716 w 606298"/>
              <a:gd name="connsiteY2" fmla="*/ 455598 h 568686"/>
              <a:gd name="connsiteX3" fmla="*/ 311784 w 606298"/>
              <a:gd name="connsiteY3" fmla="*/ 456896 h 568686"/>
              <a:gd name="connsiteX4" fmla="*/ 294607 w 606298"/>
              <a:gd name="connsiteY4" fmla="*/ 456896 h 568686"/>
              <a:gd name="connsiteX5" fmla="*/ 258582 w 606298"/>
              <a:gd name="connsiteY5" fmla="*/ 455598 h 568686"/>
              <a:gd name="connsiteX6" fmla="*/ 482810 w 606298"/>
              <a:gd name="connsiteY6" fmla="*/ 426955 h 568686"/>
              <a:gd name="connsiteX7" fmla="*/ 402311 w 606298"/>
              <a:gd name="connsiteY7" fmla="*/ 449202 h 568686"/>
              <a:gd name="connsiteX8" fmla="*/ 391633 w 606298"/>
              <a:gd name="connsiteY8" fmla="*/ 460233 h 568686"/>
              <a:gd name="connsiteX9" fmla="*/ 333696 w 606298"/>
              <a:gd name="connsiteY9" fmla="*/ 510752 h 568686"/>
              <a:gd name="connsiteX10" fmla="*/ 407603 w 606298"/>
              <a:gd name="connsiteY10" fmla="*/ 533647 h 568686"/>
              <a:gd name="connsiteX11" fmla="*/ 445578 w 606298"/>
              <a:gd name="connsiteY11" fmla="*/ 523358 h 568686"/>
              <a:gd name="connsiteX12" fmla="*/ 482810 w 606298"/>
              <a:gd name="connsiteY12" fmla="*/ 426955 h 568686"/>
              <a:gd name="connsiteX13" fmla="*/ 123488 w 606298"/>
              <a:gd name="connsiteY13" fmla="*/ 426955 h 568686"/>
              <a:gd name="connsiteX14" fmla="*/ 160720 w 606298"/>
              <a:gd name="connsiteY14" fmla="*/ 523358 h 568686"/>
              <a:gd name="connsiteX15" fmla="*/ 198788 w 606298"/>
              <a:gd name="connsiteY15" fmla="*/ 533647 h 568686"/>
              <a:gd name="connsiteX16" fmla="*/ 272602 w 606298"/>
              <a:gd name="connsiteY16" fmla="*/ 510752 h 568686"/>
              <a:gd name="connsiteX17" fmla="*/ 214665 w 606298"/>
              <a:gd name="connsiteY17" fmla="*/ 460233 h 568686"/>
              <a:gd name="connsiteX18" fmla="*/ 204080 w 606298"/>
              <a:gd name="connsiteY18" fmla="*/ 449202 h 568686"/>
              <a:gd name="connsiteX19" fmla="*/ 123488 w 606298"/>
              <a:gd name="connsiteY19" fmla="*/ 426955 h 568686"/>
              <a:gd name="connsiteX20" fmla="*/ 469069 w 606298"/>
              <a:gd name="connsiteY20" fmla="*/ 346681 h 568686"/>
              <a:gd name="connsiteX21" fmla="*/ 450777 w 606298"/>
              <a:gd name="connsiteY21" fmla="*/ 374953 h 568686"/>
              <a:gd name="connsiteX22" fmla="*/ 449292 w 606298"/>
              <a:gd name="connsiteY22" fmla="*/ 377178 h 568686"/>
              <a:gd name="connsiteX23" fmla="*/ 425523 w 606298"/>
              <a:gd name="connsiteY23" fmla="*/ 409250 h 568686"/>
              <a:gd name="connsiteX24" fmla="*/ 479189 w 606298"/>
              <a:gd name="connsiteY24" fmla="*/ 391360 h 568686"/>
              <a:gd name="connsiteX25" fmla="*/ 469069 w 606298"/>
              <a:gd name="connsiteY25" fmla="*/ 346681 h 568686"/>
              <a:gd name="connsiteX26" fmla="*/ 137229 w 606298"/>
              <a:gd name="connsiteY26" fmla="*/ 346681 h 568686"/>
              <a:gd name="connsiteX27" fmla="*/ 127109 w 606298"/>
              <a:gd name="connsiteY27" fmla="*/ 391360 h 568686"/>
              <a:gd name="connsiteX28" fmla="*/ 180868 w 606298"/>
              <a:gd name="connsiteY28" fmla="*/ 409250 h 568686"/>
              <a:gd name="connsiteX29" fmla="*/ 157006 w 606298"/>
              <a:gd name="connsiteY29" fmla="*/ 377178 h 568686"/>
              <a:gd name="connsiteX30" fmla="*/ 155521 w 606298"/>
              <a:gd name="connsiteY30" fmla="*/ 375046 h 568686"/>
              <a:gd name="connsiteX31" fmla="*/ 137229 w 606298"/>
              <a:gd name="connsiteY31" fmla="*/ 346681 h 568686"/>
              <a:gd name="connsiteX32" fmla="*/ 303114 w 606298"/>
              <a:gd name="connsiteY32" fmla="*/ 237523 h 568686"/>
              <a:gd name="connsiteX33" fmla="*/ 350005 w 606298"/>
              <a:gd name="connsiteY33" fmla="*/ 284343 h 568686"/>
              <a:gd name="connsiteX34" fmla="*/ 303114 w 606298"/>
              <a:gd name="connsiteY34" fmla="*/ 331163 h 568686"/>
              <a:gd name="connsiteX35" fmla="*/ 256223 w 606298"/>
              <a:gd name="connsiteY35" fmla="*/ 284343 h 568686"/>
              <a:gd name="connsiteX36" fmla="*/ 303114 w 606298"/>
              <a:gd name="connsiteY36" fmla="*/ 237523 h 568686"/>
              <a:gd name="connsiteX37" fmla="*/ 517257 w 606298"/>
              <a:gd name="connsiteY37" fmla="*/ 210604 h 568686"/>
              <a:gd name="connsiteX38" fmla="*/ 516792 w 606298"/>
              <a:gd name="connsiteY38" fmla="*/ 213292 h 568686"/>
              <a:gd name="connsiteX39" fmla="*/ 490888 w 606298"/>
              <a:gd name="connsiteY39" fmla="*/ 303392 h 568686"/>
              <a:gd name="connsiteX40" fmla="*/ 511500 w 606298"/>
              <a:gd name="connsiteY40" fmla="*/ 374953 h 568686"/>
              <a:gd name="connsiteX41" fmla="*/ 572130 w 606298"/>
              <a:gd name="connsiteY41" fmla="*/ 290971 h 568686"/>
              <a:gd name="connsiteX42" fmla="*/ 517257 w 606298"/>
              <a:gd name="connsiteY42" fmla="*/ 210604 h 568686"/>
              <a:gd name="connsiteX43" fmla="*/ 89041 w 606298"/>
              <a:gd name="connsiteY43" fmla="*/ 210604 h 568686"/>
              <a:gd name="connsiteX44" fmla="*/ 34168 w 606298"/>
              <a:gd name="connsiteY44" fmla="*/ 290971 h 568686"/>
              <a:gd name="connsiteX45" fmla="*/ 94798 w 606298"/>
              <a:gd name="connsiteY45" fmla="*/ 374953 h 568686"/>
              <a:gd name="connsiteX46" fmla="*/ 115410 w 606298"/>
              <a:gd name="connsiteY46" fmla="*/ 303392 h 568686"/>
              <a:gd name="connsiteX47" fmla="*/ 89506 w 606298"/>
              <a:gd name="connsiteY47" fmla="*/ 213292 h 568686"/>
              <a:gd name="connsiteX48" fmla="*/ 419952 w 606298"/>
              <a:gd name="connsiteY48" fmla="*/ 171487 h 568686"/>
              <a:gd name="connsiteX49" fmla="*/ 438893 w 606298"/>
              <a:gd name="connsiteY49" fmla="*/ 199666 h 568686"/>
              <a:gd name="connsiteX50" fmla="*/ 470833 w 606298"/>
              <a:gd name="connsiteY50" fmla="*/ 256952 h 568686"/>
              <a:gd name="connsiteX51" fmla="*/ 484017 w 606298"/>
              <a:gd name="connsiteY51" fmla="*/ 200407 h 568686"/>
              <a:gd name="connsiteX52" fmla="*/ 484946 w 606298"/>
              <a:gd name="connsiteY52" fmla="*/ 193085 h 568686"/>
              <a:gd name="connsiteX53" fmla="*/ 419952 w 606298"/>
              <a:gd name="connsiteY53" fmla="*/ 171487 h 568686"/>
              <a:gd name="connsiteX54" fmla="*/ 186346 w 606298"/>
              <a:gd name="connsiteY54" fmla="*/ 171487 h 568686"/>
              <a:gd name="connsiteX55" fmla="*/ 121352 w 606298"/>
              <a:gd name="connsiteY55" fmla="*/ 193085 h 568686"/>
              <a:gd name="connsiteX56" fmla="*/ 122281 w 606298"/>
              <a:gd name="connsiteY56" fmla="*/ 200407 h 568686"/>
              <a:gd name="connsiteX57" fmla="*/ 135465 w 606298"/>
              <a:gd name="connsiteY57" fmla="*/ 256952 h 568686"/>
              <a:gd name="connsiteX58" fmla="*/ 167405 w 606298"/>
              <a:gd name="connsiteY58" fmla="*/ 199666 h 568686"/>
              <a:gd name="connsiteX59" fmla="*/ 186346 w 606298"/>
              <a:gd name="connsiteY59" fmla="*/ 171487 h 568686"/>
              <a:gd name="connsiteX60" fmla="*/ 303149 w 606298"/>
              <a:gd name="connsiteY60" fmla="*/ 159459 h 568686"/>
              <a:gd name="connsiteX61" fmla="*/ 236113 w 606298"/>
              <a:gd name="connsiteY61" fmla="*/ 162866 h 568686"/>
              <a:gd name="connsiteX62" fmla="*/ 196559 w 606298"/>
              <a:gd name="connsiteY62" fmla="*/ 218020 h 568686"/>
              <a:gd name="connsiteX63" fmla="*/ 153385 w 606298"/>
              <a:gd name="connsiteY63" fmla="*/ 301260 h 568686"/>
              <a:gd name="connsiteX64" fmla="*/ 184118 w 606298"/>
              <a:gd name="connsiteY64" fmla="*/ 356321 h 568686"/>
              <a:gd name="connsiteX65" fmla="*/ 222835 w 606298"/>
              <a:gd name="connsiteY65" fmla="*/ 406284 h 568686"/>
              <a:gd name="connsiteX66" fmla="*/ 227385 w 606298"/>
              <a:gd name="connsiteY66" fmla="*/ 411104 h 568686"/>
              <a:gd name="connsiteX67" fmla="*/ 234813 w 606298"/>
              <a:gd name="connsiteY67" fmla="*/ 419169 h 568686"/>
              <a:gd name="connsiteX68" fmla="*/ 294607 w 606298"/>
              <a:gd name="connsiteY68" fmla="*/ 422691 h 568686"/>
              <a:gd name="connsiteX69" fmla="*/ 311784 w 606298"/>
              <a:gd name="connsiteY69" fmla="*/ 422691 h 568686"/>
              <a:gd name="connsiteX70" fmla="*/ 371485 w 606298"/>
              <a:gd name="connsiteY70" fmla="*/ 419169 h 568686"/>
              <a:gd name="connsiteX71" fmla="*/ 378913 w 606298"/>
              <a:gd name="connsiteY71" fmla="*/ 411104 h 568686"/>
              <a:gd name="connsiteX72" fmla="*/ 383463 w 606298"/>
              <a:gd name="connsiteY72" fmla="*/ 406284 h 568686"/>
              <a:gd name="connsiteX73" fmla="*/ 422273 w 606298"/>
              <a:gd name="connsiteY73" fmla="*/ 356321 h 568686"/>
              <a:gd name="connsiteX74" fmla="*/ 452913 w 606298"/>
              <a:gd name="connsiteY74" fmla="*/ 301260 h 568686"/>
              <a:gd name="connsiteX75" fmla="*/ 409831 w 606298"/>
              <a:gd name="connsiteY75" fmla="*/ 218020 h 568686"/>
              <a:gd name="connsiteX76" fmla="*/ 370185 w 606298"/>
              <a:gd name="connsiteY76" fmla="*/ 162866 h 568686"/>
              <a:gd name="connsiteX77" fmla="*/ 303149 w 606298"/>
              <a:gd name="connsiteY77" fmla="*/ 159459 h 568686"/>
              <a:gd name="connsiteX78" fmla="*/ 303149 w 606298"/>
              <a:gd name="connsiteY78" fmla="*/ 95754 h 568686"/>
              <a:gd name="connsiteX79" fmla="*/ 269631 w 606298"/>
              <a:gd name="connsiteY79" fmla="*/ 125788 h 568686"/>
              <a:gd name="connsiteX80" fmla="*/ 336667 w 606298"/>
              <a:gd name="connsiteY80" fmla="*/ 125788 h 568686"/>
              <a:gd name="connsiteX81" fmla="*/ 303149 w 606298"/>
              <a:gd name="connsiteY81" fmla="*/ 95754 h 568686"/>
              <a:gd name="connsiteX82" fmla="*/ 413453 w 606298"/>
              <a:gd name="connsiteY82" fmla="*/ 34112 h 568686"/>
              <a:gd name="connsiteX83" fmla="*/ 326454 w 606298"/>
              <a:gd name="connsiteY83" fmla="*/ 70078 h 568686"/>
              <a:gd name="connsiteX84" fmla="*/ 388012 w 606298"/>
              <a:gd name="connsiteY84" fmla="*/ 130608 h 568686"/>
              <a:gd name="connsiteX85" fmla="*/ 490424 w 606298"/>
              <a:gd name="connsiteY85" fmla="*/ 158138 h 568686"/>
              <a:gd name="connsiteX86" fmla="*/ 490424 w 606298"/>
              <a:gd name="connsiteY86" fmla="*/ 156933 h 568686"/>
              <a:gd name="connsiteX87" fmla="*/ 453841 w 606298"/>
              <a:gd name="connsiteY87" fmla="*/ 45143 h 568686"/>
              <a:gd name="connsiteX88" fmla="*/ 413453 w 606298"/>
              <a:gd name="connsiteY88" fmla="*/ 34112 h 568686"/>
              <a:gd name="connsiteX89" fmla="*/ 192845 w 606298"/>
              <a:gd name="connsiteY89" fmla="*/ 34112 h 568686"/>
              <a:gd name="connsiteX90" fmla="*/ 152549 w 606298"/>
              <a:gd name="connsiteY90" fmla="*/ 45143 h 568686"/>
              <a:gd name="connsiteX91" fmla="*/ 115874 w 606298"/>
              <a:gd name="connsiteY91" fmla="*/ 156933 h 568686"/>
              <a:gd name="connsiteX92" fmla="*/ 115967 w 606298"/>
              <a:gd name="connsiteY92" fmla="*/ 158138 h 568686"/>
              <a:gd name="connsiteX93" fmla="*/ 218286 w 606298"/>
              <a:gd name="connsiteY93" fmla="*/ 130608 h 568686"/>
              <a:gd name="connsiteX94" fmla="*/ 279937 w 606298"/>
              <a:gd name="connsiteY94" fmla="*/ 70078 h 568686"/>
              <a:gd name="connsiteX95" fmla="*/ 192845 w 606298"/>
              <a:gd name="connsiteY95" fmla="*/ 34112 h 568686"/>
              <a:gd name="connsiteX96" fmla="*/ 192845 w 606298"/>
              <a:gd name="connsiteY96" fmla="*/ 0 h 568686"/>
              <a:gd name="connsiteX97" fmla="*/ 303149 w 606298"/>
              <a:gd name="connsiteY97" fmla="*/ 44494 h 568686"/>
              <a:gd name="connsiteX98" fmla="*/ 413453 w 606298"/>
              <a:gd name="connsiteY98" fmla="*/ 0 h 568686"/>
              <a:gd name="connsiteX99" fmla="*/ 472411 w 606298"/>
              <a:gd name="connsiteY99" fmla="*/ 16500 h 568686"/>
              <a:gd name="connsiteX100" fmla="*/ 515214 w 606298"/>
              <a:gd name="connsiteY100" fmla="*/ 78050 h 568686"/>
              <a:gd name="connsiteX101" fmla="*/ 524127 w 606298"/>
              <a:gd name="connsiteY101" fmla="*/ 167964 h 568686"/>
              <a:gd name="connsiteX102" fmla="*/ 524127 w 606298"/>
              <a:gd name="connsiteY102" fmla="*/ 174824 h 568686"/>
              <a:gd name="connsiteX103" fmla="*/ 606298 w 606298"/>
              <a:gd name="connsiteY103" fmla="*/ 290971 h 568686"/>
              <a:gd name="connsiteX104" fmla="*/ 516607 w 606298"/>
              <a:gd name="connsiteY104" fmla="*/ 411382 h 568686"/>
              <a:gd name="connsiteX105" fmla="*/ 516792 w 606298"/>
              <a:gd name="connsiteY105" fmla="*/ 413792 h 568686"/>
              <a:gd name="connsiteX106" fmla="*/ 464519 w 606298"/>
              <a:gd name="connsiteY106" fmla="*/ 553299 h 568686"/>
              <a:gd name="connsiteX107" fmla="*/ 408903 w 606298"/>
              <a:gd name="connsiteY107" fmla="*/ 568686 h 568686"/>
              <a:gd name="connsiteX108" fmla="*/ 303149 w 606298"/>
              <a:gd name="connsiteY108" fmla="*/ 532628 h 568686"/>
              <a:gd name="connsiteX109" fmla="*/ 197395 w 606298"/>
              <a:gd name="connsiteY109" fmla="*/ 568686 h 568686"/>
              <a:gd name="connsiteX110" fmla="*/ 141779 w 606298"/>
              <a:gd name="connsiteY110" fmla="*/ 553299 h 568686"/>
              <a:gd name="connsiteX111" fmla="*/ 89506 w 606298"/>
              <a:gd name="connsiteY111" fmla="*/ 413700 h 568686"/>
              <a:gd name="connsiteX112" fmla="*/ 89784 w 606298"/>
              <a:gd name="connsiteY112" fmla="*/ 411382 h 568686"/>
              <a:gd name="connsiteX113" fmla="*/ 0 w 606298"/>
              <a:gd name="connsiteY113" fmla="*/ 290971 h 568686"/>
              <a:gd name="connsiteX114" fmla="*/ 82171 w 606298"/>
              <a:gd name="connsiteY114" fmla="*/ 174824 h 568686"/>
              <a:gd name="connsiteX115" fmla="*/ 82171 w 606298"/>
              <a:gd name="connsiteY115" fmla="*/ 167964 h 568686"/>
              <a:gd name="connsiteX116" fmla="*/ 91084 w 606298"/>
              <a:gd name="connsiteY116" fmla="*/ 78050 h 568686"/>
              <a:gd name="connsiteX117" fmla="*/ 133887 w 606298"/>
              <a:gd name="connsiteY117" fmla="*/ 16500 h 568686"/>
              <a:gd name="connsiteX118" fmla="*/ 192845 w 606298"/>
              <a:gd name="connsiteY118" fmla="*/ 0 h 5686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606298" h="568686">
                <a:moveTo>
                  <a:pt x="258582" y="455598"/>
                </a:moveTo>
                <a:cubicBezTo>
                  <a:pt x="273159" y="469039"/>
                  <a:pt x="288200" y="480811"/>
                  <a:pt x="303149" y="490637"/>
                </a:cubicBezTo>
                <a:cubicBezTo>
                  <a:pt x="318190" y="480811"/>
                  <a:pt x="333139" y="469039"/>
                  <a:pt x="347716" y="455598"/>
                </a:cubicBezTo>
                <a:cubicBezTo>
                  <a:pt x="335274" y="456432"/>
                  <a:pt x="323483" y="456896"/>
                  <a:pt x="311784" y="456896"/>
                </a:cubicBezTo>
                <a:lnTo>
                  <a:pt x="294607" y="456896"/>
                </a:lnTo>
                <a:cubicBezTo>
                  <a:pt x="282908" y="456896"/>
                  <a:pt x="271024" y="456432"/>
                  <a:pt x="258582" y="455598"/>
                </a:cubicBezTo>
                <a:close/>
                <a:moveTo>
                  <a:pt x="482810" y="426955"/>
                </a:moveTo>
                <a:cubicBezTo>
                  <a:pt x="458020" y="436688"/>
                  <a:pt x="431001" y="444104"/>
                  <a:pt x="402311" y="449202"/>
                </a:cubicBezTo>
                <a:lnTo>
                  <a:pt x="391633" y="460233"/>
                </a:lnTo>
                <a:cubicBezTo>
                  <a:pt x="373249" y="479421"/>
                  <a:pt x="353751" y="496384"/>
                  <a:pt x="333696" y="510752"/>
                </a:cubicBezTo>
                <a:cubicBezTo>
                  <a:pt x="360436" y="525768"/>
                  <a:pt x="385877" y="533647"/>
                  <a:pt x="407603" y="533647"/>
                </a:cubicBezTo>
                <a:cubicBezTo>
                  <a:pt x="421995" y="533647"/>
                  <a:pt x="434808" y="530218"/>
                  <a:pt x="445578" y="523358"/>
                </a:cubicBezTo>
                <a:cubicBezTo>
                  <a:pt x="470833" y="507507"/>
                  <a:pt x="484017" y="473303"/>
                  <a:pt x="482810" y="426955"/>
                </a:cubicBezTo>
                <a:close/>
                <a:moveTo>
                  <a:pt x="123488" y="426955"/>
                </a:moveTo>
                <a:cubicBezTo>
                  <a:pt x="122281" y="473303"/>
                  <a:pt x="135465" y="507507"/>
                  <a:pt x="160720" y="523358"/>
                </a:cubicBezTo>
                <a:cubicBezTo>
                  <a:pt x="171490" y="530218"/>
                  <a:pt x="184303" y="533647"/>
                  <a:pt x="198788" y="533647"/>
                </a:cubicBezTo>
                <a:cubicBezTo>
                  <a:pt x="220421" y="533647"/>
                  <a:pt x="245862" y="525768"/>
                  <a:pt x="272602" y="510752"/>
                </a:cubicBezTo>
                <a:cubicBezTo>
                  <a:pt x="252547" y="496384"/>
                  <a:pt x="233142" y="479421"/>
                  <a:pt x="214665" y="460233"/>
                </a:cubicBezTo>
                <a:lnTo>
                  <a:pt x="204080" y="449202"/>
                </a:lnTo>
                <a:cubicBezTo>
                  <a:pt x="175297" y="444104"/>
                  <a:pt x="148278" y="436688"/>
                  <a:pt x="123488" y="426955"/>
                </a:cubicBezTo>
                <a:close/>
                <a:moveTo>
                  <a:pt x="469069" y="346681"/>
                </a:moveTo>
                <a:cubicBezTo>
                  <a:pt x="463591" y="356043"/>
                  <a:pt x="457555" y="365313"/>
                  <a:pt x="450777" y="374953"/>
                </a:cubicBezTo>
                <a:lnTo>
                  <a:pt x="449292" y="377178"/>
                </a:lnTo>
                <a:cubicBezTo>
                  <a:pt x="437686" y="393770"/>
                  <a:pt x="434529" y="398405"/>
                  <a:pt x="425523" y="409250"/>
                </a:cubicBezTo>
                <a:cubicBezTo>
                  <a:pt x="444464" y="404523"/>
                  <a:pt x="462476" y="398497"/>
                  <a:pt x="479189" y="391360"/>
                </a:cubicBezTo>
                <a:cubicBezTo>
                  <a:pt x="476961" y="376992"/>
                  <a:pt x="473525" y="361976"/>
                  <a:pt x="469069" y="346681"/>
                </a:cubicBezTo>
                <a:close/>
                <a:moveTo>
                  <a:pt x="137229" y="346681"/>
                </a:moveTo>
                <a:cubicBezTo>
                  <a:pt x="132773" y="361976"/>
                  <a:pt x="129337" y="376992"/>
                  <a:pt x="127109" y="391360"/>
                </a:cubicBezTo>
                <a:cubicBezTo>
                  <a:pt x="143822" y="398497"/>
                  <a:pt x="161834" y="404523"/>
                  <a:pt x="180868" y="409250"/>
                </a:cubicBezTo>
                <a:cubicBezTo>
                  <a:pt x="171769" y="398312"/>
                  <a:pt x="168426" y="393492"/>
                  <a:pt x="157006" y="377178"/>
                </a:cubicBezTo>
                <a:lnTo>
                  <a:pt x="155521" y="375046"/>
                </a:lnTo>
                <a:cubicBezTo>
                  <a:pt x="148743" y="365313"/>
                  <a:pt x="142800" y="356043"/>
                  <a:pt x="137229" y="346681"/>
                </a:cubicBezTo>
                <a:close/>
                <a:moveTo>
                  <a:pt x="303114" y="237523"/>
                </a:moveTo>
                <a:cubicBezTo>
                  <a:pt x="329011" y="237523"/>
                  <a:pt x="350005" y="258485"/>
                  <a:pt x="350005" y="284343"/>
                </a:cubicBezTo>
                <a:cubicBezTo>
                  <a:pt x="350005" y="310201"/>
                  <a:pt x="329011" y="331163"/>
                  <a:pt x="303114" y="331163"/>
                </a:cubicBezTo>
                <a:cubicBezTo>
                  <a:pt x="277217" y="331163"/>
                  <a:pt x="256223" y="310201"/>
                  <a:pt x="256223" y="284343"/>
                </a:cubicBezTo>
                <a:cubicBezTo>
                  <a:pt x="256223" y="258485"/>
                  <a:pt x="277217" y="237523"/>
                  <a:pt x="303114" y="237523"/>
                </a:cubicBezTo>
                <a:close/>
                <a:moveTo>
                  <a:pt x="517257" y="210604"/>
                </a:moveTo>
                <a:lnTo>
                  <a:pt x="516792" y="213292"/>
                </a:lnTo>
                <a:cubicBezTo>
                  <a:pt x="511593" y="245550"/>
                  <a:pt x="503144" y="275027"/>
                  <a:pt x="490888" y="303392"/>
                </a:cubicBezTo>
                <a:cubicBezTo>
                  <a:pt x="500173" y="327771"/>
                  <a:pt x="507043" y="351872"/>
                  <a:pt x="511500" y="374953"/>
                </a:cubicBezTo>
                <a:cubicBezTo>
                  <a:pt x="550682" y="351223"/>
                  <a:pt x="572130" y="321560"/>
                  <a:pt x="572130" y="290971"/>
                </a:cubicBezTo>
                <a:cubicBezTo>
                  <a:pt x="572130" y="262143"/>
                  <a:pt x="552725" y="233778"/>
                  <a:pt x="517257" y="210604"/>
                </a:cubicBezTo>
                <a:close/>
                <a:moveTo>
                  <a:pt x="89041" y="210604"/>
                </a:moveTo>
                <a:cubicBezTo>
                  <a:pt x="53573" y="233778"/>
                  <a:pt x="34168" y="262143"/>
                  <a:pt x="34168" y="290971"/>
                </a:cubicBezTo>
                <a:cubicBezTo>
                  <a:pt x="34168" y="321560"/>
                  <a:pt x="55616" y="351223"/>
                  <a:pt x="94798" y="374953"/>
                </a:cubicBezTo>
                <a:cubicBezTo>
                  <a:pt x="99255" y="351872"/>
                  <a:pt x="106218" y="327771"/>
                  <a:pt x="115410" y="303392"/>
                </a:cubicBezTo>
                <a:cubicBezTo>
                  <a:pt x="103247" y="275027"/>
                  <a:pt x="94705" y="245550"/>
                  <a:pt x="89506" y="213292"/>
                </a:cubicBezTo>
                <a:close/>
                <a:moveTo>
                  <a:pt x="419952" y="171487"/>
                </a:moveTo>
                <a:cubicBezTo>
                  <a:pt x="426451" y="180571"/>
                  <a:pt x="432765" y="190026"/>
                  <a:pt x="438893" y="199666"/>
                </a:cubicBezTo>
                <a:cubicBezTo>
                  <a:pt x="450777" y="218576"/>
                  <a:pt x="461548" y="237856"/>
                  <a:pt x="470833" y="256952"/>
                </a:cubicBezTo>
                <a:cubicBezTo>
                  <a:pt x="477146" y="237949"/>
                  <a:pt x="481510" y="219410"/>
                  <a:pt x="484017" y="200407"/>
                </a:cubicBezTo>
                <a:lnTo>
                  <a:pt x="484946" y="193085"/>
                </a:lnTo>
                <a:cubicBezTo>
                  <a:pt x="465633" y="184278"/>
                  <a:pt x="443814" y="177048"/>
                  <a:pt x="419952" y="171487"/>
                </a:cubicBezTo>
                <a:close/>
                <a:moveTo>
                  <a:pt x="186346" y="171487"/>
                </a:moveTo>
                <a:cubicBezTo>
                  <a:pt x="162577" y="177048"/>
                  <a:pt x="140758" y="184278"/>
                  <a:pt x="121352" y="193085"/>
                </a:cubicBezTo>
                <a:lnTo>
                  <a:pt x="122281" y="200407"/>
                </a:lnTo>
                <a:cubicBezTo>
                  <a:pt x="124881" y="219410"/>
                  <a:pt x="129152" y="237949"/>
                  <a:pt x="135465" y="256952"/>
                </a:cubicBezTo>
                <a:cubicBezTo>
                  <a:pt x="144750" y="237856"/>
                  <a:pt x="155521" y="218576"/>
                  <a:pt x="167405" y="199666"/>
                </a:cubicBezTo>
                <a:cubicBezTo>
                  <a:pt x="173533" y="190026"/>
                  <a:pt x="179847" y="180571"/>
                  <a:pt x="186346" y="171487"/>
                </a:cubicBezTo>
                <a:close/>
                <a:moveTo>
                  <a:pt x="303149" y="159459"/>
                </a:moveTo>
                <a:cubicBezTo>
                  <a:pt x="279473" y="159459"/>
                  <a:pt x="255797" y="160595"/>
                  <a:pt x="236113" y="162866"/>
                </a:cubicBezTo>
                <a:cubicBezTo>
                  <a:pt x="222000" y="180200"/>
                  <a:pt x="208630" y="198739"/>
                  <a:pt x="196559" y="218020"/>
                </a:cubicBezTo>
                <a:cubicBezTo>
                  <a:pt x="179754" y="244438"/>
                  <a:pt x="165270" y="272432"/>
                  <a:pt x="153385" y="301260"/>
                </a:cubicBezTo>
                <a:cubicBezTo>
                  <a:pt x="162020" y="318965"/>
                  <a:pt x="172047" y="337040"/>
                  <a:pt x="184118" y="356321"/>
                </a:cubicBezTo>
                <a:cubicBezTo>
                  <a:pt x="199809" y="381534"/>
                  <a:pt x="207980" y="390340"/>
                  <a:pt x="222835" y="406284"/>
                </a:cubicBezTo>
                <a:cubicBezTo>
                  <a:pt x="224321" y="407767"/>
                  <a:pt x="225807" y="409436"/>
                  <a:pt x="227385" y="411104"/>
                </a:cubicBezTo>
                <a:lnTo>
                  <a:pt x="234813" y="419169"/>
                </a:lnTo>
                <a:cubicBezTo>
                  <a:pt x="254218" y="421486"/>
                  <a:pt x="274273" y="422691"/>
                  <a:pt x="294607" y="422691"/>
                </a:cubicBezTo>
                <a:lnTo>
                  <a:pt x="311784" y="422691"/>
                </a:lnTo>
                <a:cubicBezTo>
                  <a:pt x="332025" y="422691"/>
                  <a:pt x="352080" y="421486"/>
                  <a:pt x="371485" y="419169"/>
                </a:cubicBezTo>
                <a:lnTo>
                  <a:pt x="378913" y="411104"/>
                </a:lnTo>
                <a:cubicBezTo>
                  <a:pt x="380491" y="409436"/>
                  <a:pt x="382070" y="407767"/>
                  <a:pt x="383463" y="406284"/>
                </a:cubicBezTo>
                <a:cubicBezTo>
                  <a:pt x="398318" y="390340"/>
                  <a:pt x="406489" y="381534"/>
                  <a:pt x="422273" y="356321"/>
                </a:cubicBezTo>
                <a:cubicBezTo>
                  <a:pt x="434343" y="337040"/>
                  <a:pt x="444371" y="318965"/>
                  <a:pt x="452913" y="301260"/>
                </a:cubicBezTo>
                <a:cubicBezTo>
                  <a:pt x="441028" y="272432"/>
                  <a:pt x="426544" y="244438"/>
                  <a:pt x="409831" y="218020"/>
                </a:cubicBezTo>
                <a:cubicBezTo>
                  <a:pt x="397668" y="198739"/>
                  <a:pt x="384391" y="180200"/>
                  <a:pt x="370185" y="162866"/>
                </a:cubicBezTo>
                <a:cubicBezTo>
                  <a:pt x="350502" y="160595"/>
                  <a:pt x="326825" y="159459"/>
                  <a:pt x="303149" y="159459"/>
                </a:cubicBezTo>
                <a:close/>
                <a:moveTo>
                  <a:pt x="303149" y="95754"/>
                </a:moveTo>
                <a:cubicBezTo>
                  <a:pt x="291729" y="104931"/>
                  <a:pt x="280494" y="115035"/>
                  <a:pt x="269631" y="125788"/>
                </a:cubicBezTo>
                <a:cubicBezTo>
                  <a:pt x="288758" y="124861"/>
                  <a:pt x="317540" y="124861"/>
                  <a:pt x="336667" y="125788"/>
                </a:cubicBezTo>
                <a:cubicBezTo>
                  <a:pt x="325897" y="115035"/>
                  <a:pt x="314662" y="104931"/>
                  <a:pt x="303149" y="95754"/>
                </a:cubicBezTo>
                <a:close/>
                <a:moveTo>
                  <a:pt x="413453" y="34112"/>
                </a:moveTo>
                <a:cubicBezTo>
                  <a:pt x="388941" y="34112"/>
                  <a:pt x="359693" y="46162"/>
                  <a:pt x="326454" y="70078"/>
                </a:cubicBezTo>
                <a:cubicBezTo>
                  <a:pt x="347530" y="87226"/>
                  <a:pt x="368235" y="107619"/>
                  <a:pt x="388012" y="130608"/>
                </a:cubicBezTo>
                <a:cubicBezTo>
                  <a:pt x="425801" y="136077"/>
                  <a:pt x="460155" y="145346"/>
                  <a:pt x="490424" y="158138"/>
                </a:cubicBezTo>
                <a:lnTo>
                  <a:pt x="490424" y="156933"/>
                </a:lnTo>
                <a:cubicBezTo>
                  <a:pt x="493023" y="105117"/>
                  <a:pt x="478632" y="61179"/>
                  <a:pt x="453841" y="45143"/>
                </a:cubicBezTo>
                <a:cubicBezTo>
                  <a:pt x="442607" y="37820"/>
                  <a:pt x="428958" y="34112"/>
                  <a:pt x="413453" y="34112"/>
                </a:cubicBezTo>
                <a:close/>
                <a:moveTo>
                  <a:pt x="192845" y="34112"/>
                </a:moveTo>
                <a:cubicBezTo>
                  <a:pt x="177340" y="34112"/>
                  <a:pt x="163784" y="37820"/>
                  <a:pt x="152549" y="45143"/>
                </a:cubicBezTo>
                <a:cubicBezTo>
                  <a:pt x="127759" y="61179"/>
                  <a:pt x="113368" y="105117"/>
                  <a:pt x="115874" y="156933"/>
                </a:cubicBezTo>
                <a:lnTo>
                  <a:pt x="115967" y="158138"/>
                </a:lnTo>
                <a:cubicBezTo>
                  <a:pt x="146143" y="145346"/>
                  <a:pt x="180497" y="136077"/>
                  <a:pt x="218286" y="130608"/>
                </a:cubicBezTo>
                <a:cubicBezTo>
                  <a:pt x="238062" y="107619"/>
                  <a:pt x="258768" y="87226"/>
                  <a:pt x="279937" y="70078"/>
                </a:cubicBezTo>
                <a:cubicBezTo>
                  <a:pt x="246697" y="46162"/>
                  <a:pt x="217450" y="34112"/>
                  <a:pt x="192845" y="34112"/>
                </a:cubicBezTo>
                <a:close/>
                <a:moveTo>
                  <a:pt x="192845" y="0"/>
                </a:moveTo>
                <a:cubicBezTo>
                  <a:pt x="225342" y="0"/>
                  <a:pt x="262482" y="14924"/>
                  <a:pt x="303149" y="44494"/>
                </a:cubicBezTo>
                <a:cubicBezTo>
                  <a:pt x="343816" y="14924"/>
                  <a:pt x="380956" y="0"/>
                  <a:pt x="413453" y="0"/>
                </a:cubicBezTo>
                <a:cubicBezTo>
                  <a:pt x="435643" y="0"/>
                  <a:pt x="455513" y="5562"/>
                  <a:pt x="472411" y="16500"/>
                </a:cubicBezTo>
                <a:cubicBezTo>
                  <a:pt x="491445" y="28828"/>
                  <a:pt x="506208" y="50148"/>
                  <a:pt x="515214" y="78050"/>
                </a:cubicBezTo>
                <a:cubicBezTo>
                  <a:pt x="523756" y="104468"/>
                  <a:pt x="526820" y="135613"/>
                  <a:pt x="524127" y="167964"/>
                </a:cubicBezTo>
                <a:lnTo>
                  <a:pt x="524127" y="174824"/>
                </a:lnTo>
                <a:cubicBezTo>
                  <a:pt x="577144" y="205506"/>
                  <a:pt x="606298" y="246662"/>
                  <a:pt x="606298" y="290971"/>
                </a:cubicBezTo>
                <a:cubicBezTo>
                  <a:pt x="606298" y="337597"/>
                  <a:pt x="574451" y="380236"/>
                  <a:pt x="516607" y="411382"/>
                </a:cubicBezTo>
                <a:cubicBezTo>
                  <a:pt x="516700" y="412216"/>
                  <a:pt x="516792" y="412958"/>
                  <a:pt x="516792" y="413792"/>
                </a:cubicBezTo>
                <a:cubicBezTo>
                  <a:pt x="521528" y="479513"/>
                  <a:pt x="503051" y="529105"/>
                  <a:pt x="464519" y="553299"/>
                </a:cubicBezTo>
                <a:cubicBezTo>
                  <a:pt x="448363" y="563495"/>
                  <a:pt x="429701" y="568686"/>
                  <a:pt x="408903" y="568686"/>
                </a:cubicBezTo>
                <a:cubicBezTo>
                  <a:pt x="376870" y="568686"/>
                  <a:pt x="340381" y="556172"/>
                  <a:pt x="303149" y="532628"/>
                </a:cubicBezTo>
                <a:cubicBezTo>
                  <a:pt x="266010" y="556172"/>
                  <a:pt x="229428" y="568686"/>
                  <a:pt x="197395" y="568686"/>
                </a:cubicBezTo>
                <a:cubicBezTo>
                  <a:pt x="176690" y="568686"/>
                  <a:pt x="157935" y="563495"/>
                  <a:pt x="141779" y="553299"/>
                </a:cubicBezTo>
                <a:cubicBezTo>
                  <a:pt x="103340" y="529105"/>
                  <a:pt x="84770" y="479513"/>
                  <a:pt x="89506" y="413700"/>
                </a:cubicBezTo>
                <a:cubicBezTo>
                  <a:pt x="89598" y="412958"/>
                  <a:pt x="89691" y="412124"/>
                  <a:pt x="89784" y="411382"/>
                </a:cubicBezTo>
                <a:cubicBezTo>
                  <a:pt x="31847" y="380236"/>
                  <a:pt x="0" y="337597"/>
                  <a:pt x="0" y="290971"/>
                </a:cubicBezTo>
                <a:cubicBezTo>
                  <a:pt x="0" y="246662"/>
                  <a:pt x="29154" y="205506"/>
                  <a:pt x="82171" y="174824"/>
                </a:cubicBezTo>
                <a:lnTo>
                  <a:pt x="82171" y="167964"/>
                </a:lnTo>
                <a:cubicBezTo>
                  <a:pt x="79478" y="135613"/>
                  <a:pt x="82542" y="104468"/>
                  <a:pt x="91084" y="78050"/>
                </a:cubicBezTo>
                <a:cubicBezTo>
                  <a:pt x="100090" y="50148"/>
                  <a:pt x="114946" y="28828"/>
                  <a:pt x="133887" y="16500"/>
                </a:cubicBezTo>
                <a:cubicBezTo>
                  <a:pt x="150785" y="5562"/>
                  <a:pt x="170655" y="0"/>
                  <a:pt x="19284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cs typeface="+mn-ea"/>
              <a:sym typeface="+mn-lt"/>
            </a:endParaRPr>
          </a:p>
        </p:txBody>
      </p:sp>
      <p:sp>
        <p:nvSpPr>
          <p:cNvPr id="48" name="椭圆 45">
            <a:extLst>
              <a:ext uri="{FF2B5EF4-FFF2-40B4-BE49-F238E27FC236}">
                <a16:creationId xmlns:a16="http://schemas.microsoft.com/office/drawing/2014/main" id="{35F4FAE2-1CB2-96C0-835C-7C7848F373C6}"/>
              </a:ext>
            </a:extLst>
          </p:cNvPr>
          <p:cNvSpPr/>
          <p:nvPr/>
        </p:nvSpPr>
        <p:spPr>
          <a:xfrm>
            <a:off x="8551177" y="2313474"/>
            <a:ext cx="755387" cy="733741"/>
          </a:xfrm>
          <a:custGeom>
            <a:avLst/>
            <a:gdLst>
              <a:gd name="connsiteX0" fmla="*/ 357006 w 608274"/>
              <a:gd name="connsiteY0" fmla="*/ 315793 h 590844"/>
              <a:gd name="connsiteX1" fmla="*/ 344664 w 608274"/>
              <a:gd name="connsiteY1" fmla="*/ 351821 h 590844"/>
              <a:gd name="connsiteX2" fmla="*/ 552405 w 608274"/>
              <a:gd name="connsiteY2" fmla="*/ 559238 h 590844"/>
              <a:gd name="connsiteX3" fmla="*/ 554572 w 608274"/>
              <a:gd name="connsiteY3" fmla="*/ 560178 h 590844"/>
              <a:gd name="connsiteX4" fmla="*/ 554666 w 608274"/>
              <a:gd name="connsiteY4" fmla="*/ 560178 h 590844"/>
              <a:gd name="connsiteX5" fmla="*/ 556928 w 608274"/>
              <a:gd name="connsiteY5" fmla="*/ 559238 h 590844"/>
              <a:gd name="connsiteX6" fmla="*/ 576618 w 608274"/>
              <a:gd name="connsiteY6" fmla="*/ 539578 h 590844"/>
              <a:gd name="connsiteX7" fmla="*/ 577560 w 608274"/>
              <a:gd name="connsiteY7" fmla="*/ 537320 h 590844"/>
              <a:gd name="connsiteX8" fmla="*/ 576618 w 608274"/>
              <a:gd name="connsiteY8" fmla="*/ 535063 h 590844"/>
              <a:gd name="connsiteX9" fmla="*/ 347019 w 608274"/>
              <a:gd name="connsiteY9" fmla="*/ 272617 h 590844"/>
              <a:gd name="connsiteX10" fmla="*/ 361339 w 608274"/>
              <a:gd name="connsiteY10" fmla="*/ 276756 h 590844"/>
              <a:gd name="connsiteX11" fmla="*/ 370572 w 608274"/>
              <a:gd name="connsiteY11" fmla="*/ 285974 h 590844"/>
              <a:gd name="connsiteX12" fmla="*/ 598287 w 608274"/>
              <a:gd name="connsiteY12" fmla="*/ 513333 h 590844"/>
              <a:gd name="connsiteX13" fmla="*/ 608274 w 608274"/>
              <a:gd name="connsiteY13" fmla="*/ 537320 h 590844"/>
              <a:gd name="connsiteX14" fmla="*/ 598287 w 608274"/>
              <a:gd name="connsiteY14" fmla="*/ 561213 h 590844"/>
              <a:gd name="connsiteX15" fmla="*/ 578691 w 608274"/>
              <a:gd name="connsiteY15" fmla="*/ 580873 h 590844"/>
              <a:gd name="connsiteX16" fmla="*/ 554666 w 608274"/>
              <a:gd name="connsiteY16" fmla="*/ 590844 h 590844"/>
              <a:gd name="connsiteX17" fmla="*/ 554572 w 608274"/>
              <a:gd name="connsiteY17" fmla="*/ 590844 h 590844"/>
              <a:gd name="connsiteX18" fmla="*/ 530736 w 608274"/>
              <a:gd name="connsiteY18" fmla="*/ 580873 h 590844"/>
              <a:gd name="connsiteX19" fmla="*/ 316211 w 608274"/>
              <a:gd name="connsiteY19" fmla="*/ 366683 h 590844"/>
              <a:gd name="connsiteX20" fmla="*/ 312442 w 608274"/>
              <a:gd name="connsiteY20" fmla="*/ 350880 h 590844"/>
              <a:gd name="connsiteX21" fmla="*/ 327328 w 608274"/>
              <a:gd name="connsiteY21" fmla="*/ 307610 h 590844"/>
              <a:gd name="connsiteX22" fmla="*/ 335902 w 608274"/>
              <a:gd name="connsiteY22" fmla="*/ 282588 h 590844"/>
              <a:gd name="connsiteX23" fmla="*/ 347019 w 608274"/>
              <a:gd name="connsiteY23" fmla="*/ 272617 h 590844"/>
              <a:gd name="connsiteX24" fmla="*/ 74870 w 608274"/>
              <a:gd name="connsiteY24" fmla="*/ 82350 h 590844"/>
              <a:gd name="connsiteX25" fmla="*/ 426850 w 608274"/>
              <a:gd name="connsiteY25" fmla="*/ 82350 h 590844"/>
              <a:gd name="connsiteX26" fmla="*/ 426850 w 608274"/>
              <a:gd name="connsiteY26" fmla="*/ 306027 h 590844"/>
              <a:gd name="connsiteX27" fmla="*/ 379461 w 608274"/>
              <a:gd name="connsiteY27" fmla="*/ 258714 h 590844"/>
              <a:gd name="connsiteX28" fmla="*/ 341210 w 608274"/>
              <a:gd name="connsiteY28" fmla="*/ 247709 h 590844"/>
              <a:gd name="connsiteX29" fmla="*/ 315867 w 608274"/>
              <a:gd name="connsiteY29" fmla="*/ 265957 h 590844"/>
              <a:gd name="connsiteX30" fmla="*/ 204507 w 608274"/>
              <a:gd name="connsiteY30" fmla="*/ 235763 h 590844"/>
              <a:gd name="connsiteX31" fmla="*/ 195274 w 608274"/>
              <a:gd name="connsiteY31" fmla="*/ 230590 h 590844"/>
              <a:gd name="connsiteX32" fmla="*/ 213740 w 608274"/>
              <a:gd name="connsiteY32" fmla="*/ 231154 h 590844"/>
              <a:gd name="connsiteX33" fmla="*/ 225517 w 608274"/>
              <a:gd name="connsiteY33" fmla="*/ 231719 h 590844"/>
              <a:gd name="connsiteX34" fmla="*/ 248599 w 608274"/>
              <a:gd name="connsiteY34" fmla="*/ 232377 h 590844"/>
              <a:gd name="connsiteX35" fmla="*/ 322085 w 608274"/>
              <a:gd name="connsiteY35" fmla="*/ 227674 h 590844"/>
              <a:gd name="connsiteX36" fmla="*/ 361749 w 608274"/>
              <a:gd name="connsiteY36" fmla="*/ 186852 h 590844"/>
              <a:gd name="connsiteX37" fmla="*/ 323216 w 608274"/>
              <a:gd name="connsiteY37" fmla="*/ 133049 h 590844"/>
              <a:gd name="connsiteX38" fmla="*/ 205167 w 608274"/>
              <a:gd name="connsiteY38" fmla="*/ 122514 h 590844"/>
              <a:gd name="connsiteX39" fmla="*/ 158248 w 608274"/>
              <a:gd name="connsiteY39" fmla="*/ 124395 h 590844"/>
              <a:gd name="connsiteX40" fmla="*/ 157683 w 608274"/>
              <a:gd name="connsiteY40" fmla="*/ 124395 h 590844"/>
              <a:gd name="connsiteX41" fmla="*/ 137239 w 608274"/>
              <a:gd name="connsiteY41" fmla="*/ 144336 h 590844"/>
              <a:gd name="connsiteX42" fmla="*/ 157212 w 608274"/>
              <a:gd name="connsiteY42" fmla="*/ 165312 h 590844"/>
              <a:gd name="connsiteX43" fmla="*/ 208087 w 608274"/>
              <a:gd name="connsiteY43" fmla="*/ 163336 h 590844"/>
              <a:gd name="connsiteX44" fmla="*/ 306634 w 608274"/>
              <a:gd name="connsiteY44" fmla="*/ 170485 h 590844"/>
              <a:gd name="connsiteX45" fmla="*/ 321049 w 608274"/>
              <a:gd name="connsiteY45" fmla="*/ 183465 h 590844"/>
              <a:gd name="connsiteX46" fmla="*/ 311251 w 608274"/>
              <a:gd name="connsiteY46" fmla="*/ 188263 h 590844"/>
              <a:gd name="connsiteX47" fmla="*/ 250200 w 608274"/>
              <a:gd name="connsiteY47" fmla="*/ 191461 h 590844"/>
              <a:gd name="connsiteX48" fmla="*/ 225517 w 608274"/>
              <a:gd name="connsiteY48" fmla="*/ 190896 h 590844"/>
              <a:gd name="connsiteX49" fmla="*/ 216755 w 608274"/>
              <a:gd name="connsiteY49" fmla="*/ 190426 h 590844"/>
              <a:gd name="connsiteX50" fmla="*/ 156929 w 608274"/>
              <a:gd name="connsiteY50" fmla="*/ 206040 h 590844"/>
              <a:gd name="connsiteX51" fmla="*/ 150335 w 608274"/>
              <a:gd name="connsiteY51" fmla="*/ 236516 h 590844"/>
              <a:gd name="connsiteX52" fmla="*/ 187078 w 608274"/>
              <a:gd name="connsiteY52" fmla="*/ 272823 h 590844"/>
              <a:gd name="connsiteX53" fmla="*/ 300887 w 608274"/>
              <a:gd name="connsiteY53" fmla="*/ 305839 h 590844"/>
              <a:gd name="connsiteX54" fmla="*/ 291277 w 608274"/>
              <a:gd name="connsiteY54" fmla="*/ 334057 h 590844"/>
              <a:gd name="connsiteX55" fmla="*/ 74870 w 608274"/>
              <a:gd name="connsiteY55" fmla="*/ 334057 h 590844"/>
              <a:gd name="connsiteX56" fmla="*/ 41731 w 608274"/>
              <a:gd name="connsiteY56" fmla="*/ 0 h 590844"/>
              <a:gd name="connsiteX57" fmla="*/ 459894 w 608274"/>
              <a:gd name="connsiteY57" fmla="*/ 0 h 590844"/>
              <a:gd name="connsiteX58" fmla="*/ 501720 w 608274"/>
              <a:gd name="connsiteY58" fmla="*/ 41669 h 590844"/>
              <a:gd name="connsiteX59" fmla="*/ 501720 w 608274"/>
              <a:gd name="connsiteY59" fmla="*/ 374737 h 590844"/>
              <a:gd name="connsiteX60" fmla="*/ 501155 w 608274"/>
              <a:gd name="connsiteY60" fmla="*/ 380193 h 590844"/>
              <a:gd name="connsiteX61" fmla="*/ 457539 w 608274"/>
              <a:gd name="connsiteY61" fmla="*/ 336643 h 590844"/>
              <a:gd name="connsiteX62" fmla="*/ 457539 w 608274"/>
              <a:gd name="connsiteY62" fmla="*/ 66971 h 590844"/>
              <a:gd name="connsiteX63" fmla="*/ 442184 w 608274"/>
              <a:gd name="connsiteY63" fmla="*/ 51639 h 590844"/>
              <a:gd name="connsiteX64" fmla="*/ 59536 w 608274"/>
              <a:gd name="connsiteY64" fmla="*/ 51639 h 590844"/>
              <a:gd name="connsiteX65" fmla="*/ 44181 w 608274"/>
              <a:gd name="connsiteY65" fmla="*/ 66971 h 590844"/>
              <a:gd name="connsiteX66" fmla="*/ 44181 w 608274"/>
              <a:gd name="connsiteY66" fmla="*/ 349341 h 590844"/>
              <a:gd name="connsiteX67" fmla="*/ 59536 w 608274"/>
              <a:gd name="connsiteY67" fmla="*/ 364673 h 590844"/>
              <a:gd name="connsiteX68" fmla="*/ 287128 w 608274"/>
              <a:gd name="connsiteY68" fmla="*/ 364673 h 590844"/>
              <a:gd name="connsiteX69" fmla="*/ 298055 w 608274"/>
              <a:gd name="connsiteY69" fmla="*/ 384708 h 590844"/>
              <a:gd name="connsiteX70" fmla="*/ 329801 w 608274"/>
              <a:gd name="connsiteY70" fmla="*/ 416406 h 590844"/>
              <a:gd name="connsiteX71" fmla="*/ 41731 w 608274"/>
              <a:gd name="connsiteY71" fmla="*/ 416406 h 590844"/>
              <a:gd name="connsiteX72" fmla="*/ 0 w 608274"/>
              <a:gd name="connsiteY72" fmla="*/ 374737 h 590844"/>
              <a:gd name="connsiteX73" fmla="*/ 0 w 608274"/>
              <a:gd name="connsiteY73" fmla="*/ 41669 h 590844"/>
              <a:gd name="connsiteX74" fmla="*/ 41731 w 608274"/>
              <a:gd name="connsiteY74" fmla="*/ 0 h 590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608274" h="590844">
                <a:moveTo>
                  <a:pt x="357006" y="315793"/>
                </a:moveTo>
                <a:lnTo>
                  <a:pt x="344664" y="351821"/>
                </a:lnTo>
                <a:lnTo>
                  <a:pt x="552405" y="559238"/>
                </a:lnTo>
                <a:cubicBezTo>
                  <a:pt x="552971" y="559802"/>
                  <a:pt x="553818" y="560178"/>
                  <a:pt x="554572" y="560178"/>
                </a:cubicBezTo>
                <a:lnTo>
                  <a:pt x="554666" y="560178"/>
                </a:lnTo>
                <a:cubicBezTo>
                  <a:pt x="555514" y="560178"/>
                  <a:pt x="556362" y="559802"/>
                  <a:pt x="556928" y="559238"/>
                </a:cubicBezTo>
                <a:lnTo>
                  <a:pt x="576618" y="539578"/>
                </a:lnTo>
                <a:cubicBezTo>
                  <a:pt x="577372" y="538825"/>
                  <a:pt x="577560" y="537885"/>
                  <a:pt x="577560" y="537320"/>
                </a:cubicBezTo>
                <a:cubicBezTo>
                  <a:pt x="577560" y="536756"/>
                  <a:pt x="577372" y="535815"/>
                  <a:pt x="576618" y="535063"/>
                </a:cubicBezTo>
                <a:close/>
                <a:moveTo>
                  <a:pt x="347019" y="272617"/>
                </a:moveTo>
                <a:cubicBezTo>
                  <a:pt x="352106" y="271394"/>
                  <a:pt x="357571" y="272993"/>
                  <a:pt x="361339" y="276756"/>
                </a:cubicBezTo>
                <a:lnTo>
                  <a:pt x="370572" y="285974"/>
                </a:lnTo>
                <a:lnTo>
                  <a:pt x="598287" y="513333"/>
                </a:lnTo>
                <a:cubicBezTo>
                  <a:pt x="604694" y="519730"/>
                  <a:pt x="608274" y="528290"/>
                  <a:pt x="608274" y="537320"/>
                </a:cubicBezTo>
                <a:cubicBezTo>
                  <a:pt x="608274" y="546351"/>
                  <a:pt x="604694" y="554817"/>
                  <a:pt x="598287" y="561213"/>
                </a:cubicBezTo>
                <a:lnTo>
                  <a:pt x="578691" y="580873"/>
                </a:lnTo>
                <a:cubicBezTo>
                  <a:pt x="572284" y="587269"/>
                  <a:pt x="563805" y="590844"/>
                  <a:pt x="554666" y="590844"/>
                </a:cubicBezTo>
                <a:lnTo>
                  <a:pt x="554572" y="590844"/>
                </a:lnTo>
                <a:cubicBezTo>
                  <a:pt x="545622" y="590844"/>
                  <a:pt x="537143" y="587269"/>
                  <a:pt x="530736" y="580873"/>
                </a:cubicBezTo>
                <a:lnTo>
                  <a:pt x="316211" y="366683"/>
                </a:lnTo>
                <a:cubicBezTo>
                  <a:pt x="312066" y="362544"/>
                  <a:pt x="310558" y="356430"/>
                  <a:pt x="312442" y="350880"/>
                </a:cubicBezTo>
                <a:lnTo>
                  <a:pt x="327328" y="307610"/>
                </a:lnTo>
                <a:lnTo>
                  <a:pt x="335902" y="282588"/>
                </a:lnTo>
                <a:cubicBezTo>
                  <a:pt x="337598" y="277602"/>
                  <a:pt x="341837" y="273840"/>
                  <a:pt x="347019" y="272617"/>
                </a:cubicBezTo>
                <a:close/>
                <a:moveTo>
                  <a:pt x="74870" y="82350"/>
                </a:moveTo>
                <a:lnTo>
                  <a:pt x="426850" y="82350"/>
                </a:lnTo>
                <a:lnTo>
                  <a:pt x="426850" y="306027"/>
                </a:lnTo>
                <a:lnTo>
                  <a:pt x="379461" y="258714"/>
                </a:lnTo>
                <a:cubicBezTo>
                  <a:pt x="369474" y="248650"/>
                  <a:pt x="354966" y="244511"/>
                  <a:pt x="341210" y="247709"/>
                </a:cubicBezTo>
                <a:cubicBezTo>
                  <a:pt x="330564" y="250249"/>
                  <a:pt x="321520" y="256927"/>
                  <a:pt x="315867" y="265957"/>
                </a:cubicBezTo>
                <a:cubicBezTo>
                  <a:pt x="275073" y="263229"/>
                  <a:pt x="245113" y="254764"/>
                  <a:pt x="204507" y="235763"/>
                </a:cubicBezTo>
                <a:cubicBezTo>
                  <a:pt x="200550" y="233882"/>
                  <a:pt x="197535" y="232095"/>
                  <a:pt x="195274" y="230590"/>
                </a:cubicBezTo>
                <a:cubicBezTo>
                  <a:pt x="201398" y="230308"/>
                  <a:pt x="209500" y="230872"/>
                  <a:pt x="213740" y="231154"/>
                </a:cubicBezTo>
                <a:cubicBezTo>
                  <a:pt x="218262" y="231531"/>
                  <a:pt x="222313" y="231719"/>
                  <a:pt x="225517" y="231719"/>
                </a:cubicBezTo>
                <a:cubicBezTo>
                  <a:pt x="232959" y="231719"/>
                  <a:pt x="240779" y="232095"/>
                  <a:pt x="248599" y="232377"/>
                </a:cubicBezTo>
                <a:cubicBezTo>
                  <a:pt x="272812" y="233318"/>
                  <a:pt x="297966" y="234258"/>
                  <a:pt x="322085" y="227674"/>
                </a:cubicBezTo>
                <a:cubicBezTo>
                  <a:pt x="355813" y="218456"/>
                  <a:pt x="361089" y="196070"/>
                  <a:pt x="361749" y="186852"/>
                </a:cubicBezTo>
                <a:cubicBezTo>
                  <a:pt x="363351" y="165594"/>
                  <a:pt x="347900" y="143960"/>
                  <a:pt x="323216" y="133049"/>
                </a:cubicBezTo>
                <a:cubicBezTo>
                  <a:pt x="286190" y="116776"/>
                  <a:pt x="245019" y="119692"/>
                  <a:pt x="205167" y="122514"/>
                </a:cubicBezTo>
                <a:cubicBezTo>
                  <a:pt x="188585" y="123737"/>
                  <a:pt x="172851" y="124866"/>
                  <a:pt x="158248" y="124395"/>
                </a:cubicBezTo>
                <a:lnTo>
                  <a:pt x="157683" y="124395"/>
                </a:lnTo>
                <a:cubicBezTo>
                  <a:pt x="146660" y="124395"/>
                  <a:pt x="137522" y="133237"/>
                  <a:pt x="137239" y="144336"/>
                </a:cubicBezTo>
                <a:cubicBezTo>
                  <a:pt x="136956" y="155623"/>
                  <a:pt x="145907" y="165030"/>
                  <a:pt x="157212" y="165312"/>
                </a:cubicBezTo>
                <a:cubicBezTo>
                  <a:pt x="173699" y="165688"/>
                  <a:pt x="191223" y="164465"/>
                  <a:pt x="208087" y="163336"/>
                </a:cubicBezTo>
                <a:cubicBezTo>
                  <a:pt x="242946" y="160891"/>
                  <a:pt x="278935" y="158257"/>
                  <a:pt x="306634" y="170485"/>
                </a:cubicBezTo>
                <a:cubicBezTo>
                  <a:pt x="316809" y="174906"/>
                  <a:pt x="320955" y="181866"/>
                  <a:pt x="321049" y="183465"/>
                </a:cubicBezTo>
                <a:cubicBezTo>
                  <a:pt x="320672" y="184124"/>
                  <a:pt x="318034" y="186381"/>
                  <a:pt x="311251" y="188263"/>
                </a:cubicBezTo>
                <a:cubicBezTo>
                  <a:pt x="293256" y="193248"/>
                  <a:pt x="271398" y="192307"/>
                  <a:pt x="250200" y="191461"/>
                </a:cubicBezTo>
                <a:cubicBezTo>
                  <a:pt x="241815" y="191178"/>
                  <a:pt x="233525" y="190896"/>
                  <a:pt x="225517" y="190896"/>
                </a:cubicBezTo>
                <a:cubicBezTo>
                  <a:pt x="223067" y="190896"/>
                  <a:pt x="220052" y="190614"/>
                  <a:pt x="216755" y="190426"/>
                </a:cubicBezTo>
                <a:cubicBezTo>
                  <a:pt x="198477" y="189015"/>
                  <a:pt x="170873" y="187134"/>
                  <a:pt x="156929" y="206040"/>
                </a:cubicBezTo>
                <a:cubicBezTo>
                  <a:pt x="150052" y="215258"/>
                  <a:pt x="147697" y="226075"/>
                  <a:pt x="150335" y="236516"/>
                </a:cubicBezTo>
                <a:cubicBezTo>
                  <a:pt x="154857" y="254387"/>
                  <a:pt x="172851" y="266145"/>
                  <a:pt x="187078" y="272823"/>
                </a:cubicBezTo>
                <a:cubicBezTo>
                  <a:pt x="228437" y="292200"/>
                  <a:pt x="260752" y="301888"/>
                  <a:pt x="300887" y="305839"/>
                </a:cubicBezTo>
                <a:lnTo>
                  <a:pt x="291277" y="334057"/>
                </a:lnTo>
                <a:lnTo>
                  <a:pt x="74870" y="334057"/>
                </a:lnTo>
                <a:close/>
                <a:moveTo>
                  <a:pt x="41731" y="0"/>
                </a:moveTo>
                <a:lnTo>
                  <a:pt x="459894" y="0"/>
                </a:lnTo>
                <a:cubicBezTo>
                  <a:pt x="482974" y="0"/>
                  <a:pt x="501720" y="18624"/>
                  <a:pt x="501720" y="41669"/>
                </a:cubicBezTo>
                <a:lnTo>
                  <a:pt x="501720" y="374737"/>
                </a:lnTo>
                <a:cubicBezTo>
                  <a:pt x="501720" y="376618"/>
                  <a:pt x="501343" y="378311"/>
                  <a:pt x="501155" y="380193"/>
                </a:cubicBezTo>
                <a:lnTo>
                  <a:pt x="457539" y="336643"/>
                </a:lnTo>
                <a:lnTo>
                  <a:pt x="457539" y="66971"/>
                </a:lnTo>
                <a:cubicBezTo>
                  <a:pt x="457539" y="58506"/>
                  <a:pt x="450663" y="51639"/>
                  <a:pt x="442184" y="51639"/>
                </a:cubicBezTo>
                <a:lnTo>
                  <a:pt x="59536" y="51639"/>
                </a:lnTo>
                <a:cubicBezTo>
                  <a:pt x="51057" y="51639"/>
                  <a:pt x="44181" y="58506"/>
                  <a:pt x="44181" y="66971"/>
                </a:cubicBezTo>
                <a:lnTo>
                  <a:pt x="44181" y="349341"/>
                </a:lnTo>
                <a:cubicBezTo>
                  <a:pt x="44181" y="357806"/>
                  <a:pt x="51057" y="364673"/>
                  <a:pt x="59536" y="364673"/>
                </a:cubicBezTo>
                <a:lnTo>
                  <a:pt x="287128" y="364673"/>
                </a:lnTo>
                <a:cubicBezTo>
                  <a:pt x="288729" y="372198"/>
                  <a:pt x="292497" y="379158"/>
                  <a:pt x="298055" y="384708"/>
                </a:cubicBezTo>
                <a:lnTo>
                  <a:pt x="329801" y="416406"/>
                </a:lnTo>
                <a:lnTo>
                  <a:pt x="41731" y="416406"/>
                </a:lnTo>
                <a:cubicBezTo>
                  <a:pt x="18746" y="416406"/>
                  <a:pt x="0" y="397688"/>
                  <a:pt x="0" y="374737"/>
                </a:cubicBezTo>
                <a:lnTo>
                  <a:pt x="0" y="41669"/>
                </a:lnTo>
                <a:cubicBezTo>
                  <a:pt x="0" y="18624"/>
                  <a:pt x="18746" y="0"/>
                  <a:pt x="4173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cs typeface="+mn-ea"/>
              <a:sym typeface="+mn-lt"/>
            </a:endParaRPr>
          </a:p>
        </p:txBody>
      </p:sp>
      <p:sp>
        <p:nvSpPr>
          <p:cNvPr id="20" name="任意多边形 47">
            <a:extLst>
              <a:ext uri="{FF2B5EF4-FFF2-40B4-BE49-F238E27FC236}">
                <a16:creationId xmlns:a16="http://schemas.microsoft.com/office/drawing/2014/main" id="{602A982F-CD3B-E187-F0AD-9A778960BC50}"/>
              </a:ext>
            </a:extLst>
          </p:cNvPr>
          <p:cNvSpPr/>
          <p:nvPr/>
        </p:nvSpPr>
        <p:spPr>
          <a:xfrm rot="18900000" flipV="1">
            <a:off x="99493" y="160716"/>
            <a:ext cx="1257992" cy="771874"/>
          </a:xfrm>
          <a:custGeom>
            <a:avLst/>
            <a:gdLst>
              <a:gd name="connsiteX0" fmla="*/ 0 w 1667713"/>
              <a:gd name="connsiteY0" fmla="*/ 456881 h 1023269"/>
              <a:gd name="connsiteX1" fmla="*/ 412332 w 1667713"/>
              <a:gd name="connsiteY1" fmla="*/ 44549 h 1023269"/>
              <a:gd name="connsiteX2" fmla="*/ 412333 w 1667713"/>
              <a:gd name="connsiteY2" fmla="*/ 44549 h 1023269"/>
              <a:gd name="connsiteX3" fmla="*/ 456882 w 1667713"/>
              <a:gd name="connsiteY3" fmla="*/ 0 h 1023269"/>
              <a:gd name="connsiteX4" fmla="*/ 1514743 w 1667713"/>
              <a:gd name="connsiteY4" fmla="*/ 0 h 1023269"/>
              <a:gd name="connsiteX5" fmla="*/ 1667713 w 1667713"/>
              <a:gd name="connsiteY5" fmla="*/ 152970 h 1023269"/>
              <a:gd name="connsiteX6" fmla="*/ 1667713 w 1667713"/>
              <a:gd name="connsiteY6" fmla="*/ 704806 h 1023269"/>
              <a:gd name="connsiteX7" fmla="*/ 1349251 w 1667713"/>
              <a:gd name="connsiteY7" fmla="*/ 1023269 h 1023269"/>
              <a:gd name="connsiteX8" fmla="*/ 1349251 w 1667713"/>
              <a:gd name="connsiteY8" fmla="*/ 318462 h 1023269"/>
              <a:gd name="connsiteX9" fmla="*/ 138420 w 1667713"/>
              <a:gd name="connsiteY9" fmla="*/ 318462 h 1023269"/>
              <a:gd name="connsiteX10" fmla="*/ 1 w 1667713"/>
              <a:gd name="connsiteY10" fmla="*/ 456881 h 10232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7713" h="1023269">
                <a:moveTo>
                  <a:pt x="0" y="456881"/>
                </a:moveTo>
                <a:lnTo>
                  <a:pt x="412332" y="44549"/>
                </a:lnTo>
                <a:lnTo>
                  <a:pt x="412333" y="44549"/>
                </a:lnTo>
                <a:lnTo>
                  <a:pt x="456882" y="0"/>
                </a:lnTo>
                <a:lnTo>
                  <a:pt x="1514743" y="0"/>
                </a:lnTo>
                <a:cubicBezTo>
                  <a:pt x="1599226" y="1"/>
                  <a:pt x="1667713" y="68487"/>
                  <a:pt x="1667713" y="152970"/>
                </a:cubicBezTo>
                <a:lnTo>
                  <a:pt x="1667713" y="704806"/>
                </a:lnTo>
                <a:lnTo>
                  <a:pt x="1349251" y="1023269"/>
                </a:lnTo>
                <a:lnTo>
                  <a:pt x="1349251" y="318462"/>
                </a:lnTo>
                <a:lnTo>
                  <a:pt x="138420" y="318462"/>
                </a:lnTo>
                <a:lnTo>
                  <a:pt x="1" y="456881"/>
                </a:lnTo>
                <a:close/>
              </a:path>
            </a:pathLst>
          </a:cu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1" name="任意多边形 48">
            <a:extLst>
              <a:ext uri="{FF2B5EF4-FFF2-40B4-BE49-F238E27FC236}">
                <a16:creationId xmlns:a16="http://schemas.microsoft.com/office/drawing/2014/main" id="{1CA56CA1-DC56-3E6F-2BB4-8E41F520620E}"/>
              </a:ext>
            </a:extLst>
          </p:cNvPr>
          <p:cNvSpPr/>
          <p:nvPr/>
        </p:nvSpPr>
        <p:spPr>
          <a:xfrm rot="18900000" flipV="1">
            <a:off x="-102618" y="95709"/>
            <a:ext cx="926781" cy="721545"/>
          </a:xfrm>
          <a:custGeom>
            <a:avLst/>
            <a:gdLst>
              <a:gd name="connsiteX0" fmla="*/ 303771 w 1228628"/>
              <a:gd name="connsiteY0" fmla="*/ 32819 h 956548"/>
              <a:gd name="connsiteX1" fmla="*/ 303771 w 1228628"/>
              <a:gd name="connsiteY1" fmla="*/ 32820 h 956548"/>
              <a:gd name="connsiteX2" fmla="*/ 336591 w 1228628"/>
              <a:gd name="connsiteY2" fmla="*/ 0 h 956548"/>
              <a:gd name="connsiteX3" fmla="*/ 1115933 w 1228628"/>
              <a:gd name="connsiteY3" fmla="*/ 0 h 956548"/>
              <a:gd name="connsiteX4" fmla="*/ 1228628 w 1228628"/>
              <a:gd name="connsiteY4" fmla="*/ 112695 h 956548"/>
              <a:gd name="connsiteX5" fmla="*/ 1228628 w 1228628"/>
              <a:gd name="connsiteY5" fmla="*/ 721932 h 956548"/>
              <a:gd name="connsiteX6" fmla="*/ 994013 w 1228628"/>
              <a:gd name="connsiteY6" fmla="*/ 956548 h 956548"/>
              <a:gd name="connsiteX7" fmla="*/ 994013 w 1228628"/>
              <a:gd name="connsiteY7" fmla="*/ 234616 h 956548"/>
              <a:gd name="connsiteX8" fmla="*/ 101975 w 1228628"/>
              <a:gd name="connsiteY8" fmla="*/ 234616 h 956548"/>
              <a:gd name="connsiteX9" fmla="*/ 0 w 1228628"/>
              <a:gd name="connsiteY9" fmla="*/ 336591 h 9565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8628" h="956548">
                <a:moveTo>
                  <a:pt x="303771" y="32819"/>
                </a:moveTo>
                <a:lnTo>
                  <a:pt x="303771" y="32820"/>
                </a:lnTo>
                <a:lnTo>
                  <a:pt x="336591" y="0"/>
                </a:lnTo>
                <a:lnTo>
                  <a:pt x="1115933" y="0"/>
                </a:lnTo>
                <a:cubicBezTo>
                  <a:pt x="1178173" y="0"/>
                  <a:pt x="1228628" y="50456"/>
                  <a:pt x="1228628" y="112695"/>
                </a:cubicBezTo>
                <a:lnTo>
                  <a:pt x="1228628" y="721932"/>
                </a:lnTo>
                <a:lnTo>
                  <a:pt x="994013" y="956548"/>
                </a:lnTo>
                <a:lnTo>
                  <a:pt x="994013" y="234616"/>
                </a:lnTo>
                <a:lnTo>
                  <a:pt x="101975" y="234616"/>
                </a:lnTo>
                <a:lnTo>
                  <a:pt x="0" y="336591"/>
                </a:lnTo>
                <a:close/>
              </a:path>
            </a:pathLst>
          </a:custGeom>
          <a:solidFill>
            <a:schemeClr val="accent2">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pic>
        <p:nvPicPr>
          <p:cNvPr id="3" name="图片 2">
            <a:extLst>
              <a:ext uri="{FF2B5EF4-FFF2-40B4-BE49-F238E27FC236}">
                <a16:creationId xmlns:a16="http://schemas.microsoft.com/office/drawing/2014/main" id="{CB77AC3E-9475-EB7E-C8EB-BB55A335B6BC}"/>
              </a:ext>
            </a:extLst>
          </p:cNvPr>
          <p:cNvPicPr>
            <a:picLocks noChangeAspect="1"/>
          </p:cNvPicPr>
          <p:nvPr/>
        </p:nvPicPr>
        <p:blipFill>
          <a:blip r:embed="rId3"/>
          <a:stretch>
            <a:fillRect/>
          </a:stretch>
        </p:blipFill>
        <p:spPr>
          <a:xfrm>
            <a:off x="1147446" y="1061076"/>
            <a:ext cx="9897107" cy="4735847"/>
          </a:xfrm>
          <a:prstGeom prst="rect">
            <a:avLst/>
          </a:prstGeom>
        </p:spPr>
      </p:pic>
    </p:spTree>
    <p:extLst>
      <p:ext uri="{BB962C8B-B14F-4D97-AF65-F5344CB8AC3E}">
        <p14:creationId xmlns:p14="http://schemas.microsoft.com/office/powerpoint/2010/main" val="288605795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96154E-4D04-4036-F69C-BD22327C531F}"/>
            </a:ext>
          </a:extLst>
        </p:cNvPr>
        <p:cNvGrpSpPr/>
        <p:nvPr/>
      </p:nvGrpSpPr>
      <p:grpSpPr>
        <a:xfrm>
          <a:off x="0" y="0"/>
          <a:ext cx="0" cy="0"/>
          <a:chOff x="0" y="0"/>
          <a:chExt cx="0" cy="0"/>
        </a:xfrm>
      </p:grpSpPr>
      <p:sp>
        <p:nvSpPr>
          <p:cNvPr id="47" name="椭圆 13">
            <a:extLst>
              <a:ext uri="{FF2B5EF4-FFF2-40B4-BE49-F238E27FC236}">
                <a16:creationId xmlns:a16="http://schemas.microsoft.com/office/drawing/2014/main" id="{6FD45E77-84A3-8328-D965-476374443705}"/>
              </a:ext>
            </a:extLst>
          </p:cNvPr>
          <p:cNvSpPr/>
          <p:nvPr/>
        </p:nvSpPr>
        <p:spPr>
          <a:xfrm>
            <a:off x="5229135" y="2326081"/>
            <a:ext cx="755387" cy="708526"/>
          </a:xfrm>
          <a:custGeom>
            <a:avLst/>
            <a:gdLst>
              <a:gd name="connsiteX0" fmla="*/ 258582 w 606298"/>
              <a:gd name="connsiteY0" fmla="*/ 455598 h 568686"/>
              <a:gd name="connsiteX1" fmla="*/ 303149 w 606298"/>
              <a:gd name="connsiteY1" fmla="*/ 490637 h 568686"/>
              <a:gd name="connsiteX2" fmla="*/ 347716 w 606298"/>
              <a:gd name="connsiteY2" fmla="*/ 455598 h 568686"/>
              <a:gd name="connsiteX3" fmla="*/ 311784 w 606298"/>
              <a:gd name="connsiteY3" fmla="*/ 456896 h 568686"/>
              <a:gd name="connsiteX4" fmla="*/ 294607 w 606298"/>
              <a:gd name="connsiteY4" fmla="*/ 456896 h 568686"/>
              <a:gd name="connsiteX5" fmla="*/ 258582 w 606298"/>
              <a:gd name="connsiteY5" fmla="*/ 455598 h 568686"/>
              <a:gd name="connsiteX6" fmla="*/ 482810 w 606298"/>
              <a:gd name="connsiteY6" fmla="*/ 426955 h 568686"/>
              <a:gd name="connsiteX7" fmla="*/ 402311 w 606298"/>
              <a:gd name="connsiteY7" fmla="*/ 449202 h 568686"/>
              <a:gd name="connsiteX8" fmla="*/ 391633 w 606298"/>
              <a:gd name="connsiteY8" fmla="*/ 460233 h 568686"/>
              <a:gd name="connsiteX9" fmla="*/ 333696 w 606298"/>
              <a:gd name="connsiteY9" fmla="*/ 510752 h 568686"/>
              <a:gd name="connsiteX10" fmla="*/ 407603 w 606298"/>
              <a:gd name="connsiteY10" fmla="*/ 533647 h 568686"/>
              <a:gd name="connsiteX11" fmla="*/ 445578 w 606298"/>
              <a:gd name="connsiteY11" fmla="*/ 523358 h 568686"/>
              <a:gd name="connsiteX12" fmla="*/ 482810 w 606298"/>
              <a:gd name="connsiteY12" fmla="*/ 426955 h 568686"/>
              <a:gd name="connsiteX13" fmla="*/ 123488 w 606298"/>
              <a:gd name="connsiteY13" fmla="*/ 426955 h 568686"/>
              <a:gd name="connsiteX14" fmla="*/ 160720 w 606298"/>
              <a:gd name="connsiteY14" fmla="*/ 523358 h 568686"/>
              <a:gd name="connsiteX15" fmla="*/ 198788 w 606298"/>
              <a:gd name="connsiteY15" fmla="*/ 533647 h 568686"/>
              <a:gd name="connsiteX16" fmla="*/ 272602 w 606298"/>
              <a:gd name="connsiteY16" fmla="*/ 510752 h 568686"/>
              <a:gd name="connsiteX17" fmla="*/ 214665 w 606298"/>
              <a:gd name="connsiteY17" fmla="*/ 460233 h 568686"/>
              <a:gd name="connsiteX18" fmla="*/ 204080 w 606298"/>
              <a:gd name="connsiteY18" fmla="*/ 449202 h 568686"/>
              <a:gd name="connsiteX19" fmla="*/ 123488 w 606298"/>
              <a:gd name="connsiteY19" fmla="*/ 426955 h 568686"/>
              <a:gd name="connsiteX20" fmla="*/ 469069 w 606298"/>
              <a:gd name="connsiteY20" fmla="*/ 346681 h 568686"/>
              <a:gd name="connsiteX21" fmla="*/ 450777 w 606298"/>
              <a:gd name="connsiteY21" fmla="*/ 374953 h 568686"/>
              <a:gd name="connsiteX22" fmla="*/ 449292 w 606298"/>
              <a:gd name="connsiteY22" fmla="*/ 377178 h 568686"/>
              <a:gd name="connsiteX23" fmla="*/ 425523 w 606298"/>
              <a:gd name="connsiteY23" fmla="*/ 409250 h 568686"/>
              <a:gd name="connsiteX24" fmla="*/ 479189 w 606298"/>
              <a:gd name="connsiteY24" fmla="*/ 391360 h 568686"/>
              <a:gd name="connsiteX25" fmla="*/ 469069 w 606298"/>
              <a:gd name="connsiteY25" fmla="*/ 346681 h 568686"/>
              <a:gd name="connsiteX26" fmla="*/ 137229 w 606298"/>
              <a:gd name="connsiteY26" fmla="*/ 346681 h 568686"/>
              <a:gd name="connsiteX27" fmla="*/ 127109 w 606298"/>
              <a:gd name="connsiteY27" fmla="*/ 391360 h 568686"/>
              <a:gd name="connsiteX28" fmla="*/ 180868 w 606298"/>
              <a:gd name="connsiteY28" fmla="*/ 409250 h 568686"/>
              <a:gd name="connsiteX29" fmla="*/ 157006 w 606298"/>
              <a:gd name="connsiteY29" fmla="*/ 377178 h 568686"/>
              <a:gd name="connsiteX30" fmla="*/ 155521 w 606298"/>
              <a:gd name="connsiteY30" fmla="*/ 375046 h 568686"/>
              <a:gd name="connsiteX31" fmla="*/ 137229 w 606298"/>
              <a:gd name="connsiteY31" fmla="*/ 346681 h 568686"/>
              <a:gd name="connsiteX32" fmla="*/ 303114 w 606298"/>
              <a:gd name="connsiteY32" fmla="*/ 237523 h 568686"/>
              <a:gd name="connsiteX33" fmla="*/ 350005 w 606298"/>
              <a:gd name="connsiteY33" fmla="*/ 284343 h 568686"/>
              <a:gd name="connsiteX34" fmla="*/ 303114 w 606298"/>
              <a:gd name="connsiteY34" fmla="*/ 331163 h 568686"/>
              <a:gd name="connsiteX35" fmla="*/ 256223 w 606298"/>
              <a:gd name="connsiteY35" fmla="*/ 284343 h 568686"/>
              <a:gd name="connsiteX36" fmla="*/ 303114 w 606298"/>
              <a:gd name="connsiteY36" fmla="*/ 237523 h 568686"/>
              <a:gd name="connsiteX37" fmla="*/ 517257 w 606298"/>
              <a:gd name="connsiteY37" fmla="*/ 210604 h 568686"/>
              <a:gd name="connsiteX38" fmla="*/ 516792 w 606298"/>
              <a:gd name="connsiteY38" fmla="*/ 213292 h 568686"/>
              <a:gd name="connsiteX39" fmla="*/ 490888 w 606298"/>
              <a:gd name="connsiteY39" fmla="*/ 303392 h 568686"/>
              <a:gd name="connsiteX40" fmla="*/ 511500 w 606298"/>
              <a:gd name="connsiteY40" fmla="*/ 374953 h 568686"/>
              <a:gd name="connsiteX41" fmla="*/ 572130 w 606298"/>
              <a:gd name="connsiteY41" fmla="*/ 290971 h 568686"/>
              <a:gd name="connsiteX42" fmla="*/ 517257 w 606298"/>
              <a:gd name="connsiteY42" fmla="*/ 210604 h 568686"/>
              <a:gd name="connsiteX43" fmla="*/ 89041 w 606298"/>
              <a:gd name="connsiteY43" fmla="*/ 210604 h 568686"/>
              <a:gd name="connsiteX44" fmla="*/ 34168 w 606298"/>
              <a:gd name="connsiteY44" fmla="*/ 290971 h 568686"/>
              <a:gd name="connsiteX45" fmla="*/ 94798 w 606298"/>
              <a:gd name="connsiteY45" fmla="*/ 374953 h 568686"/>
              <a:gd name="connsiteX46" fmla="*/ 115410 w 606298"/>
              <a:gd name="connsiteY46" fmla="*/ 303392 h 568686"/>
              <a:gd name="connsiteX47" fmla="*/ 89506 w 606298"/>
              <a:gd name="connsiteY47" fmla="*/ 213292 h 568686"/>
              <a:gd name="connsiteX48" fmla="*/ 419952 w 606298"/>
              <a:gd name="connsiteY48" fmla="*/ 171487 h 568686"/>
              <a:gd name="connsiteX49" fmla="*/ 438893 w 606298"/>
              <a:gd name="connsiteY49" fmla="*/ 199666 h 568686"/>
              <a:gd name="connsiteX50" fmla="*/ 470833 w 606298"/>
              <a:gd name="connsiteY50" fmla="*/ 256952 h 568686"/>
              <a:gd name="connsiteX51" fmla="*/ 484017 w 606298"/>
              <a:gd name="connsiteY51" fmla="*/ 200407 h 568686"/>
              <a:gd name="connsiteX52" fmla="*/ 484946 w 606298"/>
              <a:gd name="connsiteY52" fmla="*/ 193085 h 568686"/>
              <a:gd name="connsiteX53" fmla="*/ 419952 w 606298"/>
              <a:gd name="connsiteY53" fmla="*/ 171487 h 568686"/>
              <a:gd name="connsiteX54" fmla="*/ 186346 w 606298"/>
              <a:gd name="connsiteY54" fmla="*/ 171487 h 568686"/>
              <a:gd name="connsiteX55" fmla="*/ 121352 w 606298"/>
              <a:gd name="connsiteY55" fmla="*/ 193085 h 568686"/>
              <a:gd name="connsiteX56" fmla="*/ 122281 w 606298"/>
              <a:gd name="connsiteY56" fmla="*/ 200407 h 568686"/>
              <a:gd name="connsiteX57" fmla="*/ 135465 w 606298"/>
              <a:gd name="connsiteY57" fmla="*/ 256952 h 568686"/>
              <a:gd name="connsiteX58" fmla="*/ 167405 w 606298"/>
              <a:gd name="connsiteY58" fmla="*/ 199666 h 568686"/>
              <a:gd name="connsiteX59" fmla="*/ 186346 w 606298"/>
              <a:gd name="connsiteY59" fmla="*/ 171487 h 568686"/>
              <a:gd name="connsiteX60" fmla="*/ 303149 w 606298"/>
              <a:gd name="connsiteY60" fmla="*/ 159459 h 568686"/>
              <a:gd name="connsiteX61" fmla="*/ 236113 w 606298"/>
              <a:gd name="connsiteY61" fmla="*/ 162866 h 568686"/>
              <a:gd name="connsiteX62" fmla="*/ 196559 w 606298"/>
              <a:gd name="connsiteY62" fmla="*/ 218020 h 568686"/>
              <a:gd name="connsiteX63" fmla="*/ 153385 w 606298"/>
              <a:gd name="connsiteY63" fmla="*/ 301260 h 568686"/>
              <a:gd name="connsiteX64" fmla="*/ 184118 w 606298"/>
              <a:gd name="connsiteY64" fmla="*/ 356321 h 568686"/>
              <a:gd name="connsiteX65" fmla="*/ 222835 w 606298"/>
              <a:gd name="connsiteY65" fmla="*/ 406284 h 568686"/>
              <a:gd name="connsiteX66" fmla="*/ 227385 w 606298"/>
              <a:gd name="connsiteY66" fmla="*/ 411104 h 568686"/>
              <a:gd name="connsiteX67" fmla="*/ 234813 w 606298"/>
              <a:gd name="connsiteY67" fmla="*/ 419169 h 568686"/>
              <a:gd name="connsiteX68" fmla="*/ 294607 w 606298"/>
              <a:gd name="connsiteY68" fmla="*/ 422691 h 568686"/>
              <a:gd name="connsiteX69" fmla="*/ 311784 w 606298"/>
              <a:gd name="connsiteY69" fmla="*/ 422691 h 568686"/>
              <a:gd name="connsiteX70" fmla="*/ 371485 w 606298"/>
              <a:gd name="connsiteY70" fmla="*/ 419169 h 568686"/>
              <a:gd name="connsiteX71" fmla="*/ 378913 w 606298"/>
              <a:gd name="connsiteY71" fmla="*/ 411104 h 568686"/>
              <a:gd name="connsiteX72" fmla="*/ 383463 w 606298"/>
              <a:gd name="connsiteY72" fmla="*/ 406284 h 568686"/>
              <a:gd name="connsiteX73" fmla="*/ 422273 w 606298"/>
              <a:gd name="connsiteY73" fmla="*/ 356321 h 568686"/>
              <a:gd name="connsiteX74" fmla="*/ 452913 w 606298"/>
              <a:gd name="connsiteY74" fmla="*/ 301260 h 568686"/>
              <a:gd name="connsiteX75" fmla="*/ 409831 w 606298"/>
              <a:gd name="connsiteY75" fmla="*/ 218020 h 568686"/>
              <a:gd name="connsiteX76" fmla="*/ 370185 w 606298"/>
              <a:gd name="connsiteY76" fmla="*/ 162866 h 568686"/>
              <a:gd name="connsiteX77" fmla="*/ 303149 w 606298"/>
              <a:gd name="connsiteY77" fmla="*/ 159459 h 568686"/>
              <a:gd name="connsiteX78" fmla="*/ 303149 w 606298"/>
              <a:gd name="connsiteY78" fmla="*/ 95754 h 568686"/>
              <a:gd name="connsiteX79" fmla="*/ 269631 w 606298"/>
              <a:gd name="connsiteY79" fmla="*/ 125788 h 568686"/>
              <a:gd name="connsiteX80" fmla="*/ 336667 w 606298"/>
              <a:gd name="connsiteY80" fmla="*/ 125788 h 568686"/>
              <a:gd name="connsiteX81" fmla="*/ 303149 w 606298"/>
              <a:gd name="connsiteY81" fmla="*/ 95754 h 568686"/>
              <a:gd name="connsiteX82" fmla="*/ 413453 w 606298"/>
              <a:gd name="connsiteY82" fmla="*/ 34112 h 568686"/>
              <a:gd name="connsiteX83" fmla="*/ 326454 w 606298"/>
              <a:gd name="connsiteY83" fmla="*/ 70078 h 568686"/>
              <a:gd name="connsiteX84" fmla="*/ 388012 w 606298"/>
              <a:gd name="connsiteY84" fmla="*/ 130608 h 568686"/>
              <a:gd name="connsiteX85" fmla="*/ 490424 w 606298"/>
              <a:gd name="connsiteY85" fmla="*/ 158138 h 568686"/>
              <a:gd name="connsiteX86" fmla="*/ 490424 w 606298"/>
              <a:gd name="connsiteY86" fmla="*/ 156933 h 568686"/>
              <a:gd name="connsiteX87" fmla="*/ 453841 w 606298"/>
              <a:gd name="connsiteY87" fmla="*/ 45143 h 568686"/>
              <a:gd name="connsiteX88" fmla="*/ 413453 w 606298"/>
              <a:gd name="connsiteY88" fmla="*/ 34112 h 568686"/>
              <a:gd name="connsiteX89" fmla="*/ 192845 w 606298"/>
              <a:gd name="connsiteY89" fmla="*/ 34112 h 568686"/>
              <a:gd name="connsiteX90" fmla="*/ 152549 w 606298"/>
              <a:gd name="connsiteY90" fmla="*/ 45143 h 568686"/>
              <a:gd name="connsiteX91" fmla="*/ 115874 w 606298"/>
              <a:gd name="connsiteY91" fmla="*/ 156933 h 568686"/>
              <a:gd name="connsiteX92" fmla="*/ 115967 w 606298"/>
              <a:gd name="connsiteY92" fmla="*/ 158138 h 568686"/>
              <a:gd name="connsiteX93" fmla="*/ 218286 w 606298"/>
              <a:gd name="connsiteY93" fmla="*/ 130608 h 568686"/>
              <a:gd name="connsiteX94" fmla="*/ 279937 w 606298"/>
              <a:gd name="connsiteY94" fmla="*/ 70078 h 568686"/>
              <a:gd name="connsiteX95" fmla="*/ 192845 w 606298"/>
              <a:gd name="connsiteY95" fmla="*/ 34112 h 568686"/>
              <a:gd name="connsiteX96" fmla="*/ 192845 w 606298"/>
              <a:gd name="connsiteY96" fmla="*/ 0 h 568686"/>
              <a:gd name="connsiteX97" fmla="*/ 303149 w 606298"/>
              <a:gd name="connsiteY97" fmla="*/ 44494 h 568686"/>
              <a:gd name="connsiteX98" fmla="*/ 413453 w 606298"/>
              <a:gd name="connsiteY98" fmla="*/ 0 h 568686"/>
              <a:gd name="connsiteX99" fmla="*/ 472411 w 606298"/>
              <a:gd name="connsiteY99" fmla="*/ 16500 h 568686"/>
              <a:gd name="connsiteX100" fmla="*/ 515214 w 606298"/>
              <a:gd name="connsiteY100" fmla="*/ 78050 h 568686"/>
              <a:gd name="connsiteX101" fmla="*/ 524127 w 606298"/>
              <a:gd name="connsiteY101" fmla="*/ 167964 h 568686"/>
              <a:gd name="connsiteX102" fmla="*/ 524127 w 606298"/>
              <a:gd name="connsiteY102" fmla="*/ 174824 h 568686"/>
              <a:gd name="connsiteX103" fmla="*/ 606298 w 606298"/>
              <a:gd name="connsiteY103" fmla="*/ 290971 h 568686"/>
              <a:gd name="connsiteX104" fmla="*/ 516607 w 606298"/>
              <a:gd name="connsiteY104" fmla="*/ 411382 h 568686"/>
              <a:gd name="connsiteX105" fmla="*/ 516792 w 606298"/>
              <a:gd name="connsiteY105" fmla="*/ 413792 h 568686"/>
              <a:gd name="connsiteX106" fmla="*/ 464519 w 606298"/>
              <a:gd name="connsiteY106" fmla="*/ 553299 h 568686"/>
              <a:gd name="connsiteX107" fmla="*/ 408903 w 606298"/>
              <a:gd name="connsiteY107" fmla="*/ 568686 h 568686"/>
              <a:gd name="connsiteX108" fmla="*/ 303149 w 606298"/>
              <a:gd name="connsiteY108" fmla="*/ 532628 h 568686"/>
              <a:gd name="connsiteX109" fmla="*/ 197395 w 606298"/>
              <a:gd name="connsiteY109" fmla="*/ 568686 h 568686"/>
              <a:gd name="connsiteX110" fmla="*/ 141779 w 606298"/>
              <a:gd name="connsiteY110" fmla="*/ 553299 h 568686"/>
              <a:gd name="connsiteX111" fmla="*/ 89506 w 606298"/>
              <a:gd name="connsiteY111" fmla="*/ 413700 h 568686"/>
              <a:gd name="connsiteX112" fmla="*/ 89784 w 606298"/>
              <a:gd name="connsiteY112" fmla="*/ 411382 h 568686"/>
              <a:gd name="connsiteX113" fmla="*/ 0 w 606298"/>
              <a:gd name="connsiteY113" fmla="*/ 290971 h 568686"/>
              <a:gd name="connsiteX114" fmla="*/ 82171 w 606298"/>
              <a:gd name="connsiteY114" fmla="*/ 174824 h 568686"/>
              <a:gd name="connsiteX115" fmla="*/ 82171 w 606298"/>
              <a:gd name="connsiteY115" fmla="*/ 167964 h 568686"/>
              <a:gd name="connsiteX116" fmla="*/ 91084 w 606298"/>
              <a:gd name="connsiteY116" fmla="*/ 78050 h 568686"/>
              <a:gd name="connsiteX117" fmla="*/ 133887 w 606298"/>
              <a:gd name="connsiteY117" fmla="*/ 16500 h 568686"/>
              <a:gd name="connsiteX118" fmla="*/ 192845 w 606298"/>
              <a:gd name="connsiteY118" fmla="*/ 0 h 5686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606298" h="568686">
                <a:moveTo>
                  <a:pt x="258582" y="455598"/>
                </a:moveTo>
                <a:cubicBezTo>
                  <a:pt x="273159" y="469039"/>
                  <a:pt x="288200" y="480811"/>
                  <a:pt x="303149" y="490637"/>
                </a:cubicBezTo>
                <a:cubicBezTo>
                  <a:pt x="318190" y="480811"/>
                  <a:pt x="333139" y="469039"/>
                  <a:pt x="347716" y="455598"/>
                </a:cubicBezTo>
                <a:cubicBezTo>
                  <a:pt x="335274" y="456432"/>
                  <a:pt x="323483" y="456896"/>
                  <a:pt x="311784" y="456896"/>
                </a:cubicBezTo>
                <a:lnTo>
                  <a:pt x="294607" y="456896"/>
                </a:lnTo>
                <a:cubicBezTo>
                  <a:pt x="282908" y="456896"/>
                  <a:pt x="271024" y="456432"/>
                  <a:pt x="258582" y="455598"/>
                </a:cubicBezTo>
                <a:close/>
                <a:moveTo>
                  <a:pt x="482810" y="426955"/>
                </a:moveTo>
                <a:cubicBezTo>
                  <a:pt x="458020" y="436688"/>
                  <a:pt x="431001" y="444104"/>
                  <a:pt x="402311" y="449202"/>
                </a:cubicBezTo>
                <a:lnTo>
                  <a:pt x="391633" y="460233"/>
                </a:lnTo>
                <a:cubicBezTo>
                  <a:pt x="373249" y="479421"/>
                  <a:pt x="353751" y="496384"/>
                  <a:pt x="333696" y="510752"/>
                </a:cubicBezTo>
                <a:cubicBezTo>
                  <a:pt x="360436" y="525768"/>
                  <a:pt x="385877" y="533647"/>
                  <a:pt x="407603" y="533647"/>
                </a:cubicBezTo>
                <a:cubicBezTo>
                  <a:pt x="421995" y="533647"/>
                  <a:pt x="434808" y="530218"/>
                  <a:pt x="445578" y="523358"/>
                </a:cubicBezTo>
                <a:cubicBezTo>
                  <a:pt x="470833" y="507507"/>
                  <a:pt x="484017" y="473303"/>
                  <a:pt x="482810" y="426955"/>
                </a:cubicBezTo>
                <a:close/>
                <a:moveTo>
                  <a:pt x="123488" y="426955"/>
                </a:moveTo>
                <a:cubicBezTo>
                  <a:pt x="122281" y="473303"/>
                  <a:pt x="135465" y="507507"/>
                  <a:pt x="160720" y="523358"/>
                </a:cubicBezTo>
                <a:cubicBezTo>
                  <a:pt x="171490" y="530218"/>
                  <a:pt x="184303" y="533647"/>
                  <a:pt x="198788" y="533647"/>
                </a:cubicBezTo>
                <a:cubicBezTo>
                  <a:pt x="220421" y="533647"/>
                  <a:pt x="245862" y="525768"/>
                  <a:pt x="272602" y="510752"/>
                </a:cubicBezTo>
                <a:cubicBezTo>
                  <a:pt x="252547" y="496384"/>
                  <a:pt x="233142" y="479421"/>
                  <a:pt x="214665" y="460233"/>
                </a:cubicBezTo>
                <a:lnTo>
                  <a:pt x="204080" y="449202"/>
                </a:lnTo>
                <a:cubicBezTo>
                  <a:pt x="175297" y="444104"/>
                  <a:pt x="148278" y="436688"/>
                  <a:pt x="123488" y="426955"/>
                </a:cubicBezTo>
                <a:close/>
                <a:moveTo>
                  <a:pt x="469069" y="346681"/>
                </a:moveTo>
                <a:cubicBezTo>
                  <a:pt x="463591" y="356043"/>
                  <a:pt x="457555" y="365313"/>
                  <a:pt x="450777" y="374953"/>
                </a:cubicBezTo>
                <a:lnTo>
                  <a:pt x="449292" y="377178"/>
                </a:lnTo>
                <a:cubicBezTo>
                  <a:pt x="437686" y="393770"/>
                  <a:pt x="434529" y="398405"/>
                  <a:pt x="425523" y="409250"/>
                </a:cubicBezTo>
                <a:cubicBezTo>
                  <a:pt x="444464" y="404523"/>
                  <a:pt x="462476" y="398497"/>
                  <a:pt x="479189" y="391360"/>
                </a:cubicBezTo>
                <a:cubicBezTo>
                  <a:pt x="476961" y="376992"/>
                  <a:pt x="473525" y="361976"/>
                  <a:pt x="469069" y="346681"/>
                </a:cubicBezTo>
                <a:close/>
                <a:moveTo>
                  <a:pt x="137229" y="346681"/>
                </a:moveTo>
                <a:cubicBezTo>
                  <a:pt x="132773" y="361976"/>
                  <a:pt x="129337" y="376992"/>
                  <a:pt x="127109" y="391360"/>
                </a:cubicBezTo>
                <a:cubicBezTo>
                  <a:pt x="143822" y="398497"/>
                  <a:pt x="161834" y="404523"/>
                  <a:pt x="180868" y="409250"/>
                </a:cubicBezTo>
                <a:cubicBezTo>
                  <a:pt x="171769" y="398312"/>
                  <a:pt x="168426" y="393492"/>
                  <a:pt x="157006" y="377178"/>
                </a:cubicBezTo>
                <a:lnTo>
                  <a:pt x="155521" y="375046"/>
                </a:lnTo>
                <a:cubicBezTo>
                  <a:pt x="148743" y="365313"/>
                  <a:pt x="142800" y="356043"/>
                  <a:pt x="137229" y="346681"/>
                </a:cubicBezTo>
                <a:close/>
                <a:moveTo>
                  <a:pt x="303114" y="237523"/>
                </a:moveTo>
                <a:cubicBezTo>
                  <a:pt x="329011" y="237523"/>
                  <a:pt x="350005" y="258485"/>
                  <a:pt x="350005" y="284343"/>
                </a:cubicBezTo>
                <a:cubicBezTo>
                  <a:pt x="350005" y="310201"/>
                  <a:pt x="329011" y="331163"/>
                  <a:pt x="303114" y="331163"/>
                </a:cubicBezTo>
                <a:cubicBezTo>
                  <a:pt x="277217" y="331163"/>
                  <a:pt x="256223" y="310201"/>
                  <a:pt x="256223" y="284343"/>
                </a:cubicBezTo>
                <a:cubicBezTo>
                  <a:pt x="256223" y="258485"/>
                  <a:pt x="277217" y="237523"/>
                  <a:pt x="303114" y="237523"/>
                </a:cubicBezTo>
                <a:close/>
                <a:moveTo>
                  <a:pt x="517257" y="210604"/>
                </a:moveTo>
                <a:lnTo>
                  <a:pt x="516792" y="213292"/>
                </a:lnTo>
                <a:cubicBezTo>
                  <a:pt x="511593" y="245550"/>
                  <a:pt x="503144" y="275027"/>
                  <a:pt x="490888" y="303392"/>
                </a:cubicBezTo>
                <a:cubicBezTo>
                  <a:pt x="500173" y="327771"/>
                  <a:pt x="507043" y="351872"/>
                  <a:pt x="511500" y="374953"/>
                </a:cubicBezTo>
                <a:cubicBezTo>
                  <a:pt x="550682" y="351223"/>
                  <a:pt x="572130" y="321560"/>
                  <a:pt x="572130" y="290971"/>
                </a:cubicBezTo>
                <a:cubicBezTo>
                  <a:pt x="572130" y="262143"/>
                  <a:pt x="552725" y="233778"/>
                  <a:pt x="517257" y="210604"/>
                </a:cubicBezTo>
                <a:close/>
                <a:moveTo>
                  <a:pt x="89041" y="210604"/>
                </a:moveTo>
                <a:cubicBezTo>
                  <a:pt x="53573" y="233778"/>
                  <a:pt x="34168" y="262143"/>
                  <a:pt x="34168" y="290971"/>
                </a:cubicBezTo>
                <a:cubicBezTo>
                  <a:pt x="34168" y="321560"/>
                  <a:pt x="55616" y="351223"/>
                  <a:pt x="94798" y="374953"/>
                </a:cubicBezTo>
                <a:cubicBezTo>
                  <a:pt x="99255" y="351872"/>
                  <a:pt x="106218" y="327771"/>
                  <a:pt x="115410" y="303392"/>
                </a:cubicBezTo>
                <a:cubicBezTo>
                  <a:pt x="103247" y="275027"/>
                  <a:pt x="94705" y="245550"/>
                  <a:pt x="89506" y="213292"/>
                </a:cubicBezTo>
                <a:close/>
                <a:moveTo>
                  <a:pt x="419952" y="171487"/>
                </a:moveTo>
                <a:cubicBezTo>
                  <a:pt x="426451" y="180571"/>
                  <a:pt x="432765" y="190026"/>
                  <a:pt x="438893" y="199666"/>
                </a:cubicBezTo>
                <a:cubicBezTo>
                  <a:pt x="450777" y="218576"/>
                  <a:pt x="461548" y="237856"/>
                  <a:pt x="470833" y="256952"/>
                </a:cubicBezTo>
                <a:cubicBezTo>
                  <a:pt x="477146" y="237949"/>
                  <a:pt x="481510" y="219410"/>
                  <a:pt x="484017" y="200407"/>
                </a:cubicBezTo>
                <a:lnTo>
                  <a:pt x="484946" y="193085"/>
                </a:lnTo>
                <a:cubicBezTo>
                  <a:pt x="465633" y="184278"/>
                  <a:pt x="443814" y="177048"/>
                  <a:pt x="419952" y="171487"/>
                </a:cubicBezTo>
                <a:close/>
                <a:moveTo>
                  <a:pt x="186346" y="171487"/>
                </a:moveTo>
                <a:cubicBezTo>
                  <a:pt x="162577" y="177048"/>
                  <a:pt x="140758" y="184278"/>
                  <a:pt x="121352" y="193085"/>
                </a:cubicBezTo>
                <a:lnTo>
                  <a:pt x="122281" y="200407"/>
                </a:lnTo>
                <a:cubicBezTo>
                  <a:pt x="124881" y="219410"/>
                  <a:pt x="129152" y="237949"/>
                  <a:pt x="135465" y="256952"/>
                </a:cubicBezTo>
                <a:cubicBezTo>
                  <a:pt x="144750" y="237856"/>
                  <a:pt x="155521" y="218576"/>
                  <a:pt x="167405" y="199666"/>
                </a:cubicBezTo>
                <a:cubicBezTo>
                  <a:pt x="173533" y="190026"/>
                  <a:pt x="179847" y="180571"/>
                  <a:pt x="186346" y="171487"/>
                </a:cubicBezTo>
                <a:close/>
                <a:moveTo>
                  <a:pt x="303149" y="159459"/>
                </a:moveTo>
                <a:cubicBezTo>
                  <a:pt x="279473" y="159459"/>
                  <a:pt x="255797" y="160595"/>
                  <a:pt x="236113" y="162866"/>
                </a:cubicBezTo>
                <a:cubicBezTo>
                  <a:pt x="222000" y="180200"/>
                  <a:pt x="208630" y="198739"/>
                  <a:pt x="196559" y="218020"/>
                </a:cubicBezTo>
                <a:cubicBezTo>
                  <a:pt x="179754" y="244438"/>
                  <a:pt x="165270" y="272432"/>
                  <a:pt x="153385" y="301260"/>
                </a:cubicBezTo>
                <a:cubicBezTo>
                  <a:pt x="162020" y="318965"/>
                  <a:pt x="172047" y="337040"/>
                  <a:pt x="184118" y="356321"/>
                </a:cubicBezTo>
                <a:cubicBezTo>
                  <a:pt x="199809" y="381534"/>
                  <a:pt x="207980" y="390340"/>
                  <a:pt x="222835" y="406284"/>
                </a:cubicBezTo>
                <a:cubicBezTo>
                  <a:pt x="224321" y="407767"/>
                  <a:pt x="225807" y="409436"/>
                  <a:pt x="227385" y="411104"/>
                </a:cubicBezTo>
                <a:lnTo>
                  <a:pt x="234813" y="419169"/>
                </a:lnTo>
                <a:cubicBezTo>
                  <a:pt x="254218" y="421486"/>
                  <a:pt x="274273" y="422691"/>
                  <a:pt x="294607" y="422691"/>
                </a:cubicBezTo>
                <a:lnTo>
                  <a:pt x="311784" y="422691"/>
                </a:lnTo>
                <a:cubicBezTo>
                  <a:pt x="332025" y="422691"/>
                  <a:pt x="352080" y="421486"/>
                  <a:pt x="371485" y="419169"/>
                </a:cubicBezTo>
                <a:lnTo>
                  <a:pt x="378913" y="411104"/>
                </a:lnTo>
                <a:cubicBezTo>
                  <a:pt x="380491" y="409436"/>
                  <a:pt x="382070" y="407767"/>
                  <a:pt x="383463" y="406284"/>
                </a:cubicBezTo>
                <a:cubicBezTo>
                  <a:pt x="398318" y="390340"/>
                  <a:pt x="406489" y="381534"/>
                  <a:pt x="422273" y="356321"/>
                </a:cubicBezTo>
                <a:cubicBezTo>
                  <a:pt x="434343" y="337040"/>
                  <a:pt x="444371" y="318965"/>
                  <a:pt x="452913" y="301260"/>
                </a:cubicBezTo>
                <a:cubicBezTo>
                  <a:pt x="441028" y="272432"/>
                  <a:pt x="426544" y="244438"/>
                  <a:pt x="409831" y="218020"/>
                </a:cubicBezTo>
                <a:cubicBezTo>
                  <a:pt x="397668" y="198739"/>
                  <a:pt x="384391" y="180200"/>
                  <a:pt x="370185" y="162866"/>
                </a:cubicBezTo>
                <a:cubicBezTo>
                  <a:pt x="350502" y="160595"/>
                  <a:pt x="326825" y="159459"/>
                  <a:pt x="303149" y="159459"/>
                </a:cubicBezTo>
                <a:close/>
                <a:moveTo>
                  <a:pt x="303149" y="95754"/>
                </a:moveTo>
                <a:cubicBezTo>
                  <a:pt x="291729" y="104931"/>
                  <a:pt x="280494" y="115035"/>
                  <a:pt x="269631" y="125788"/>
                </a:cubicBezTo>
                <a:cubicBezTo>
                  <a:pt x="288758" y="124861"/>
                  <a:pt x="317540" y="124861"/>
                  <a:pt x="336667" y="125788"/>
                </a:cubicBezTo>
                <a:cubicBezTo>
                  <a:pt x="325897" y="115035"/>
                  <a:pt x="314662" y="104931"/>
                  <a:pt x="303149" y="95754"/>
                </a:cubicBezTo>
                <a:close/>
                <a:moveTo>
                  <a:pt x="413453" y="34112"/>
                </a:moveTo>
                <a:cubicBezTo>
                  <a:pt x="388941" y="34112"/>
                  <a:pt x="359693" y="46162"/>
                  <a:pt x="326454" y="70078"/>
                </a:cubicBezTo>
                <a:cubicBezTo>
                  <a:pt x="347530" y="87226"/>
                  <a:pt x="368235" y="107619"/>
                  <a:pt x="388012" y="130608"/>
                </a:cubicBezTo>
                <a:cubicBezTo>
                  <a:pt x="425801" y="136077"/>
                  <a:pt x="460155" y="145346"/>
                  <a:pt x="490424" y="158138"/>
                </a:cubicBezTo>
                <a:lnTo>
                  <a:pt x="490424" y="156933"/>
                </a:lnTo>
                <a:cubicBezTo>
                  <a:pt x="493023" y="105117"/>
                  <a:pt x="478632" y="61179"/>
                  <a:pt x="453841" y="45143"/>
                </a:cubicBezTo>
                <a:cubicBezTo>
                  <a:pt x="442607" y="37820"/>
                  <a:pt x="428958" y="34112"/>
                  <a:pt x="413453" y="34112"/>
                </a:cubicBezTo>
                <a:close/>
                <a:moveTo>
                  <a:pt x="192845" y="34112"/>
                </a:moveTo>
                <a:cubicBezTo>
                  <a:pt x="177340" y="34112"/>
                  <a:pt x="163784" y="37820"/>
                  <a:pt x="152549" y="45143"/>
                </a:cubicBezTo>
                <a:cubicBezTo>
                  <a:pt x="127759" y="61179"/>
                  <a:pt x="113368" y="105117"/>
                  <a:pt x="115874" y="156933"/>
                </a:cubicBezTo>
                <a:lnTo>
                  <a:pt x="115967" y="158138"/>
                </a:lnTo>
                <a:cubicBezTo>
                  <a:pt x="146143" y="145346"/>
                  <a:pt x="180497" y="136077"/>
                  <a:pt x="218286" y="130608"/>
                </a:cubicBezTo>
                <a:cubicBezTo>
                  <a:pt x="238062" y="107619"/>
                  <a:pt x="258768" y="87226"/>
                  <a:pt x="279937" y="70078"/>
                </a:cubicBezTo>
                <a:cubicBezTo>
                  <a:pt x="246697" y="46162"/>
                  <a:pt x="217450" y="34112"/>
                  <a:pt x="192845" y="34112"/>
                </a:cubicBezTo>
                <a:close/>
                <a:moveTo>
                  <a:pt x="192845" y="0"/>
                </a:moveTo>
                <a:cubicBezTo>
                  <a:pt x="225342" y="0"/>
                  <a:pt x="262482" y="14924"/>
                  <a:pt x="303149" y="44494"/>
                </a:cubicBezTo>
                <a:cubicBezTo>
                  <a:pt x="343816" y="14924"/>
                  <a:pt x="380956" y="0"/>
                  <a:pt x="413453" y="0"/>
                </a:cubicBezTo>
                <a:cubicBezTo>
                  <a:pt x="435643" y="0"/>
                  <a:pt x="455513" y="5562"/>
                  <a:pt x="472411" y="16500"/>
                </a:cubicBezTo>
                <a:cubicBezTo>
                  <a:pt x="491445" y="28828"/>
                  <a:pt x="506208" y="50148"/>
                  <a:pt x="515214" y="78050"/>
                </a:cubicBezTo>
                <a:cubicBezTo>
                  <a:pt x="523756" y="104468"/>
                  <a:pt x="526820" y="135613"/>
                  <a:pt x="524127" y="167964"/>
                </a:cubicBezTo>
                <a:lnTo>
                  <a:pt x="524127" y="174824"/>
                </a:lnTo>
                <a:cubicBezTo>
                  <a:pt x="577144" y="205506"/>
                  <a:pt x="606298" y="246662"/>
                  <a:pt x="606298" y="290971"/>
                </a:cubicBezTo>
                <a:cubicBezTo>
                  <a:pt x="606298" y="337597"/>
                  <a:pt x="574451" y="380236"/>
                  <a:pt x="516607" y="411382"/>
                </a:cubicBezTo>
                <a:cubicBezTo>
                  <a:pt x="516700" y="412216"/>
                  <a:pt x="516792" y="412958"/>
                  <a:pt x="516792" y="413792"/>
                </a:cubicBezTo>
                <a:cubicBezTo>
                  <a:pt x="521528" y="479513"/>
                  <a:pt x="503051" y="529105"/>
                  <a:pt x="464519" y="553299"/>
                </a:cubicBezTo>
                <a:cubicBezTo>
                  <a:pt x="448363" y="563495"/>
                  <a:pt x="429701" y="568686"/>
                  <a:pt x="408903" y="568686"/>
                </a:cubicBezTo>
                <a:cubicBezTo>
                  <a:pt x="376870" y="568686"/>
                  <a:pt x="340381" y="556172"/>
                  <a:pt x="303149" y="532628"/>
                </a:cubicBezTo>
                <a:cubicBezTo>
                  <a:pt x="266010" y="556172"/>
                  <a:pt x="229428" y="568686"/>
                  <a:pt x="197395" y="568686"/>
                </a:cubicBezTo>
                <a:cubicBezTo>
                  <a:pt x="176690" y="568686"/>
                  <a:pt x="157935" y="563495"/>
                  <a:pt x="141779" y="553299"/>
                </a:cubicBezTo>
                <a:cubicBezTo>
                  <a:pt x="103340" y="529105"/>
                  <a:pt x="84770" y="479513"/>
                  <a:pt x="89506" y="413700"/>
                </a:cubicBezTo>
                <a:cubicBezTo>
                  <a:pt x="89598" y="412958"/>
                  <a:pt x="89691" y="412124"/>
                  <a:pt x="89784" y="411382"/>
                </a:cubicBezTo>
                <a:cubicBezTo>
                  <a:pt x="31847" y="380236"/>
                  <a:pt x="0" y="337597"/>
                  <a:pt x="0" y="290971"/>
                </a:cubicBezTo>
                <a:cubicBezTo>
                  <a:pt x="0" y="246662"/>
                  <a:pt x="29154" y="205506"/>
                  <a:pt x="82171" y="174824"/>
                </a:cubicBezTo>
                <a:lnTo>
                  <a:pt x="82171" y="167964"/>
                </a:lnTo>
                <a:cubicBezTo>
                  <a:pt x="79478" y="135613"/>
                  <a:pt x="82542" y="104468"/>
                  <a:pt x="91084" y="78050"/>
                </a:cubicBezTo>
                <a:cubicBezTo>
                  <a:pt x="100090" y="50148"/>
                  <a:pt x="114946" y="28828"/>
                  <a:pt x="133887" y="16500"/>
                </a:cubicBezTo>
                <a:cubicBezTo>
                  <a:pt x="150785" y="5562"/>
                  <a:pt x="170655" y="0"/>
                  <a:pt x="19284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cs typeface="+mn-ea"/>
              <a:sym typeface="+mn-lt"/>
            </a:endParaRPr>
          </a:p>
        </p:txBody>
      </p:sp>
      <p:sp>
        <p:nvSpPr>
          <p:cNvPr id="48" name="椭圆 45">
            <a:extLst>
              <a:ext uri="{FF2B5EF4-FFF2-40B4-BE49-F238E27FC236}">
                <a16:creationId xmlns:a16="http://schemas.microsoft.com/office/drawing/2014/main" id="{36E43632-2B39-E063-6999-60A6E00E8843}"/>
              </a:ext>
            </a:extLst>
          </p:cNvPr>
          <p:cNvSpPr/>
          <p:nvPr/>
        </p:nvSpPr>
        <p:spPr>
          <a:xfrm>
            <a:off x="8551177" y="2313474"/>
            <a:ext cx="755387" cy="733741"/>
          </a:xfrm>
          <a:custGeom>
            <a:avLst/>
            <a:gdLst>
              <a:gd name="connsiteX0" fmla="*/ 357006 w 608274"/>
              <a:gd name="connsiteY0" fmla="*/ 315793 h 590844"/>
              <a:gd name="connsiteX1" fmla="*/ 344664 w 608274"/>
              <a:gd name="connsiteY1" fmla="*/ 351821 h 590844"/>
              <a:gd name="connsiteX2" fmla="*/ 552405 w 608274"/>
              <a:gd name="connsiteY2" fmla="*/ 559238 h 590844"/>
              <a:gd name="connsiteX3" fmla="*/ 554572 w 608274"/>
              <a:gd name="connsiteY3" fmla="*/ 560178 h 590844"/>
              <a:gd name="connsiteX4" fmla="*/ 554666 w 608274"/>
              <a:gd name="connsiteY4" fmla="*/ 560178 h 590844"/>
              <a:gd name="connsiteX5" fmla="*/ 556928 w 608274"/>
              <a:gd name="connsiteY5" fmla="*/ 559238 h 590844"/>
              <a:gd name="connsiteX6" fmla="*/ 576618 w 608274"/>
              <a:gd name="connsiteY6" fmla="*/ 539578 h 590844"/>
              <a:gd name="connsiteX7" fmla="*/ 577560 w 608274"/>
              <a:gd name="connsiteY7" fmla="*/ 537320 h 590844"/>
              <a:gd name="connsiteX8" fmla="*/ 576618 w 608274"/>
              <a:gd name="connsiteY8" fmla="*/ 535063 h 590844"/>
              <a:gd name="connsiteX9" fmla="*/ 347019 w 608274"/>
              <a:gd name="connsiteY9" fmla="*/ 272617 h 590844"/>
              <a:gd name="connsiteX10" fmla="*/ 361339 w 608274"/>
              <a:gd name="connsiteY10" fmla="*/ 276756 h 590844"/>
              <a:gd name="connsiteX11" fmla="*/ 370572 w 608274"/>
              <a:gd name="connsiteY11" fmla="*/ 285974 h 590844"/>
              <a:gd name="connsiteX12" fmla="*/ 598287 w 608274"/>
              <a:gd name="connsiteY12" fmla="*/ 513333 h 590844"/>
              <a:gd name="connsiteX13" fmla="*/ 608274 w 608274"/>
              <a:gd name="connsiteY13" fmla="*/ 537320 h 590844"/>
              <a:gd name="connsiteX14" fmla="*/ 598287 w 608274"/>
              <a:gd name="connsiteY14" fmla="*/ 561213 h 590844"/>
              <a:gd name="connsiteX15" fmla="*/ 578691 w 608274"/>
              <a:gd name="connsiteY15" fmla="*/ 580873 h 590844"/>
              <a:gd name="connsiteX16" fmla="*/ 554666 w 608274"/>
              <a:gd name="connsiteY16" fmla="*/ 590844 h 590844"/>
              <a:gd name="connsiteX17" fmla="*/ 554572 w 608274"/>
              <a:gd name="connsiteY17" fmla="*/ 590844 h 590844"/>
              <a:gd name="connsiteX18" fmla="*/ 530736 w 608274"/>
              <a:gd name="connsiteY18" fmla="*/ 580873 h 590844"/>
              <a:gd name="connsiteX19" fmla="*/ 316211 w 608274"/>
              <a:gd name="connsiteY19" fmla="*/ 366683 h 590844"/>
              <a:gd name="connsiteX20" fmla="*/ 312442 w 608274"/>
              <a:gd name="connsiteY20" fmla="*/ 350880 h 590844"/>
              <a:gd name="connsiteX21" fmla="*/ 327328 w 608274"/>
              <a:gd name="connsiteY21" fmla="*/ 307610 h 590844"/>
              <a:gd name="connsiteX22" fmla="*/ 335902 w 608274"/>
              <a:gd name="connsiteY22" fmla="*/ 282588 h 590844"/>
              <a:gd name="connsiteX23" fmla="*/ 347019 w 608274"/>
              <a:gd name="connsiteY23" fmla="*/ 272617 h 590844"/>
              <a:gd name="connsiteX24" fmla="*/ 74870 w 608274"/>
              <a:gd name="connsiteY24" fmla="*/ 82350 h 590844"/>
              <a:gd name="connsiteX25" fmla="*/ 426850 w 608274"/>
              <a:gd name="connsiteY25" fmla="*/ 82350 h 590844"/>
              <a:gd name="connsiteX26" fmla="*/ 426850 w 608274"/>
              <a:gd name="connsiteY26" fmla="*/ 306027 h 590844"/>
              <a:gd name="connsiteX27" fmla="*/ 379461 w 608274"/>
              <a:gd name="connsiteY27" fmla="*/ 258714 h 590844"/>
              <a:gd name="connsiteX28" fmla="*/ 341210 w 608274"/>
              <a:gd name="connsiteY28" fmla="*/ 247709 h 590844"/>
              <a:gd name="connsiteX29" fmla="*/ 315867 w 608274"/>
              <a:gd name="connsiteY29" fmla="*/ 265957 h 590844"/>
              <a:gd name="connsiteX30" fmla="*/ 204507 w 608274"/>
              <a:gd name="connsiteY30" fmla="*/ 235763 h 590844"/>
              <a:gd name="connsiteX31" fmla="*/ 195274 w 608274"/>
              <a:gd name="connsiteY31" fmla="*/ 230590 h 590844"/>
              <a:gd name="connsiteX32" fmla="*/ 213740 w 608274"/>
              <a:gd name="connsiteY32" fmla="*/ 231154 h 590844"/>
              <a:gd name="connsiteX33" fmla="*/ 225517 w 608274"/>
              <a:gd name="connsiteY33" fmla="*/ 231719 h 590844"/>
              <a:gd name="connsiteX34" fmla="*/ 248599 w 608274"/>
              <a:gd name="connsiteY34" fmla="*/ 232377 h 590844"/>
              <a:gd name="connsiteX35" fmla="*/ 322085 w 608274"/>
              <a:gd name="connsiteY35" fmla="*/ 227674 h 590844"/>
              <a:gd name="connsiteX36" fmla="*/ 361749 w 608274"/>
              <a:gd name="connsiteY36" fmla="*/ 186852 h 590844"/>
              <a:gd name="connsiteX37" fmla="*/ 323216 w 608274"/>
              <a:gd name="connsiteY37" fmla="*/ 133049 h 590844"/>
              <a:gd name="connsiteX38" fmla="*/ 205167 w 608274"/>
              <a:gd name="connsiteY38" fmla="*/ 122514 h 590844"/>
              <a:gd name="connsiteX39" fmla="*/ 158248 w 608274"/>
              <a:gd name="connsiteY39" fmla="*/ 124395 h 590844"/>
              <a:gd name="connsiteX40" fmla="*/ 157683 w 608274"/>
              <a:gd name="connsiteY40" fmla="*/ 124395 h 590844"/>
              <a:gd name="connsiteX41" fmla="*/ 137239 w 608274"/>
              <a:gd name="connsiteY41" fmla="*/ 144336 h 590844"/>
              <a:gd name="connsiteX42" fmla="*/ 157212 w 608274"/>
              <a:gd name="connsiteY42" fmla="*/ 165312 h 590844"/>
              <a:gd name="connsiteX43" fmla="*/ 208087 w 608274"/>
              <a:gd name="connsiteY43" fmla="*/ 163336 h 590844"/>
              <a:gd name="connsiteX44" fmla="*/ 306634 w 608274"/>
              <a:gd name="connsiteY44" fmla="*/ 170485 h 590844"/>
              <a:gd name="connsiteX45" fmla="*/ 321049 w 608274"/>
              <a:gd name="connsiteY45" fmla="*/ 183465 h 590844"/>
              <a:gd name="connsiteX46" fmla="*/ 311251 w 608274"/>
              <a:gd name="connsiteY46" fmla="*/ 188263 h 590844"/>
              <a:gd name="connsiteX47" fmla="*/ 250200 w 608274"/>
              <a:gd name="connsiteY47" fmla="*/ 191461 h 590844"/>
              <a:gd name="connsiteX48" fmla="*/ 225517 w 608274"/>
              <a:gd name="connsiteY48" fmla="*/ 190896 h 590844"/>
              <a:gd name="connsiteX49" fmla="*/ 216755 w 608274"/>
              <a:gd name="connsiteY49" fmla="*/ 190426 h 590844"/>
              <a:gd name="connsiteX50" fmla="*/ 156929 w 608274"/>
              <a:gd name="connsiteY50" fmla="*/ 206040 h 590844"/>
              <a:gd name="connsiteX51" fmla="*/ 150335 w 608274"/>
              <a:gd name="connsiteY51" fmla="*/ 236516 h 590844"/>
              <a:gd name="connsiteX52" fmla="*/ 187078 w 608274"/>
              <a:gd name="connsiteY52" fmla="*/ 272823 h 590844"/>
              <a:gd name="connsiteX53" fmla="*/ 300887 w 608274"/>
              <a:gd name="connsiteY53" fmla="*/ 305839 h 590844"/>
              <a:gd name="connsiteX54" fmla="*/ 291277 w 608274"/>
              <a:gd name="connsiteY54" fmla="*/ 334057 h 590844"/>
              <a:gd name="connsiteX55" fmla="*/ 74870 w 608274"/>
              <a:gd name="connsiteY55" fmla="*/ 334057 h 590844"/>
              <a:gd name="connsiteX56" fmla="*/ 41731 w 608274"/>
              <a:gd name="connsiteY56" fmla="*/ 0 h 590844"/>
              <a:gd name="connsiteX57" fmla="*/ 459894 w 608274"/>
              <a:gd name="connsiteY57" fmla="*/ 0 h 590844"/>
              <a:gd name="connsiteX58" fmla="*/ 501720 w 608274"/>
              <a:gd name="connsiteY58" fmla="*/ 41669 h 590844"/>
              <a:gd name="connsiteX59" fmla="*/ 501720 w 608274"/>
              <a:gd name="connsiteY59" fmla="*/ 374737 h 590844"/>
              <a:gd name="connsiteX60" fmla="*/ 501155 w 608274"/>
              <a:gd name="connsiteY60" fmla="*/ 380193 h 590844"/>
              <a:gd name="connsiteX61" fmla="*/ 457539 w 608274"/>
              <a:gd name="connsiteY61" fmla="*/ 336643 h 590844"/>
              <a:gd name="connsiteX62" fmla="*/ 457539 w 608274"/>
              <a:gd name="connsiteY62" fmla="*/ 66971 h 590844"/>
              <a:gd name="connsiteX63" fmla="*/ 442184 w 608274"/>
              <a:gd name="connsiteY63" fmla="*/ 51639 h 590844"/>
              <a:gd name="connsiteX64" fmla="*/ 59536 w 608274"/>
              <a:gd name="connsiteY64" fmla="*/ 51639 h 590844"/>
              <a:gd name="connsiteX65" fmla="*/ 44181 w 608274"/>
              <a:gd name="connsiteY65" fmla="*/ 66971 h 590844"/>
              <a:gd name="connsiteX66" fmla="*/ 44181 w 608274"/>
              <a:gd name="connsiteY66" fmla="*/ 349341 h 590844"/>
              <a:gd name="connsiteX67" fmla="*/ 59536 w 608274"/>
              <a:gd name="connsiteY67" fmla="*/ 364673 h 590844"/>
              <a:gd name="connsiteX68" fmla="*/ 287128 w 608274"/>
              <a:gd name="connsiteY68" fmla="*/ 364673 h 590844"/>
              <a:gd name="connsiteX69" fmla="*/ 298055 w 608274"/>
              <a:gd name="connsiteY69" fmla="*/ 384708 h 590844"/>
              <a:gd name="connsiteX70" fmla="*/ 329801 w 608274"/>
              <a:gd name="connsiteY70" fmla="*/ 416406 h 590844"/>
              <a:gd name="connsiteX71" fmla="*/ 41731 w 608274"/>
              <a:gd name="connsiteY71" fmla="*/ 416406 h 590844"/>
              <a:gd name="connsiteX72" fmla="*/ 0 w 608274"/>
              <a:gd name="connsiteY72" fmla="*/ 374737 h 590844"/>
              <a:gd name="connsiteX73" fmla="*/ 0 w 608274"/>
              <a:gd name="connsiteY73" fmla="*/ 41669 h 590844"/>
              <a:gd name="connsiteX74" fmla="*/ 41731 w 608274"/>
              <a:gd name="connsiteY74" fmla="*/ 0 h 590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608274" h="590844">
                <a:moveTo>
                  <a:pt x="357006" y="315793"/>
                </a:moveTo>
                <a:lnTo>
                  <a:pt x="344664" y="351821"/>
                </a:lnTo>
                <a:lnTo>
                  <a:pt x="552405" y="559238"/>
                </a:lnTo>
                <a:cubicBezTo>
                  <a:pt x="552971" y="559802"/>
                  <a:pt x="553818" y="560178"/>
                  <a:pt x="554572" y="560178"/>
                </a:cubicBezTo>
                <a:lnTo>
                  <a:pt x="554666" y="560178"/>
                </a:lnTo>
                <a:cubicBezTo>
                  <a:pt x="555514" y="560178"/>
                  <a:pt x="556362" y="559802"/>
                  <a:pt x="556928" y="559238"/>
                </a:cubicBezTo>
                <a:lnTo>
                  <a:pt x="576618" y="539578"/>
                </a:lnTo>
                <a:cubicBezTo>
                  <a:pt x="577372" y="538825"/>
                  <a:pt x="577560" y="537885"/>
                  <a:pt x="577560" y="537320"/>
                </a:cubicBezTo>
                <a:cubicBezTo>
                  <a:pt x="577560" y="536756"/>
                  <a:pt x="577372" y="535815"/>
                  <a:pt x="576618" y="535063"/>
                </a:cubicBezTo>
                <a:close/>
                <a:moveTo>
                  <a:pt x="347019" y="272617"/>
                </a:moveTo>
                <a:cubicBezTo>
                  <a:pt x="352106" y="271394"/>
                  <a:pt x="357571" y="272993"/>
                  <a:pt x="361339" y="276756"/>
                </a:cubicBezTo>
                <a:lnTo>
                  <a:pt x="370572" y="285974"/>
                </a:lnTo>
                <a:lnTo>
                  <a:pt x="598287" y="513333"/>
                </a:lnTo>
                <a:cubicBezTo>
                  <a:pt x="604694" y="519730"/>
                  <a:pt x="608274" y="528290"/>
                  <a:pt x="608274" y="537320"/>
                </a:cubicBezTo>
                <a:cubicBezTo>
                  <a:pt x="608274" y="546351"/>
                  <a:pt x="604694" y="554817"/>
                  <a:pt x="598287" y="561213"/>
                </a:cubicBezTo>
                <a:lnTo>
                  <a:pt x="578691" y="580873"/>
                </a:lnTo>
                <a:cubicBezTo>
                  <a:pt x="572284" y="587269"/>
                  <a:pt x="563805" y="590844"/>
                  <a:pt x="554666" y="590844"/>
                </a:cubicBezTo>
                <a:lnTo>
                  <a:pt x="554572" y="590844"/>
                </a:lnTo>
                <a:cubicBezTo>
                  <a:pt x="545622" y="590844"/>
                  <a:pt x="537143" y="587269"/>
                  <a:pt x="530736" y="580873"/>
                </a:cubicBezTo>
                <a:lnTo>
                  <a:pt x="316211" y="366683"/>
                </a:lnTo>
                <a:cubicBezTo>
                  <a:pt x="312066" y="362544"/>
                  <a:pt x="310558" y="356430"/>
                  <a:pt x="312442" y="350880"/>
                </a:cubicBezTo>
                <a:lnTo>
                  <a:pt x="327328" y="307610"/>
                </a:lnTo>
                <a:lnTo>
                  <a:pt x="335902" y="282588"/>
                </a:lnTo>
                <a:cubicBezTo>
                  <a:pt x="337598" y="277602"/>
                  <a:pt x="341837" y="273840"/>
                  <a:pt x="347019" y="272617"/>
                </a:cubicBezTo>
                <a:close/>
                <a:moveTo>
                  <a:pt x="74870" y="82350"/>
                </a:moveTo>
                <a:lnTo>
                  <a:pt x="426850" y="82350"/>
                </a:lnTo>
                <a:lnTo>
                  <a:pt x="426850" y="306027"/>
                </a:lnTo>
                <a:lnTo>
                  <a:pt x="379461" y="258714"/>
                </a:lnTo>
                <a:cubicBezTo>
                  <a:pt x="369474" y="248650"/>
                  <a:pt x="354966" y="244511"/>
                  <a:pt x="341210" y="247709"/>
                </a:cubicBezTo>
                <a:cubicBezTo>
                  <a:pt x="330564" y="250249"/>
                  <a:pt x="321520" y="256927"/>
                  <a:pt x="315867" y="265957"/>
                </a:cubicBezTo>
                <a:cubicBezTo>
                  <a:pt x="275073" y="263229"/>
                  <a:pt x="245113" y="254764"/>
                  <a:pt x="204507" y="235763"/>
                </a:cubicBezTo>
                <a:cubicBezTo>
                  <a:pt x="200550" y="233882"/>
                  <a:pt x="197535" y="232095"/>
                  <a:pt x="195274" y="230590"/>
                </a:cubicBezTo>
                <a:cubicBezTo>
                  <a:pt x="201398" y="230308"/>
                  <a:pt x="209500" y="230872"/>
                  <a:pt x="213740" y="231154"/>
                </a:cubicBezTo>
                <a:cubicBezTo>
                  <a:pt x="218262" y="231531"/>
                  <a:pt x="222313" y="231719"/>
                  <a:pt x="225517" y="231719"/>
                </a:cubicBezTo>
                <a:cubicBezTo>
                  <a:pt x="232959" y="231719"/>
                  <a:pt x="240779" y="232095"/>
                  <a:pt x="248599" y="232377"/>
                </a:cubicBezTo>
                <a:cubicBezTo>
                  <a:pt x="272812" y="233318"/>
                  <a:pt x="297966" y="234258"/>
                  <a:pt x="322085" y="227674"/>
                </a:cubicBezTo>
                <a:cubicBezTo>
                  <a:pt x="355813" y="218456"/>
                  <a:pt x="361089" y="196070"/>
                  <a:pt x="361749" y="186852"/>
                </a:cubicBezTo>
                <a:cubicBezTo>
                  <a:pt x="363351" y="165594"/>
                  <a:pt x="347900" y="143960"/>
                  <a:pt x="323216" y="133049"/>
                </a:cubicBezTo>
                <a:cubicBezTo>
                  <a:pt x="286190" y="116776"/>
                  <a:pt x="245019" y="119692"/>
                  <a:pt x="205167" y="122514"/>
                </a:cubicBezTo>
                <a:cubicBezTo>
                  <a:pt x="188585" y="123737"/>
                  <a:pt x="172851" y="124866"/>
                  <a:pt x="158248" y="124395"/>
                </a:cubicBezTo>
                <a:lnTo>
                  <a:pt x="157683" y="124395"/>
                </a:lnTo>
                <a:cubicBezTo>
                  <a:pt x="146660" y="124395"/>
                  <a:pt x="137522" y="133237"/>
                  <a:pt x="137239" y="144336"/>
                </a:cubicBezTo>
                <a:cubicBezTo>
                  <a:pt x="136956" y="155623"/>
                  <a:pt x="145907" y="165030"/>
                  <a:pt x="157212" y="165312"/>
                </a:cubicBezTo>
                <a:cubicBezTo>
                  <a:pt x="173699" y="165688"/>
                  <a:pt x="191223" y="164465"/>
                  <a:pt x="208087" y="163336"/>
                </a:cubicBezTo>
                <a:cubicBezTo>
                  <a:pt x="242946" y="160891"/>
                  <a:pt x="278935" y="158257"/>
                  <a:pt x="306634" y="170485"/>
                </a:cubicBezTo>
                <a:cubicBezTo>
                  <a:pt x="316809" y="174906"/>
                  <a:pt x="320955" y="181866"/>
                  <a:pt x="321049" y="183465"/>
                </a:cubicBezTo>
                <a:cubicBezTo>
                  <a:pt x="320672" y="184124"/>
                  <a:pt x="318034" y="186381"/>
                  <a:pt x="311251" y="188263"/>
                </a:cubicBezTo>
                <a:cubicBezTo>
                  <a:pt x="293256" y="193248"/>
                  <a:pt x="271398" y="192307"/>
                  <a:pt x="250200" y="191461"/>
                </a:cubicBezTo>
                <a:cubicBezTo>
                  <a:pt x="241815" y="191178"/>
                  <a:pt x="233525" y="190896"/>
                  <a:pt x="225517" y="190896"/>
                </a:cubicBezTo>
                <a:cubicBezTo>
                  <a:pt x="223067" y="190896"/>
                  <a:pt x="220052" y="190614"/>
                  <a:pt x="216755" y="190426"/>
                </a:cubicBezTo>
                <a:cubicBezTo>
                  <a:pt x="198477" y="189015"/>
                  <a:pt x="170873" y="187134"/>
                  <a:pt x="156929" y="206040"/>
                </a:cubicBezTo>
                <a:cubicBezTo>
                  <a:pt x="150052" y="215258"/>
                  <a:pt x="147697" y="226075"/>
                  <a:pt x="150335" y="236516"/>
                </a:cubicBezTo>
                <a:cubicBezTo>
                  <a:pt x="154857" y="254387"/>
                  <a:pt x="172851" y="266145"/>
                  <a:pt x="187078" y="272823"/>
                </a:cubicBezTo>
                <a:cubicBezTo>
                  <a:pt x="228437" y="292200"/>
                  <a:pt x="260752" y="301888"/>
                  <a:pt x="300887" y="305839"/>
                </a:cubicBezTo>
                <a:lnTo>
                  <a:pt x="291277" y="334057"/>
                </a:lnTo>
                <a:lnTo>
                  <a:pt x="74870" y="334057"/>
                </a:lnTo>
                <a:close/>
                <a:moveTo>
                  <a:pt x="41731" y="0"/>
                </a:moveTo>
                <a:lnTo>
                  <a:pt x="459894" y="0"/>
                </a:lnTo>
                <a:cubicBezTo>
                  <a:pt x="482974" y="0"/>
                  <a:pt x="501720" y="18624"/>
                  <a:pt x="501720" y="41669"/>
                </a:cubicBezTo>
                <a:lnTo>
                  <a:pt x="501720" y="374737"/>
                </a:lnTo>
                <a:cubicBezTo>
                  <a:pt x="501720" y="376618"/>
                  <a:pt x="501343" y="378311"/>
                  <a:pt x="501155" y="380193"/>
                </a:cubicBezTo>
                <a:lnTo>
                  <a:pt x="457539" y="336643"/>
                </a:lnTo>
                <a:lnTo>
                  <a:pt x="457539" y="66971"/>
                </a:lnTo>
                <a:cubicBezTo>
                  <a:pt x="457539" y="58506"/>
                  <a:pt x="450663" y="51639"/>
                  <a:pt x="442184" y="51639"/>
                </a:cubicBezTo>
                <a:lnTo>
                  <a:pt x="59536" y="51639"/>
                </a:lnTo>
                <a:cubicBezTo>
                  <a:pt x="51057" y="51639"/>
                  <a:pt x="44181" y="58506"/>
                  <a:pt x="44181" y="66971"/>
                </a:cubicBezTo>
                <a:lnTo>
                  <a:pt x="44181" y="349341"/>
                </a:lnTo>
                <a:cubicBezTo>
                  <a:pt x="44181" y="357806"/>
                  <a:pt x="51057" y="364673"/>
                  <a:pt x="59536" y="364673"/>
                </a:cubicBezTo>
                <a:lnTo>
                  <a:pt x="287128" y="364673"/>
                </a:lnTo>
                <a:cubicBezTo>
                  <a:pt x="288729" y="372198"/>
                  <a:pt x="292497" y="379158"/>
                  <a:pt x="298055" y="384708"/>
                </a:cubicBezTo>
                <a:lnTo>
                  <a:pt x="329801" y="416406"/>
                </a:lnTo>
                <a:lnTo>
                  <a:pt x="41731" y="416406"/>
                </a:lnTo>
                <a:cubicBezTo>
                  <a:pt x="18746" y="416406"/>
                  <a:pt x="0" y="397688"/>
                  <a:pt x="0" y="374737"/>
                </a:cubicBezTo>
                <a:lnTo>
                  <a:pt x="0" y="41669"/>
                </a:lnTo>
                <a:cubicBezTo>
                  <a:pt x="0" y="18624"/>
                  <a:pt x="18746" y="0"/>
                  <a:pt x="4173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cs typeface="+mn-ea"/>
              <a:sym typeface="+mn-lt"/>
            </a:endParaRPr>
          </a:p>
        </p:txBody>
      </p:sp>
      <p:sp>
        <p:nvSpPr>
          <p:cNvPr id="20" name="任意多边形 47">
            <a:extLst>
              <a:ext uri="{FF2B5EF4-FFF2-40B4-BE49-F238E27FC236}">
                <a16:creationId xmlns:a16="http://schemas.microsoft.com/office/drawing/2014/main" id="{AC810903-2860-EC4F-DA5F-7162DA69829F}"/>
              </a:ext>
            </a:extLst>
          </p:cNvPr>
          <p:cNvSpPr/>
          <p:nvPr/>
        </p:nvSpPr>
        <p:spPr>
          <a:xfrm rot="18900000" flipV="1">
            <a:off x="99493" y="160716"/>
            <a:ext cx="1257992" cy="771874"/>
          </a:xfrm>
          <a:custGeom>
            <a:avLst/>
            <a:gdLst>
              <a:gd name="connsiteX0" fmla="*/ 0 w 1667713"/>
              <a:gd name="connsiteY0" fmla="*/ 456881 h 1023269"/>
              <a:gd name="connsiteX1" fmla="*/ 412332 w 1667713"/>
              <a:gd name="connsiteY1" fmla="*/ 44549 h 1023269"/>
              <a:gd name="connsiteX2" fmla="*/ 412333 w 1667713"/>
              <a:gd name="connsiteY2" fmla="*/ 44549 h 1023269"/>
              <a:gd name="connsiteX3" fmla="*/ 456882 w 1667713"/>
              <a:gd name="connsiteY3" fmla="*/ 0 h 1023269"/>
              <a:gd name="connsiteX4" fmla="*/ 1514743 w 1667713"/>
              <a:gd name="connsiteY4" fmla="*/ 0 h 1023269"/>
              <a:gd name="connsiteX5" fmla="*/ 1667713 w 1667713"/>
              <a:gd name="connsiteY5" fmla="*/ 152970 h 1023269"/>
              <a:gd name="connsiteX6" fmla="*/ 1667713 w 1667713"/>
              <a:gd name="connsiteY6" fmla="*/ 704806 h 1023269"/>
              <a:gd name="connsiteX7" fmla="*/ 1349251 w 1667713"/>
              <a:gd name="connsiteY7" fmla="*/ 1023269 h 1023269"/>
              <a:gd name="connsiteX8" fmla="*/ 1349251 w 1667713"/>
              <a:gd name="connsiteY8" fmla="*/ 318462 h 1023269"/>
              <a:gd name="connsiteX9" fmla="*/ 138420 w 1667713"/>
              <a:gd name="connsiteY9" fmla="*/ 318462 h 1023269"/>
              <a:gd name="connsiteX10" fmla="*/ 1 w 1667713"/>
              <a:gd name="connsiteY10" fmla="*/ 456881 h 10232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7713" h="1023269">
                <a:moveTo>
                  <a:pt x="0" y="456881"/>
                </a:moveTo>
                <a:lnTo>
                  <a:pt x="412332" y="44549"/>
                </a:lnTo>
                <a:lnTo>
                  <a:pt x="412333" y="44549"/>
                </a:lnTo>
                <a:lnTo>
                  <a:pt x="456882" y="0"/>
                </a:lnTo>
                <a:lnTo>
                  <a:pt x="1514743" y="0"/>
                </a:lnTo>
                <a:cubicBezTo>
                  <a:pt x="1599226" y="1"/>
                  <a:pt x="1667713" y="68487"/>
                  <a:pt x="1667713" y="152970"/>
                </a:cubicBezTo>
                <a:lnTo>
                  <a:pt x="1667713" y="704806"/>
                </a:lnTo>
                <a:lnTo>
                  <a:pt x="1349251" y="1023269"/>
                </a:lnTo>
                <a:lnTo>
                  <a:pt x="1349251" y="318462"/>
                </a:lnTo>
                <a:lnTo>
                  <a:pt x="138420" y="318462"/>
                </a:lnTo>
                <a:lnTo>
                  <a:pt x="1" y="456881"/>
                </a:lnTo>
                <a:close/>
              </a:path>
            </a:pathLst>
          </a:cu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1" name="任意多边形 48">
            <a:extLst>
              <a:ext uri="{FF2B5EF4-FFF2-40B4-BE49-F238E27FC236}">
                <a16:creationId xmlns:a16="http://schemas.microsoft.com/office/drawing/2014/main" id="{9E0B311F-DB40-5F80-C8A6-039D25770855}"/>
              </a:ext>
            </a:extLst>
          </p:cNvPr>
          <p:cNvSpPr/>
          <p:nvPr/>
        </p:nvSpPr>
        <p:spPr>
          <a:xfrm rot="18900000" flipV="1">
            <a:off x="-102618" y="95709"/>
            <a:ext cx="926781" cy="721545"/>
          </a:xfrm>
          <a:custGeom>
            <a:avLst/>
            <a:gdLst>
              <a:gd name="connsiteX0" fmla="*/ 303771 w 1228628"/>
              <a:gd name="connsiteY0" fmla="*/ 32819 h 956548"/>
              <a:gd name="connsiteX1" fmla="*/ 303771 w 1228628"/>
              <a:gd name="connsiteY1" fmla="*/ 32820 h 956548"/>
              <a:gd name="connsiteX2" fmla="*/ 336591 w 1228628"/>
              <a:gd name="connsiteY2" fmla="*/ 0 h 956548"/>
              <a:gd name="connsiteX3" fmla="*/ 1115933 w 1228628"/>
              <a:gd name="connsiteY3" fmla="*/ 0 h 956548"/>
              <a:gd name="connsiteX4" fmla="*/ 1228628 w 1228628"/>
              <a:gd name="connsiteY4" fmla="*/ 112695 h 956548"/>
              <a:gd name="connsiteX5" fmla="*/ 1228628 w 1228628"/>
              <a:gd name="connsiteY5" fmla="*/ 721932 h 956548"/>
              <a:gd name="connsiteX6" fmla="*/ 994013 w 1228628"/>
              <a:gd name="connsiteY6" fmla="*/ 956548 h 956548"/>
              <a:gd name="connsiteX7" fmla="*/ 994013 w 1228628"/>
              <a:gd name="connsiteY7" fmla="*/ 234616 h 956548"/>
              <a:gd name="connsiteX8" fmla="*/ 101975 w 1228628"/>
              <a:gd name="connsiteY8" fmla="*/ 234616 h 956548"/>
              <a:gd name="connsiteX9" fmla="*/ 0 w 1228628"/>
              <a:gd name="connsiteY9" fmla="*/ 336591 h 9565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8628" h="956548">
                <a:moveTo>
                  <a:pt x="303771" y="32819"/>
                </a:moveTo>
                <a:lnTo>
                  <a:pt x="303771" y="32820"/>
                </a:lnTo>
                <a:lnTo>
                  <a:pt x="336591" y="0"/>
                </a:lnTo>
                <a:lnTo>
                  <a:pt x="1115933" y="0"/>
                </a:lnTo>
                <a:cubicBezTo>
                  <a:pt x="1178173" y="0"/>
                  <a:pt x="1228628" y="50456"/>
                  <a:pt x="1228628" y="112695"/>
                </a:cubicBezTo>
                <a:lnTo>
                  <a:pt x="1228628" y="721932"/>
                </a:lnTo>
                <a:lnTo>
                  <a:pt x="994013" y="956548"/>
                </a:lnTo>
                <a:lnTo>
                  <a:pt x="994013" y="234616"/>
                </a:lnTo>
                <a:lnTo>
                  <a:pt x="101975" y="234616"/>
                </a:lnTo>
                <a:lnTo>
                  <a:pt x="0" y="336591"/>
                </a:lnTo>
                <a:close/>
              </a:path>
            </a:pathLst>
          </a:custGeom>
          <a:solidFill>
            <a:schemeClr val="accent2">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pic>
        <p:nvPicPr>
          <p:cNvPr id="4" name="图片 3" descr="图示&#10;&#10;AI 生成的内容可能不正确。">
            <a:extLst>
              <a:ext uri="{FF2B5EF4-FFF2-40B4-BE49-F238E27FC236}">
                <a16:creationId xmlns:a16="http://schemas.microsoft.com/office/drawing/2014/main" id="{99D9E282-1E45-3289-BBB3-BB49EA29B436}"/>
              </a:ext>
            </a:extLst>
          </p:cNvPr>
          <p:cNvPicPr>
            <a:picLocks noChangeAspect="1"/>
          </p:cNvPicPr>
          <p:nvPr/>
        </p:nvPicPr>
        <p:blipFill>
          <a:blip r:embed="rId3">
            <a:extLst>
              <a:ext uri="{28A0092B-C50C-407E-A947-70E740481C1C}">
                <a14:useLocalDpi xmlns:a14="http://schemas.microsoft.com/office/drawing/2010/main" val="0"/>
              </a:ext>
            </a:extLst>
          </a:blip>
          <a:srcRect l="7510" t="10752" r="6685" b="8087"/>
          <a:stretch/>
        </p:blipFill>
        <p:spPr>
          <a:xfrm>
            <a:off x="1251245" y="564939"/>
            <a:ext cx="10093030" cy="5728122"/>
          </a:xfrm>
          <a:prstGeom prst="rect">
            <a:avLst/>
          </a:prstGeom>
        </p:spPr>
      </p:pic>
    </p:spTree>
    <p:extLst>
      <p:ext uri="{BB962C8B-B14F-4D97-AF65-F5344CB8AC3E}">
        <p14:creationId xmlns:p14="http://schemas.microsoft.com/office/powerpoint/2010/main" val="171511000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1E42E3-8876-05FB-8D33-D2F61A95F458}"/>
            </a:ext>
          </a:extLst>
        </p:cNvPr>
        <p:cNvGrpSpPr/>
        <p:nvPr/>
      </p:nvGrpSpPr>
      <p:grpSpPr>
        <a:xfrm>
          <a:off x="0" y="0"/>
          <a:ext cx="0" cy="0"/>
          <a:chOff x="0" y="0"/>
          <a:chExt cx="0" cy="0"/>
        </a:xfrm>
      </p:grpSpPr>
      <p:sp>
        <p:nvSpPr>
          <p:cNvPr id="47" name="椭圆 13">
            <a:extLst>
              <a:ext uri="{FF2B5EF4-FFF2-40B4-BE49-F238E27FC236}">
                <a16:creationId xmlns:a16="http://schemas.microsoft.com/office/drawing/2014/main" id="{A729CBF4-7762-BD87-03A8-466C69650D88}"/>
              </a:ext>
            </a:extLst>
          </p:cNvPr>
          <p:cNvSpPr/>
          <p:nvPr/>
        </p:nvSpPr>
        <p:spPr>
          <a:xfrm>
            <a:off x="5229135" y="2326081"/>
            <a:ext cx="755387" cy="708526"/>
          </a:xfrm>
          <a:custGeom>
            <a:avLst/>
            <a:gdLst>
              <a:gd name="connsiteX0" fmla="*/ 258582 w 606298"/>
              <a:gd name="connsiteY0" fmla="*/ 455598 h 568686"/>
              <a:gd name="connsiteX1" fmla="*/ 303149 w 606298"/>
              <a:gd name="connsiteY1" fmla="*/ 490637 h 568686"/>
              <a:gd name="connsiteX2" fmla="*/ 347716 w 606298"/>
              <a:gd name="connsiteY2" fmla="*/ 455598 h 568686"/>
              <a:gd name="connsiteX3" fmla="*/ 311784 w 606298"/>
              <a:gd name="connsiteY3" fmla="*/ 456896 h 568686"/>
              <a:gd name="connsiteX4" fmla="*/ 294607 w 606298"/>
              <a:gd name="connsiteY4" fmla="*/ 456896 h 568686"/>
              <a:gd name="connsiteX5" fmla="*/ 258582 w 606298"/>
              <a:gd name="connsiteY5" fmla="*/ 455598 h 568686"/>
              <a:gd name="connsiteX6" fmla="*/ 482810 w 606298"/>
              <a:gd name="connsiteY6" fmla="*/ 426955 h 568686"/>
              <a:gd name="connsiteX7" fmla="*/ 402311 w 606298"/>
              <a:gd name="connsiteY7" fmla="*/ 449202 h 568686"/>
              <a:gd name="connsiteX8" fmla="*/ 391633 w 606298"/>
              <a:gd name="connsiteY8" fmla="*/ 460233 h 568686"/>
              <a:gd name="connsiteX9" fmla="*/ 333696 w 606298"/>
              <a:gd name="connsiteY9" fmla="*/ 510752 h 568686"/>
              <a:gd name="connsiteX10" fmla="*/ 407603 w 606298"/>
              <a:gd name="connsiteY10" fmla="*/ 533647 h 568686"/>
              <a:gd name="connsiteX11" fmla="*/ 445578 w 606298"/>
              <a:gd name="connsiteY11" fmla="*/ 523358 h 568686"/>
              <a:gd name="connsiteX12" fmla="*/ 482810 w 606298"/>
              <a:gd name="connsiteY12" fmla="*/ 426955 h 568686"/>
              <a:gd name="connsiteX13" fmla="*/ 123488 w 606298"/>
              <a:gd name="connsiteY13" fmla="*/ 426955 h 568686"/>
              <a:gd name="connsiteX14" fmla="*/ 160720 w 606298"/>
              <a:gd name="connsiteY14" fmla="*/ 523358 h 568686"/>
              <a:gd name="connsiteX15" fmla="*/ 198788 w 606298"/>
              <a:gd name="connsiteY15" fmla="*/ 533647 h 568686"/>
              <a:gd name="connsiteX16" fmla="*/ 272602 w 606298"/>
              <a:gd name="connsiteY16" fmla="*/ 510752 h 568686"/>
              <a:gd name="connsiteX17" fmla="*/ 214665 w 606298"/>
              <a:gd name="connsiteY17" fmla="*/ 460233 h 568686"/>
              <a:gd name="connsiteX18" fmla="*/ 204080 w 606298"/>
              <a:gd name="connsiteY18" fmla="*/ 449202 h 568686"/>
              <a:gd name="connsiteX19" fmla="*/ 123488 w 606298"/>
              <a:gd name="connsiteY19" fmla="*/ 426955 h 568686"/>
              <a:gd name="connsiteX20" fmla="*/ 469069 w 606298"/>
              <a:gd name="connsiteY20" fmla="*/ 346681 h 568686"/>
              <a:gd name="connsiteX21" fmla="*/ 450777 w 606298"/>
              <a:gd name="connsiteY21" fmla="*/ 374953 h 568686"/>
              <a:gd name="connsiteX22" fmla="*/ 449292 w 606298"/>
              <a:gd name="connsiteY22" fmla="*/ 377178 h 568686"/>
              <a:gd name="connsiteX23" fmla="*/ 425523 w 606298"/>
              <a:gd name="connsiteY23" fmla="*/ 409250 h 568686"/>
              <a:gd name="connsiteX24" fmla="*/ 479189 w 606298"/>
              <a:gd name="connsiteY24" fmla="*/ 391360 h 568686"/>
              <a:gd name="connsiteX25" fmla="*/ 469069 w 606298"/>
              <a:gd name="connsiteY25" fmla="*/ 346681 h 568686"/>
              <a:gd name="connsiteX26" fmla="*/ 137229 w 606298"/>
              <a:gd name="connsiteY26" fmla="*/ 346681 h 568686"/>
              <a:gd name="connsiteX27" fmla="*/ 127109 w 606298"/>
              <a:gd name="connsiteY27" fmla="*/ 391360 h 568686"/>
              <a:gd name="connsiteX28" fmla="*/ 180868 w 606298"/>
              <a:gd name="connsiteY28" fmla="*/ 409250 h 568686"/>
              <a:gd name="connsiteX29" fmla="*/ 157006 w 606298"/>
              <a:gd name="connsiteY29" fmla="*/ 377178 h 568686"/>
              <a:gd name="connsiteX30" fmla="*/ 155521 w 606298"/>
              <a:gd name="connsiteY30" fmla="*/ 375046 h 568686"/>
              <a:gd name="connsiteX31" fmla="*/ 137229 w 606298"/>
              <a:gd name="connsiteY31" fmla="*/ 346681 h 568686"/>
              <a:gd name="connsiteX32" fmla="*/ 303114 w 606298"/>
              <a:gd name="connsiteY32" fmla="*/ 237523 h 568686"/>
              <a:gd name="connsiteX33" fmla="*/ 350005 w 606298"/>
              <a:gd name="connsiteY33" fmla="*/ 284343 h 568686"/>
              <a:gd name="connsiteX34" fmla="*/ 303114 w 606298"/>
              <a:gd name="connsiteY34" fmla="*/ 331163 h 568686"/>
              <a:gd name="connsiteX35" fmla="*/ 256223 w 606298"/>
              <a:gd name="connsiteY35" fmla="*/ 284343 h 568686"/>
              <a:gd name="connsiteX36" fmla="*/ 303114 w 606298"/>
              <a:gd name="connsiteY36" fmla="*/ 237523 h 568686"/>
              <a:gd name="connsiteX37" fmla="*/ 517257 w 606298"/>
              <a:gd name="connsiteY37" fmla="*/ 210604 h 568686"/>
              <a:gd name="connsiteX38" fmla="*/ 516792 w 606298"/>
              <a:gd name="connsiteY38" fmla="*/ 213292 h 568686"/>
              <a:gd name="connsiteX39" fmla="*/ 490888 w 606298"/>
              <a:gd name="connsiteY39" fmla="*/ 303392 h 568686"/>
              <a:gd name="connsiteX40" fmla="*/ 511500 w 606298"/>
              <a:gd name="connsiteY40" fmla="*/ 374953 h 568686"/>
              <a:gd name="connsiteX41" fmla="*/ 572130 w 606298"/>
              <a:gd name="connsiteY41" fmla="*/ 290971 h 568686"/>
              <a:gd name="connsiteX42" fmla="*/ 517257 w 606298"/>
              <a:gd name="connsiteY42" fmla="*/ 210604 h 568686"/>
              <a:gd name="connsiteX43" fmla="*/ 89041 w 606298"/>
              <a:gd name="connsiteY43" fmla="*/ 210604 h 568686"/>
              <a:gd name="connsiteX44" fmla="*/ 34168 w 606298"/>
              <a:gd name="connsiteY44" fmla="*/ 290971 h 568686"/>
              <a:gd name="connsiteX45" fmla="*/ 94798 w 606298"/>
              <a:gd name="connsiteY45" fmla="*/ 374953 h 568686"/>
              <a:gd name="connsiteX46" fmla="*/ 115410 w 606298"/>
              <a:gd name="connsiteY46" fmla="*/ 303392 h 568686"/>
              <a:gd name="connsiteX47" fmla="*/ 89506 w 606298"/>
              <a:gd name="connsiteY47" fmla="*/ 213292 h 568686"/>
              <a:gd name="connsiteX48" fmla="*/ 419952 w 606298"/>
              <a:gd name="connsiteY48" fmla="*/ 171487 h 568686"/>
              <a:gd name="connsiteX49" fmla="*/ 438893 w 606298"/>
              <a:gd name="connsiteY49" fmla="*/ 199666 h 568686"/>
              <a:gd name="connsiteX50" fmla="*/ 470833 w 606298"/>
              <a:gd name="connsiteY50" fmla="*/ 256952 h 568686"/>
              <a:gd name="connsiteX51" fmla="*/ 484017 w 606298"/>
              <a:gd name="connsiteY51" fmla="*/ 200407 h 568686"/>
              <a:gd name="connsiteX52" fmla="*/ 484946 w 606298"/>
              <a:gd name="connsiteY52" fmla="*/ 193085 h 568686"/>
              <a:gd name="connsiteX53" fmla="*/ 419952 w 606298"/>
              <a:gd name="connsiteY53" fmla="*/ 171487 h 568686"/>
              <a:gd name="connsiteX54" fmla="*/ 186346 w 606298"/>
              <a:gd name="connsiteY54" fmla="*/ 171487 h 568686"/>
              <a:gd name="connsiteX55" fmla="*/ 121352 w 606298"/>
              <a:gd name="connsiteY55" fmla="*/ 193085 h 568686"/>
              <a:gd name="connsiteX56" fmla="*/ 122281 w 606298"/>
              <a:gd name="connsiteY56" fmla="*/ 200407 h 568686"/>
              <a:gd name="connsiteX57" fmla="*/ 135465 w 606298"/>
              <a:gd name="connsiteY57" fmla="*/ 256952 h 568686"/>
              <a:gd name="connsiteX58" fmla="*/ 167405 w 606298"/>
              <a:gd name="connsiteY58" fmla="*/ 199666 h 568686"/>
              <a:gd name="connsiteX59" fmla="*/ 186346 w 606298"/>
              <a:gd name="connsiteY59" fmla="*/ 171487 h 568686"/>
              <a:gd name="connsiteX60" fmla="*/ 303149 w 606298"/>
              <a:gd name="connsiteY60" fmla="*/ 159459 h 568686"/>
              <a:gd name="connsiteX61" fmla="*/ 236113 w 606298"/>
              <a:gd name="connsiteY61" fmla="*/ 162866 h 568686"/>
              <a:gd name="connsiteX62" fmla="*/ 196559 w 606298"/>
              <a:gd name="connsiteY62" fmla="*/ 218020 h 568686"/>
              <a:gd name="connsiteX63" fmla="*/ 153385 w 606298"/>
              <a:gd name="connsiteY63" fmla="*/ 301260 h 568686"/>
              <a:gd name="connsiteX64" fmla="*/ 184118 w 606298"/>
              <a:gd name="connsiteY64" fmla="*/ 356321 h 568686"/>
              <a:gd name="connsiteX65" fmla="*/ 222835 w 606298"/>
              <a:gd name="connsiteY65" fmla="*/ 406284 h 568686"/>
              <a:gd name="connsiteX66" fmla="*/ 227385 w 606298"/>
              <a:gd name="connsiteY66" fmla="*/ 411104 h 568686"/>
              <a:gd name="connsiteX67" fmla="*/ 234813 w 606298"/>
              <a:gd name="connsiteY67" fmla="*/ 419169 h 568686"/>
              <a:gd name="connsiteX68" fmla="*/ 294607 w 606298"/>
              <a:gd name="connsiteY68" fmla="*/ 422691 h 568686"/>
              <a:gd name="connsiteX69" fmla="*/ 311784 w 606298"/>
              <a:gd name="connsiteY69" fmla="*/ 422691 h 568686"/>
              <a:gd name="connsiteX70" fmla="*/ 371485 w 606298"/>
              <a:gd name="connsiteY70" fmla="*/ 419169 h 568686"/>
              <a:gd name="connsiteX71" fmla="*/ 378913 w 606298"/>
              <a:gd name="connsiteY71" fmla="*/ 411104 h 568686"/>
              <a:gd name="connsiteX72" fmla="*/ 383463 w 606298"/>
              <a:gd name="connsiteY72" fmla="*/ 406284 h 568686"/>
              <a:gd name="connsiteX73" fmla="*/ 422273 w 606298"/>
              <a:gd name="connsiteY73" fmla="*/ 356321 h 568686"/>
              <a:gd name="connsiteX74" fmla="*/ 452913 w 606298"/>
              <a:gd name="connsiteY74" fmla="*/ 301260 h 568686"/>
              <a:gd name="connsiteX75" fmla="*/ 409831 w 606298"/>
              <a:gd name="connsiteY75" fmla="*/ 218020 h 568686"/>
              <a:gd name="connsiteX76" fmla="*/ 370185 w 606298"/>
              <a:gd name="connsiteY76" fmla="*/ 162866 h 568686"/>
              <a:gd name="connsiteX77" fmla="*/ 303149 w 606298"/>
              <a:gd name="connsiteY77" fmla="*/ 159459 h 568686"/>
              <a:gd name="connsiteX78" fmla="*/ 303149 w 606298"/>
              <a:gd name="connsiteY78" fmla="*/ 95754 h 568686"/>
              <a:gd name="connsiteX79" fmla="*/ 269631 w 606298"/>
              <a:gd name="connsiteY79" fmla="*/ 125788 h 568686"/>
              <a:gd name="connsiteX80" fmla="*/ 336667 w 606298"/>
              <a:gd name="connsiteY80" fmla="*/ 125788 h 568686"/>
              <a:gd name="connsiteX81" fmla="*/ 303149 w 606298"/>
              <a:gd name="connsiteY81" fmla="*/ 95754 h 568686"/>
              <a:gd name="connsiteX82" fmla="*/ 413453 w 606298"/>
              <a:gd name="connsiteY82" fmla="*/ 34112 h 568686"/>
              <a:gd name="connsiteX83" fmla="*/ 326454 w 606298"/>
              <a:gd name="connsiteY83" fmla="*/ 70078 h 568686"/>
              <a:gd name="connsiteX84" fmla="*/ 388012 w 606298"/>
              <a:gd name="connsiteY84" fmla="*/ 130608 h 568686"/>
              <a:gd name="connsiteX85" fmla="*/ 490424 w 606298"/>
              <a:gd name="connsiteY85" fmla="*/ 158138 h 568686"/>
              <a:gd name="connsiteX86" fmla="*/ 490424 w 606298"/>
              <a:gd name="connsiteY86" fmla="*/ 156933 h 568686"/>
              <a:gd name="connsiteX87" fmla="*/ 453841 w 606298"/>
              <a:gd name="connsiteY87" fmla="*/ 45143 h 568686"/>
              <a:gd name="connsiteX88" fmla="*/ 413453 w 606298"/>
              <a:gd name="connsiteY88" fmla="*/ 34112 h 568686"/>
              <a:gd name="connsiteX89" fmla="*/ 192845 w 606298"/>
              <a:gd name="connsiteY89" fmla="*/ 34112 h 568686"/>
              <a:gd name="connsiteX90" fmla="*/ 152549 w 606298"/>
              <a:gd name="connsiteY90" fmla="*/ 45143 h 568686"/>
              <a:gd name="connsiteX91" fmla="*/ 115874 w 606298"/>
              <a:gd name="connsiteY91" fmla="*/ 156933 h 568686"/>
              <a:gd name="connsiteX92" fmla="*/ 115967 w 606298"/>
              <a:gd name="connsiteY92" fmla="*/ 158138 h 568686"/>
              <a:gd name="connsiteX93" fmla="*/ 218286 w 606298"/>
              <a:gd name="connsiteY93" fmla="*/ 130608 h 568686"/>
              <a:gd name="connsiteX94" fmla="*/ 279937 w 606298"/>
              <a:gd name="connsiteY94" fmla="*/ 70078 h 568686"/>
              <a:gd name="connsiteX95" fmla="*/ 192845 w 606298"/>
              <a:gd name="connsiteY95" fmla="*/ 34112 h 568686"/>
              <a:gd name="connsiteX96" fmla="*/ 192845 w 606298"/>
              <a:gd name="connsiteY96" fmla="*/ 0 h 568686"/>
              <a:gd name="connsiteX97" fmla="*/ 303149 w 606298"/>
              <a:gd name="connsiteY97" fmla="*/ 44494 h 568686"/>
              <a:gd name="connsiteX98" fmla="*/ 413453 w 606298"/>
              <a:gd name="connsiteY98" fmla="*/ 0 h 568686"/>
              <a:gd name="connsiteX99" fmla="*/ 472411 w 606298"/>
              <a:gd name="connsiteY99" fmla="*/ 16500 h 568686"/>
              <a:gd name="connsiteX100" fmla="*/ 515214 w 606298"/>
              <a:gd name="connsiteY100" fmla="*/ 78050 h 568686"/>
              <a:gd name="connsiteX101" fmla="*/ 524127 w 606298"/>
              <a:gd name="connsiteY101" fmla="*/ 167964 h 568686"/>
              <a:gd name="connsiteX102" fmla="*/ 524127 w 606298"/>
              <a:gd name="connsiteY102" fmla="*/ 174824 h 568686"/>
              <a:gd name="connsiteX103" fmla="*/ 606298 w 606298"/>
              <a:gd name="connsiteY103" fmla="*/ 290971 h 568686"/>
              <a:gd name="connsiteX104" fmla="*/ 516607 w 606298"/>
              <a:gd name="connsiteY104" fmla="*/ 411382 h 568686"/>
              <a:gd name="connsiteX105" fmla="*/ 516792 w 606298"/>
              <a:gd name="connsiteY105" fmla="*/ 413792 h 568686"/>
              <a:gd name="connsiteX106" fmla="*/ 464519 w 606298"/>
              <a:gd name="connsiteY106" fmla="*/ 553299 h 568686"/>
              <a:gd name="connsiteX107" fmla="*/ 408903 w 606298"/>
              <a:gd name="connsiteY107" fmla="*/ 568686 h 568686"/>
              <a:gd name="connsiteX108" fmla="*/ 303149 w 606298"/>
              <a:gd name="connsiteY108" fmla="*/ 532628 h 568686"/>
              <a:gd name="connsiteX109" fmla="*/ 197395 w 606298"/>
              <a:gd name="connsiteY109" fmla="*/ 568686 h 568686"/>
              <a:gd name="connsiteX110" fmla="*/ 141779 w 606298"/>
              <a:gd name="connsiteY110" fmla="*/ 553299 h 568686"/>
              <a:gd name="connsiteX111" fmla="*/ 89506 w 606298"/>
              <a:gd name="connsiteY111" fmla="*/ 413700 h 568686"/>
              <a:gd name="connsiteX112" fmla="*/ 89784 w 606298"/>
              <a:gd name="connsiteY112" fmla="*/ 411382 h 568686"/>
              <a:gd name="connsiteX113" fmla="*/ 0 w 606298"/>
              <a:gd name="connsiteY113" fmla="*/ 290971 h 568686"/>
              <a:gd name="connsiteX114" fmla="*/ 82171 w 606298"/>
              <a:gd name="connsiteY114" fmla="*/ 174824 h 568686"/>
              <a:gd name="connsiteX115" fmla="*/ 82171 w 606298"/>
              <a:gd name="connsiteY115" fmla="*/ 167964 h 568686"/>
              <a:gd name="connsiteX116" fmla="*/ 91084 w 606298"/>
              <a:gd name="connsiteY116" fmla="*/ 78050 h 568686"/>
              <a:gd name="connsiteX117" fmla="*/ 133887 w 606298"/>
              <a:gd name="connsiteY117" fmla="*/ 16500 h 568686"/>
              <a:gd name="connsiteX118" fmla="*/ 192845 w 606298"/>
              <a:gd name="connsiteY118" fmla="*/ 0 h 5686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606298" h="568686">
                <a:moveTo>
                  <a:pt x="258582" y="455598"/>
                </a:moveTo>
                <a:cubicBezTo>
                  <a:pt x="273159" y="469039"/>
                  <a:pt x="288200" y="480811"/>
                  <a:pt x="303149" y="490637"/>
                </a:cubicBezTo>
                <a:cubicBezTo>
                  <a:pt x="318190" y="480811"/>
                  <a:pt x="333139" y="469039"/>
                  <a:pt x="347716" y="455598"/>
                </a:cubicBezTo>
                <a:cubicBezTo>
                  <a:pt x="335274" y="456432"/>
                  <a:pt x="323483" y="456896"/>
                  <a:pt x="311784" y="456896"/>
                </a:cubicBezTo>
                <a:lnTo>
                  <a:pt x="294607" y="456896"/>
                </a:lnTo>
                <a:cubicBezTo>
                  <a:pt x="282908" y="456896"/>
                  <a:pt x="271024" y="456432"/>
                  <a:pt x="258582" y="455598"/>
                </a:cubicBezTo>
                <a:close/>
                <a:moveTo>
                  <a:pt x="482810" y="426955"/>
                </a:moveTo>
                <a:cubicBezTo>
                  <a:pt x="458020" y="436688"/>
                  <a:pt x="431001" y="444104"/>
                  <a:pt x="402311" y="449202"/>
                </a:cubicBezTo>
                <a:lnTo>
                  <a:pt x="391633" y="460233"/>
                </a:lnTo>
                <a:cubicBezTo>
                  <a:pt x="373249" y="479421"/>
                  <a:pt x="353751" y="496384"/>
                  <a:pt x="333696" y="510752"/>
                </a:cubicBezTo>
                <a:cubicBezTo>
                  <a:pt x="360436" y="525768"/>
                  <a:pt x="385877" y="533647"/>
                  <a:pt x="407603" y="533647"/>
                </a:cubicBezTo>
                <a:cubicBezTo>
                  <a:pt x="421995" y="533647"/>
                  <a:pt x="434808" y="530218"/>
                  <a:pt x="445578" y="523358"/>
                </a:cubicBezTo>
                <a:cubicBezTo>
                  <a:pt x="470833" y="507507"/>
                  <a:pt x="484017" y="473303"/>
                  <a:pt x="482810" y="426955"/>
                </a:cubicBezTo>
                <a:close/>
                <a:moveTo>
                  <a:pt x="123488" y="426955"/>
                </a:moveTo>
                <a:cubicBezTo>
                  <a:pt x="122281" y="473303"/>
                  <a:pt x="135465" y="507507"/>
                  <a:pt x="160720" y="523358"/>
                </a:cubicBezTo>
                <a:cubicBezTo>
                  <a:pt x="171490" y="530218"/>
                  <a:pt x="184303" y="533647"/>
                  <a:pt x="198788" y="533647"/>
                </a:cubicBezTo>
                <a:cubicBezTo>
                  <a:pt x="220421" y="533647"/>
                  <a:pt x="245862" y="525768"/>
                  <a:pt x="272602" y="510752"/>
                </a:cubicBezTo>
                <a:cubicBezTo>
                  <a:pt x="252547" y="496384"/>
                  <a:pt x="233142" y="479421"/>
                  <a:pt x="214665" y="460233"/>
                </a:cubicBezTo>
                <a:lnTo>
                  <a:pt x="204080" y="449202"/>
                </a:lnTo>
                <a:cubicBezTo>
                  <a:pt x="175297" y="444104"/>
                  <a:pt x="148278" y="436688"/>
                  <a:pt x="123488" y="426955"/>
                </a:cubicBezTo>
                <a:close/>
                <a:moveTo>
                  <a:pt x="469069" y="346681"/>
                </a:moveTo>
                <a:cubicBezTo>
                  <a:pt x="463591" y="356043"/>
                  <a:pt x="457555" y="365313"/>
                  <a:pt x="450777" y="374953"/>
                </a:cubicBezTo>
                <a:lnTo>
                  <a:pt x="449292" y="377178"/>
                </a:lnTo>
                <a:cubicBezTo>
                  <a:pt x="437686" y="393770"/>
                  <a:pt x="434529" y="398405"/>
                  <a:pt x="425523" y="409250"/>
                </a:cubicBezTo>
                <a:cubicBezTo>
                  <a:pt x="444464" y="404523"/>
                  <a:pt x="462476" y="398497"/>
                  <a:pt x="479189" y="391360"/>
                </a:cubicBezTo>
                <a:cubicBezTo>
                  <a:pt x="476961" y="376992"/>
                  <a:pt x="473525" y="361976"/>
                  <a:pt x="469069" y="346681"/>
                </a:cubicBezTo>
                <a:close/>
                <a:moveTo>
                  <a:pt x="137229" y="346681"/>
                </a:moveTo>
                <a:cubicBezTo>
                  <a:pt x="132773" y="361976"/>
                  <a:pt x="129337" y="376992"/>
                  <a:pt x="127109" y="391360"/>
                </a:cubicBezTo>
                <a:cubicBezTo>
                  <a:pt x="143822" y="398497"/>
                  <a:pt x="161834" y="404523"/>
                  <a:pt x="180868" y="409250"/>
                </a:cubicBezTo>
                <a:cubicBezTo>
                  <a:pt x="171769" y="398312"/>
                  <a:pt x="168426" y="393492"/>
                  <a:pt x="157006" y="377178"/>
                </a:cubicBezTo>
                <a:lnTo>
                  <a:pt x="155521" y="375046"/>
                </a:lnTo>
                <a:cubicBezTo>
                  <a:pt x="148743" y="365313"/>
                  <a:pt x="142800" y="356043"/>
                  <a:pt x="137229" y="346681"/>
                </a:cubicBezTo>
                <a:close/>
                <a:moveTo>
                  <a:pt x="303114" y="237523"/>
                </a:moveTo>
                <a:cubicBezTo>
                  <a:pt x="329011" y="237523"/>
                  <a:pt x="350005" y="258485"/>
                  <a:pt x="350005" y="284343"/>
                </a:cubicBezTo>
                <a:cubicBezTo>
                  <a:pt x="350005" y="310201"/>
                  <a:pt x="329011" y="331163"/>
                  <a:pt x="303114" y="331163"/>
                </a:cubicBezTo>
                <a:cubicBezTo>
                  <a:pt x="277217" y="331163"/>
                  <a:pt x="256223" y="310201"/>
                  <a:pt x="256223" y="284343"/>
                </a:cubicBezTo>
                <a:cubicBezTo>
                  <a:pt x="256223" y="258485"/>
                  <a:pt x="277217" y="237523"/>
                  <a:pt x="303114" y="237523"/>
                </a:cubicBezTo>
                <a:close/>
                <a:moveTo>
                  <a:pt x="517257" y="210604"/>
                </a:moveTo>
                <a:lnTo>
                  <a:pt x="516792" y="213292"/>
                </a:lnTo>
                <a:cubicBezTo>
                  <a:pt x="511593" y="245550"/>
                  <a:pt x="503144" y="275027"/>
                  <a:pt x="490888" y="303392"/>
                </a:cubicBezTo>
                <a:cubicBezTo>
                  <a:pt x="500173" y="327771"/>
                  <a:pt x="507043" y="351872"/>
                  <a:pt x="511500" y="374953"/>
                </a:cubicBezTo>
                <a:cubicBezTo>
                  <a:pt x="550682" y="351223"/>
                  <a:pt x="572130" y="321560"/>
                  <a:pt x="572130" y="290971"/>
                </a:cubicBezTo>
                <a:cubicBezTo>
                  <a:pt x="572130" y="262143"/>
                  <a:pt x="552725" y="233778"/>
                  <a:pt x="517257" y="210604"/>
                </a:cubicBezTo>
                <a:close/>
                <a:moveTo>
                  <a:pt x="89041" y="210604"/>
                </a:moveTo>
                <a:cubicBezTo>
                  <a:pt x="53573" y="233778"/>
                  <a:pt x="34168" y="262143"/>
                  <a:pt x="34168" y="290971"/>
                </a:cubicBezTo>
                <a:cubicBezTo>
                  <a:pt x="34168" y="321560"/>
                  <a:pt x="55616" y="351223"/>
                  <a:pt x="94798" y="374953"/>
                </a:cubicBezTo>
                <a:cubicBezTo>
                  <a:pt x="99255" y="351872"/>
                  <a:pt x="106218" y="327771"/>
                  <a:pt x="115410" y="303392"/>
                </a:cubicBezTo>
                <a:cubicBezTo>
                  <a:pt x="103247" y="275027"/>
                  <a:pt x="94705" y="245550"/>
                  <a:pt x="89506" y="213292"/>
                </a:cubicBezTo>
                <a:close/>
                <a:moveTo>
                  <a:pt x="419952" y="171487"/>
                </a:moveTo>
                <a:cubicBezTo>
                  <a:pt x="426451" y="180571"/>
                  <a:pt x="432765" y="190026"/>
                  <a:pt x="438893" y="199666"/>
                </a:cubicBezTo>
                <a:cubicBezTo>
                  <a:pt x="450777" y="218576"/>
                  <a:pt x="461548" y="237856"/>
                  <a:pt x="470833" y="256952"/>
                </a:cubicBezTo>
                <a:cubicBezTo>
                  <a:pt x="477146" y="237949"/>
                  <a:pt x="481510" y="219410"/>
                  <a:pt x="484017" y="200407"/>
                </a:cubicBezTo>
                <a:lnTo>
                  <a:pt x="484946" y="193085"/>
                </a:lnTo>
                <a:cubicBezTo>
                  <a:pt x="465633" y="184278"/>
                  <a:pt x="443814" y="177048"/>
                  <a:pt x="419952" y="171487"/>
                </a:cubicBezTo>
                <a:close/>
                <a:moveTo>
                  <a:pt x="186346" y="171487"/>
                </a:moveTo>
                <a:cubicBezTo>
                  <a:pt x="162577" y="177048"/>
                  <a:pt x="140758" y="184278"/>
                  <a:pt x="121352" y="193085"/>
                </a:cubicBezTo>
                <a:lnTo>
                  <a:pt x="122281" y="200407"/>
                </a:lnTo>
                <a:cubicBezTo>
                  <a:pt x="124881" y="219410"/>
                  <a:pt x="129152" y="237949"/>
                  <a:pt x="135465" y="256952"/>
                </a:cubicBezTo>
                <a:cubicBezTo>
                  <a:pt x="144750" y="237856"/>
                  <a:pt x="155521" y="218576"/>
                  <a:pt x="167405" y="199666"/>
                </a:cubicBezTo>
                <a:cubicBezTo>
                  <a:pt x="173533" y="190026"/>
                  <a:pt x="179847" y="180571"/>
                  <a:pt x="186346" y="171487"/>
                </a:cubicBezTo>
                <a:close/>
                <a:moveTo>
                  <a:pt x="303149" y="159459"/>
                </a:moveTo>
                <a:cubicBezTo>
                  <a:pt x="279473" y="159459"/>
                  <a:pt x="255797" y="160595"/>
                  <a:pt x="236113" y="162866"/>
                </a:cubicBezTo>
                <a:cubicBezTo>
                  <a:pt x="222000" y="180200"/>
                  <a:pt x="208630" y="198739"/>
                  <a:pt x="196559" y="218020"/>
                </a:cubicBezTo>
                <a:cubicBezTo>
                  <a:pt x="179754" y="244438"/>
                  <a:pt x="165270" y="272432"/>
                  <a:pt x="153385" y="301260"/>
                </a:cubicBezTo>
                <a:cubicBezTo>
                  <a:pt x="162020" y="318965"/>
                  <a:pt x="172047" y="337040"/>
                  <a:pt x="184118" y="356321"/>
                </a:cubicBezTo>
                <a:cubicBezTo>
                  <a:pt x="199809" y="381534"/>
                  <a:pt x="207980" y="390340"/>
                  <a:pt x="222835" y="406284"/>
                </a:cubicBezTo>
                <a:cubicBezTo>
                  <a:pt x="224321" y="407767"/>
                  <a:pt x="225807" y="409436"/>
                  <a:pt x="227385" y="411104"/>
                </a:cubicBezTo>
                <a:lnTo>
                  <a:pt x="234813" y="419169"/>
                </a:lnTo>
                <a:cubicBezTo>
                  <a:pt x="254218" y="421486"/>
                  <a:pt x="274273" y="422691"/>
                  <a:pt x="294607" y="422691"/>
                </a:cubicBezTo>
                <a:lnTo>
                  <a:pt x="311784" y="422691"/>
                </a:lnTo>
                <a:cubicBezTo>
                  <a:pt x="332025" y="422691"/>
                  <a:pt x="352080" y="421486"/>
                  <a:pt x="371485" y="419169"/>
                </a:cubicBezTo>
                <a:lnTo>
                  <a:pt x="378913" y="411104"/>
                </a:lnTo>
                <a:cubicBezTo>
                  <a:pt x="380491" y="409436"/>
                  <a:pt x="382070" y="407767"/>
                  <a:pt x="383463" y="406284"/>
                </a:cubicBezTo>
                <a:cubicBezTo>
                  <a:pt x="398318" y="390340"/>
                  <a:pt x="406489" y="381534"/>
                  <a:pt x="422273" y="356321"/>
                </a:cubicBezTo>
                <a:cubicBezTo>
                  <a:pt x="434343" y="337040"/>
                  <a:pt x="444371" y="318965"/>
                  <a:pt x="452913" y="301260"/>
                </a:cubicBezTo>
                <a:cubicBezTo>
                  <a:pt x="441028" y="272432"/>
                  <a:pt x="426544" y="244438"/>
                  <a:pt x="409831" y="218020"/>
                </a:cubicBezTo>
                <a:cubicBezTo>
                  <a:pt x="397668" y="198739"/>
                  <a:pt x="384391" y="180200"/>
                  <a:pt x="370185" y="162866"/>
                </a:cubicBezTo>
                <a:cubicBezTo>
                  <a:pt x="350502" y="160595"/>
                  <a:pt x="326825" y="159459"/>
                  <a:pt x="303149" y="159459"/>
                </a:cubicBezTo>
                <a:close/>
                <a:moveTo>
                  <a:pt x="303149" y="95754"/>
                </a:moveTo>
                <a:cubicBezTo>
                  <a:pt x="291729" y="104931"/>
                  <a:pt x="280494" y="115035"/>
                  <a:pt x="269631" y="125788"/>
                </a:cubicBezTo>
                <a:cubicBezTo>
                  <a:pt x="288758" y="124861"/>
                  <a:pt x="317540" y="124861"/>
                  <a:pt x="336667" y="125788"/>
                </a:cubicBezTo>
                <a:cubicBezTo>
                  <a:pt x="325897" y="115035"/>
                  <a:pt x="314662" y="104931"/>
                  <a:pt x="303149" y="95754"/>
                </a:cubicBezTo>
                <a:close/>
                <a:moveTo>
                  <a:pt x="413453" y="34112"/>
                </a:moveTo>
                <a:cubicBezTo>
                  <a:pt x="388941" y="34112"/>
                  <a:pt x="359693" y="46162"/>
                  <a:pt x="326454" y="70078"/>
                </a:cubicBezTo>
                <a:cubicBezTo>
                  <a:pt x="347530" y="87226"/>
                  <a:pt x="368235" y="107619"/>
                  <a:pt x="388012" y="130608"/>
                </a:cubicBezTo>
                <a:cubicBezTo>
                  <a:pt x="425801" y="136077"/>
                  <a:pt x="460155" y="145346"/>
                  <a:pt x="490424" y="158138"/>
                </a:cubicBezTo>
                <a:lnTo>
                  <a:pt x="490424" y="156933"/>
                </a:lnTo>
                <a:cubicBezTo>
                  <a:pt x="493023" y="105117"/>
                  <a:pt x="478632" y="61179"/>
                  <a:pt x="453841" y="45143"/>
                </a:cubicBezTo>
                <a:cubicBezTo>
                  <a:pt x="442607" y="37820"/>
                  <a:pt x="428958" y="34112"/>
                  <a:pt x="413453" y="34112"/>
                </a:cubicBezTo>
                <a:close/>
                <a:moveTo>
                  <a:pt x="192845" y="34112"/>
                </a:moveTo>
                <a:cubicBezTo>
                  <a:pt x="177340" y="34112"/>
                  <a:pt x="163784" y="37820"/>
                  <a:pt x="152549" y="45143"/>
                </a:cubicBezTo>
                <a:cubicBezTo>
                  <a:pt x="127759" y="61179"/>
                  <a:pt x="113368" y="105117"/>
                  <a:pt x="115874" y="156933"/>
                </a:cubicBezTo>
                <a:lnTo>
                  <a:pt x="115967" y="158138"/>
                </a:lnTo>
                <a:cubicBezTo>
                  <a:pt x="146143" y="145346"/>
                  <a:pt x="180497" y="136077"/>
                  <a:pt x="218286" y="130608"/>
                </a:cubicBezTo>
                <a:cubicBezTo>
                  <a:pt x="238062" y="107619"/>
                  <a:pt x="258768" y="87226"/>
                  <a:pt x="279937" y="70078"/>
                </a:cubicBezTo>
                <a:cubicBezTo>
                  <a:pt x="246697" y="46162"/>
                  <a:pt x="217450" y="34112"/>
                  <a:pt x="192845" y="34112"/>
                </a:cubicBezTo>
                <a:close/>
                <a:moveTo>
                  <a:pt x="192845" y="0"/>
                </a:moveTo>
                <a:cubicBezTo>
                  <a:pt x="225342" y="0"/>
                  <a:pt x="262482" y="14924"/>
                  <a:pt x="303149" y="44494"/>
                </a:cubicBezTo>
                <a:cubicBezTo>
                  <a:pt x="343816" y="14924"/>
                  <a:pt x="380956" y="0"/>
                  <a:pt x="413453" y="0"/>
                </a:cubicBezTo>
                <a:cubicBezTo>
                  <a:pt x="435643" y="0"/>
                  <a:pt x="455513" y="5562"/>
                  <a:pt x="472411" y="16500"/>
                </a:cubicBezTo>
                <a:cubicBezTo>
                  <a:pt x="491445" y="28828"/>
                  <a:pt x="506208" y="50148"/>
                  <a:pt x="515214" y="78050"/>
                </a:cubicBezTo>
                <a:cubicBezTo>
                  <a:pt x="523756" y="104468"/>
                  <a:pt x="526820" y="135613"/>
                  <a:pt x="524127" y="167964"/>
                </a:cubicBezTo>
                <a:lnTo>
                  <a:pt x="524127" y="174824"/>
                </a:lnTo>
                <a:cubicBezTo>
                  <a:pt x="577144" y="205506"/>
                  <a:pt x="606298" y="246662"/>
                  <a:pt x="606298" y="290971"/>
                </a:cubicBezTo>
                <a:cubicBezTo>
                  <a:pt x="606298" y="337597"/>
                  <a:pt x="574451" y="380236"/>
                  <a:pt x="516607" y="411382"/>
                </a:cubicBezTo>
                <a:cubicBezTo>
                  <a:pt x="516700" y="412216"/>
                  <a:pt x="516792" y="412958"/>
                  <a:pt x="516792" y="413792"/>
                </a:cubicBezTo>
                <a:cubicBezTo>
                  <a:pt x="521528" y="479513"/>
                  <a:pt x="503051" y="529105"/>
                  <a:pt x="464519" y="553299"/>
                </a:cubicBezTo>
                <a:cubicBezTo>
                  <a:pt x="448363" y="563495"/>
                  <a:pt x="429701" y="568686"/>
                  <a:pt x="408903" y="568686"/>
                </a:cubicBezTo>
                <a:cubicBezTo>
                  <a:pt x="376870" y="568686"/>
                  <a:pt x="340381" y="556172"/>
                  <a:pt x="303149" y="532628"/>
                </a:cubicBezTo>
                <a:cubicBezTo>
                  <a:pt x="266010" y="556172"/>
                  <a:pt x="229428" y="568686"/>
                  <a:pt x="197395" y="568686"/>
                </a:cubicBezTo>
                <a:cubicBezTo>
                  <a:pt x="176690" y="568686"/>
                  <a:pt x="157935" y="563495"/>
                  <a:pt x="141779" y="553299"/>
                </a:cubicBezTo>
                <a:cubicBezTo>
                  <a:pt x="103340" y="529105"/>
                  <a:pt x="84770" y="479513"/>
                  <a:pt x="89506" y="413700"/>
                </a:cubicBezTo>
                <a:cubicBezTo>
                  <a:pt x="89598" y="412958"/>
                  <a:pt x="89691" y="412124"/>
                  <a:pt x="89784" y="411382"/>
                </a:cubicBezTo>
                <a:cubicBezTo>
                  <a:pt x="31847" y="380236"/>
                  <a:pt x="0" y="337597"/>
                  <a:pt x="0" y="290971"/>
                </a:cubicBezTo>
                <a:cubicBezTo>
                  <a:pt x="0" y="246662"/>
                  <a:pt x="29154" y="205506"/>
                  <a:pt x="82171" y="174824"/>
                </a:cubicBezTo>
                <a:lnTo>
                  <a:pt x="82171" y="167964"/>
                </a:lnTo>
                <a:cubicBezTo>
                  <a:pt x="79478" y="135613"/>
                  <a:pt x="82542" y="104468"/>
                  <a:pt x="91084" y="78050"/>
                </a:cubicBezTo>
                <a:cubicBezTo>
                  <a:pt x="100090" y="50148"/>
                  <a:pt x="114946" y="28828"/>
                  <a:pt x="133887" y="16500"/>
                </a:cubicBezTo>
                <a:cubicBezTo>
                  <a:pt x="150785" y="5562"/>
                  <a:pt x="170655" y="0"/>
                  <a:pt x="19284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cs typeface="+mn-ea"/>
              <a:sym typeface="+mn-lt"/>
            </a:endParaRPr>
          </a:p>
        </p:txBody>
      </p:sp>
      <p:sp>
        <p:nvSpPr>
          <p:cNvPr id="48" name="椭圆 45">
            <a:extLst>
              <a:ext uri="{FF2B5EF4-FFF2-40B4-BE49-F238E27FC236}">
                <a16:creationId xmlns:a16="http://schemas.microsoft.com/office/drawing/2014/main" id="{506065C4-6199-2678-66DF-180F3E385D8F}"/>
              </a:ext>
            </a:extLst>
          </p:cNvPr>
          <p:cNvSpPr/>
          <p:nvPr/>
        </p:nvSpPr>
        <p:spPr>
          <a:xfrm>
            <a:off x="8551177" y="2313474"/>
            <a:ext cx="755387" cy="733741"/>
          </a:xfrm>
          <a:custGeom>
            <a:avLst/>
            <a:gdLst>
              <a:gd name="connsiteX0" fmla="*/ 357006 w 608274"/>
              <a:gd name="connsiteY0" fmla="*/ 315793 h 590844"/>
              <a:gd name="connsiteX1" fmla="*/ 344664 w 608274"/>
              <a:gd name="connsiteY1" fmla="*/ 351821 h 590844"/>
              <a:gd name="connsiteX2" fmla="*/ 552405 w 608274"/>
              <a:gd name="connsiteY2" fmla="*/ 559238 h 590844"/>
              <a:gd name="connsiteX3" fmla="*/ 554572 w 608274"/>
              <a:gd name="connsiteY3" fmla="*/ 560178 h 590844"/>
              <a:gd name="connsiteX4" fmla="*/ 554666 w 608274"/>
              <a:gd name="connsiteY4" fmla="*/ 560178 h 590844"/>
              <a:gd name="connsiteX5" fmla="*/ 556928 w 608274"/>
              <a:gd name="connsiteY5" fmla="*/ 559238 h 590844"/>
              <a:gd name="connsiteX6" fmla="*/ 576618 w 608274"/>
              <a:gd name="connsiteY6" fmla="*/ 539578 h 590844"/>
              <a:gd name="connsiteX7" fmla="*/ 577560 w 608274"/>
              <a:gd name="connsiteY7" fmla="*/ 537320 h 590844"/>
              <a:gd name="connsiteX8" fmla="*/ 576618 w 608274"/>
              <a:gd name="connsiteY8" fmla="*/ 535063 h 590844"/>
              <a:gd name="connsiteX9" fmla="*/ 347019 w 608274"/>
              <a:gd name="connsiteY9" fmla="*/ 272617 h 590844"/>
              <a:gd name="connsiteX10" fmla="*/ 361339 w 608274"/>
              <a:gd name="connsiteY10" fmla="*/ 276756 h 590844"/>
              <a:gd name="connsiteX11" fmla="*/ 370572 w 608274"/>
              <a:gd name="connsiteY11" fmla="*/ 285974 h 590844"/>
              <a:gd name="connsiteX12" fmla="*/ 598287 w 608274"/>
              <a:gd name="connsiteY12" fmla="*/ 513333 h 590844"/>
              <a:gd name="connsiteX13" fmla="*/ 608274 w 608274"/>
              <a:gd name="connsiteY13" fmla="*/ 537320 h 590844"/>
              <a:gd name="connsiteX14" fmla="*/ 598287 w 608274"/>
              <a:gd name="connsiteY14" fmla="*/ 561213 h 590844"/>
              <a:gd name="connsiteX15" fmla="*/ 578691 w 608274"/>
              <a:gd name="connsiteY15" fmla="*/ 580873 h 590844"/>
              <a:gd name="connsiteX16" fmla="*/ 554666 w 608274"/>
              <a:gd name="connsiteY16" fmla="*/ 590844 h 590844"/>
              <a:gd name="connsiteX17" fmla="*/ 554572 w 608274"/>
              <a:gd name="connsiteY17" fmla="*/ 590844 h 590844"/>
              <a:gd name="connsiteX18" fmla="*/ 530736 w 608274"/>
              <a:gd name="connsiteY18" fmla="*/ 580873 h 590844"/>
              <a:gd name="connsiteX19" fmla="*/ 316211 w 608274"/>
              <a:gd name="connsiteY19" fmla="*/ 366683 h 590844"/>
              <a:gd name="connsiteX20" fmla="*/ 312442 w 608274"/>
              <a:gd name="connsiteY20" fmla="*/ 350880 h 590844"/>
              <a:gd name="connsiteX21" fmla="*/ 327328 w 608274"/>
              <a:gd name="connsiteY21" fmla="*/ 307610 h 590844"/>
              <a:gd name="connsiteX22" fmla="*/ 335902 w 608274"/>
              <a:gd name="connsiteY22" fmla="*/ 282588 h 590844"/>
              <a:gd name="connsiteX23" fmla="*/ 347019 w 608274"/>
              <a:gd name="connsiteY23" fmla="*/ 272617 h 590844"/>
              <a:gd name="connsiteX24" fmla="*/ 74870 w 608274"/>
              <a:gd name="connsiteY24" fmla="*/ 82350 h 590844"/>
              <a:gd name="connsiteX25" fmla="*/ 426850 w 608274"/>
              <a:gd name="connsiteY25" fmla="*/ 82350 h 590844"/>
              <a:gd name="connsiteX26" fmla="*/ 426850 w 608274"/>
              <a:gd name="connsiteY26" fmla="*/ 306027 h 590844"/>
              <a:gd name="connsiteX27" fmla="*/ 379461 w 608274"/>
              <a:gd name="connsiteY27" fmla="*/ 258714 h 590844"/>
              <a:gd name="connsiteX28" fmla="*/ 341210 w 608274"/>
              <a:gd name="connsiteY28" fmla="*/ 247709 h 590844"/>
              <a:gd name="connsiteX29" fmla="*/ 315867 w 608274"/>
              <a:gd name="connsiteY29" fmla="*/ 265957 h 590844"/>
              <a:gd name="connsiteX30" fmla="*/ 204507 w 608274"/>
              <a:gd name="connsiteY30" fmla="*/ 235763 h 590844"/>
              <a:gd name="connsiteX31" fmla="*/ 195274 w 608274"/>
              <a:gd name="connsiteY31" fmla="*/ 230590 h 590844"/>
              <a:gd name="connsiteX32" fmla="*/ 213740 w 608274"/>
              <a:gd name="connsiteY32" fmla="*/ 231154 h 590844"/>
              <a:gd name="connsiteX33" fmla="*/ 225517 w 608274"/>
              <a:gd name="connsiteY33" fmla="*/ 231719 h 590844"/>
              <a:gd name="connsiteX34" fmla="*/ 248599 w 608274"/>
              <a:gd name="connsiteY34" fmla="*/ 232377 h 590844"/>
              <a:gd name="connsiteX35" fmla="*/ 322085 w 608274"/>
              <a:gd name="connsiteY35" fmla="*/ 227674 h 590844"/>
              <a:gd name="connsiteX36" fmla="*/ 361749 w 608274"/>
              <a:gd name="connsiteY36" fmla="*/ 186852 h 590844"/>
              <a:gd name="connsiteX37" fmla="*/ 323216 w 608274"/>
              <a:gd name="connsiteY37" fmla="*/ 133049 h 590844"/>
              <a:gd name="connsiteX38" fmla="*/ 205167 w 608274"/>
              <a:gd name="connsiteY38" fmla="*/ 122514 h 590844"/>
              <a:gd name="connsiteX39" fmla="*/ 158248 w 608274"/>
              <a:gd name="connsiteY39" fmla="*/ 124395 h 590844"/>
              <a:gd name="connsiteX40" fmla="*/ 157683 w 608274"/>
              <a:gd name="connsiteY40" fmla="*/ 124395 h 590844"/>
              <a:gd name="connsiteX41" fmla="*/ 137239 w 608274"/>
              <a:gd name="connsiteY41" fmla="*/ 144336 h 590844"/>
              <a:gd name="connsiteX42" fmla="*/ 157212 w 608274"/>
              <a:gd name="connsiteY42" fmla="*/ 165312 h 590844"/>
              <a:gd name="connsiteX43" fmla="*/ 208087 w 608274"/>
              <a:gd name="connsiteY43" fmla="*/ 163336 h 590844"/>
              <a:gd name="connsiteX44" fmla="*/ 306634 w 608274"/>
              <a:gd name="connsiteY44" fmla="*/ 170485 h 590844"/>
              <a:gd name="connsiteX45" fmla="*/ 321049 w 608274"/>
              <a:gd name="connsiteY45" fmla="*/ 183465 h 590844"/>
              <a:gd name="connsiteX46" fmla="*/ 311251 w 608274"/>
              <a:gd name="connsiteY46" fmla="*/ 188263 h 590844"/>
              <a:gd name="connsiteX47" fmla="*/ 250200 w 608274"/>
              <a:gd name="connsiteY47" fmla="*/ 191461 h 590844"/>
              <a:gd name="connsiteX48" fmla="*/ 225517 w 608274"/>
              <a:gd name="connsiteY48" fmla="*/ 190896 h 590844"/>
              <a:gd name="connsiteX49" fmla="*/ 216755 w 608274"/>
              <a:gd name="connsiteY49" fmla="*/ 190426 h 590844"/>
              <a:gd name="connsiteX50" fmla="*/ 156929 w 608274"/>
              <a:gd name="connsiteY50" fmla="*/ 206040 h 590844"/>
              <a:gd name="connsiteX51" fmla="*/ 150335 w 608274"/>
              <a:gd name="connsiteY51" fmla="*/ 236516 h 590844"/>
              <a:gd name="connsiteX52" fmla="*/ 187078 w 608274"/>
              <a:gd name="connsiteY52" fmla="*/ 272823 h 590844"/>
              <a:gd name="connsiteX53" fmla="*/ 300887 w 608274"/>
              <a:gd name="connsiteY53" fmla="*/ 305839 h 590844"/>
              <a:gd name="connsiteX54" fmla="*/ 291277 w 608274"/>
              <a:gd name="connsiteY54" fmla="*/ 334057 h 590844"/>
              <a:gd name="connsiteX55" fmla="*/ 74870 w 608274"/>
              <a:gd name="connsiteY55" fmla="*/ 334057 h 590844"/>
              <a:gd name="connsiteX56" fmla="*/ 41731 w 608274"/>
              <a:gd name="connsiteY56" fmla="*/ 0 h 590844"/>
              <a:gd name="connsiteX57" fmla="*/ 459894 w 608274"/>
              <a:gd name="connsiteY57" fmla="*/ 0 h 590844"/>
              <a:gd name="connsiteX58" fmla="*/ 501720 w 608274"/>
              <a:gd name="connsiteY58" fmla="*/ 41669 h 590844"/>
              <a:gd name="connsiteX59" fmla="*/ 501720 w 608274"/>
              <a:gd name="connsiteY59" fmla="*/ 374737 h 590844"/>
              <a:gd name="connsiteX60" fmla="*/ 501155 w 608274"/>
              <a:gd name="connsiteY60" fmla="*/ 380193 h 590844"/>
              <a:gd name="connsiteX61" fmla="*/ 457539 w 608274"/>
              <a:gd name="connsiteY61" fmla="*/ 336643 h 590844"/>
              <a:gd name="connsiteX62" fmla="*/ 457539 w 608274"/>
              <a:gd name="connsiteY62" fmla="*/ 66971 h 590844"/>
              <a:gd name="connsiteX63" fmla="*/ 442184 w 608274"/>
              <a:gd name="connsiteY63" fmla="*/ 51639 h 590844"/>
              <a:gd name="connsiteX64" fmla="*/ 59536 w 608274"/>
              <a:gd name="connsiteY64" fmla="*/ 51639 h 590844"/>
              <a:gd name="connsiteX65" fmla="*/ 44181 w 608274"/>
              <a:gd name="connsiteY65" fmla="*/ 66971 h 590844"/>
              <a:gd name="connsiteX66" fmla="*/ 44181 w 608274"/>
              <a:gd name="connsiteY66" fmla="*/ 349341 h 590844"/>
              <a:gd name="connsiteX67" fmla="*/ 59536 w 608274"/>
              <a:gd name="connsiteY67" fmla="*/ 364673 h 590844"/>
              <a:gd name="connsiteX68" fmla="*/ 287128 w 608274"/>
              <a:gd name="connsiteY68" fmla="*/ 364673 h 590844"/>
              <a:gd name="connsiteX69" fmla="*/ 298055 w 608274"/>
              <a:gd name="connsiteY69" fmla="*/ 384708 h 590844"/>
              <a:gd name="connsiteX70" fmla="*/ 329801 w 608274"/>
              <a:gd name="connsiteY70" fmla="*/ 416406 h 590844"/>
              <a:gd name="connsiteX71" fmla="*/ 41731 w 608274"/>
              <a:gd name="connsiteY71" fmla="*/ 416406 h 590844"/>
              <a:gd name="connsiteX72" fmla="*/ 0 w 608274"/>
              <a:gd name="connsiteY72" fmla="*/ 374737 h 590844"/>
              <a:gd name="connsiteX73" fmla="*/ 0 w 608274"/>
              <a:gd name="connsiteY73" fmla="*/ 41669 h 590844"/>
              <a:gd name="connsiteX74" fmla="*/ 41731 w 608274"/>
              <a:gd name="connsiteY74" fmla="*/ 0 h 590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608274" h="590844">
                <a:moveTo>
                  <a:pt x="357006" y="315793"/>
                </a:moveTo>
                <a:lnTo>
                  <a:pt x="344664" y="351821"/>
                </a:lnTo>
                <a:lnTo>
                  <a:pt x="552405" y="559238"/>
                </a:lnTo>
                <a:cubicBezTo>
                  <a:pt x="552971" y="559802"/>
                  <a:pt x="553818" y="560178"/>
                  <a:pt x="554572" y="560178"/>
                </a:cubicBezTo>
                <a:lnTo>
                  <a:pt x="554666" y="560178"/>
                </a:lnTo>
                <a:cubicBezTo>
                  <a:pt x="555514" y="560178"/>
                  <a:pt x="556362" y="559802"/>
                  <a:pt x="556928" y="559238"/>
                </a:cubicBezTo>
                <a:lnTo>
                  <a:pt x="576618" y="539578"/>
                </a:lnTo>
                <a:cubicBezTo>
                  <a:pt x="577372" y="538825"/>
                  <a:pt x="577560" y="537885"/>
                  <a:pt x="577560" y="537320"/>
                </a:cubicBezTo>
                <a:cubicBezTo>
                  <a:pt x="577560" y="536756"/>
                  <a:pt x="577372" y="535815"/>
                  <a:pt x="576618" y="535063"/>
                </a:cubicBezTo>
                <a:close/>
                <a:moveTo>
                  <a:pt x="347019" y="272617"/>
                </a:moveTo>
                <a:cubicBezTo>
                  <a:pt x="352106" y="271394"/>
                  <a:pt x="357571" y="272993"/>
                  <a:pt x="361339" y="276756"/>
                </a:cubicBezTo>
                <a:lnTo>
                  <a:pt x="370572" y="285974"/>
                </a:lnTo>
                <a:lnTo>
                  <a:pt x="598287" y="513333"/>
                </a:lnTo>
                <a:cubicBezTo>
                  <a:pt x="604694" y="519730"/>
                  <a:pt x="608274" y="528290"/>
                  <a:pt x="608274" y="537320"/>
                </a:cubicBezTo>
                <a:cubicBezTo>
                  <a:pt x="608274" y="546351"/>
                  <a:pt x="604694" y="554817"/>
                  <a:pt x="598287" y="561213"/>
                </a:cubicBezTo>
                <a:lnTo>
                  <a:pt x="578691" y="580873"/>
                </a:lnTo>
                <a:cubicBezTo>
                  <a:pt x="572284" y="587269"/>
                  <a:pt x="563805" y="590844"/>
                  <a:pt x="554666" y="590844"/>
                </a:cubicBezTo>
                <a:lnTo>
                  <a:pt x="554572" y="590844"/>
                </a:lnTo>
                <a:cubicBezTo>
                  <a:pt x="545622" y="590844"/>
                  <a:pt x="537143" y="587269"/>
                  <a:pt x="530736" y="580873"/>
                </a:cubicBezTo>
                <a:lnTo>
                  <a:pt x="316211" y="366683"/>
                </a:lnTo>
                <a:cubicBezTo>
                  <a:pt x="312066" y="362544"/>
                  <a:pt x="310558" y="356430"/>
                  <a:pt x="312442" y="350880"/>
                </a:cubicBezTo>
                <a:lnTo>
                  <a:pt x="327328" y="307610"/>
                </a:lnTo>
                <a:lnTo>
                  <a:pt x="335902" y="282588"/>
                </a:lnTo>
                <a:cubicBezTo>
                  <a:pt x="337598" y="277602"/>
                  <a:pt x="341837" y="273840"/>
                  <a:pt x="347019" y="272617"/>
                </a:cubicBezTo>
                <a:close/>
                <a:moveTo>
                  <a:pt x="74870" y="82350"/>
                </a:moveTo>
                <a:lnTo>
                  <a:pt x="426850" y="82350"/>
                </a:lnTo>
                <a:lnTo>
                  <a:pt x="426850" y="306027"/>
                </a:lnTo>
                <a:lnTo>
                  <a:pt x="379461" y="258714"/>
                </a:lnTo>
                <a:cubicBezTo>
                  <a:pt x="369474" y="248650"/>
                  <a:pt x="354966" y="244511"/>
                  <a:pt x="341210" y="247709"/>
                </a:cubicBezTo>
                <a:cubicBezTo>
                  <a:pt x="330564" y="250249"/>
                  <a:pt x="321520" y="256927"/>
                  <a:pt x="315867" y="265957"/>
                </a:cubicBezTo>
                <a:cubicBezTo>
                  <a:pt x="275073" y="263229"/>
                  <a:pt x="245113" y="254764"/>
                  <a:pt x="204507" y="235763"/>
                </a:cubicBezTo>
                <a:cubicBezTo>
                  <a:pt x="200550" y="233882"/>
                  <a:pt x="197535" y="232095"/>
                  <a:pt x="195274" y="230590"/>
                </a:cubicBezTo>
                <a:cubicBezTo>
                  <a:pt x="201398" y="230308"/>
                  <a:pt x="209500" y="230872"/>
                  <a:pt x="213740" y="231154"/>
                </a:cubicBezTo>
                <a:cubicBezTo>
                  <a:pt x="218262" y="231531"/>
                  <a:pt x="222313" y="231719"/>
                  <a:pt x="225517" y="231719"/>
                </a:cubicBezTo>
                <a:cubicBezTo>
                  <a:pt x="232959" y="231719"/>
                  <a:pt x="240779" y="232095"/>
                  <a:pt x="248599" y="232377"/>
                </a:cubicBezTo>
                <a:cubicBezTo>
                  <a:pt x="272812" y="233318"/>
                  <a:pt x="297966" y="234258"/>
                  <a:pt x="322085" y="227674"/>
                </a:cubicBezTo>
                <a:cubicBezTo>
                  <a:pt x="355813" y="218456"/>
                  <a:pt x="361089" y="196070"/>
                  <a:pt x="361749" y="186852"/>
                </a:cubicBezTo>
                <a:cubicBezTo>
                  <a:pt x="363351" y="165594"/>
                  <a:pt x="347900" y="143960"/>
                  <a:pt x="323216" y="133049"/>
                </a:cubicBezTo>
                <a:cubicBezTo>
                  <a:pt x="286190" y="116776"/>
                  <a:pt x="245019" y="119692"/>
                  <a:pt x="205167" y="122514"/>
                </a:cubicBezTo>
                <a:cubicBezTo>
                  <a:pt x="188585" y="123737"/>
                  <a:pt x="172851" y="124866"/>
                  <a:pt x="158248" y="124395"/>
                </a:cubicBezTo>
                <a:lnTo>
                  <a:pt x="157683" y="124395"/>
                </a:lnTo>
                <a:cubicBezTo>
                  <a:pt x="146660" y="124395"/>
                  <a:pt x="137522" y="133237"/>
                  <a:pt x="137239" y="144336"/>
                </a:cubicBezTo>
                <a:cubicBezTo>
                  <a:pt x="136956" y="155623"/>
                  <a:pt x="145907" y="165030"/>
                  <a:pt x="157212" y="165312"/>
                </a:cubicBezTo>
                <a:cubicBezTo>
                  <a:pt x="173699" y="165688"/>
                  <a:pt x="191223" y="164465"/>
                  <a:pt x="208087" y="163336"/>
                </a:cubicBezTo>
                <a:cubicBezTo>
                  <a:pt x="242946" y="160891"/>
                  <a:pt x="278935" y="158257"/>
                  <a:pt x="306634" y="170485"/>
                </a:cubicBezTo>
                <a:cubicBezTo>
                  <a:pt x="316809" y="174906"/>
                  <a:pt x="320955" y="181866"/>
                  <a:pt x="321049" y="183465"/>
                </a:cubicBezTo>
                <a:cubicBezTo>
                  <a:pt x="320672" y="184124"/>
                  <a:pt x="318034" y="186381"/>
                  <a:pt x="311251" y="188263"/>
                </a:cubicBezTo>
                <a:cubicBezTo>
                  <a:pt x="293256" y="193248"/>
                  <a:pt x="271398" y="192307"/>
                  <a:pt x="250200" y="191461"/>
                </a:cubicBezTo>
                <a:cubicBezTo>
                  <a:pt x="241815" y="191178"/>
                  <a:pt x="233525" y="190896"/>
                  <a:pt x="225517" y="190896"/>
                </a:cubicBezTo>
                <a:cubicBezTo>
                  <a:pt x="223067" y="190896"/>
                  <a:pt x="220052" y="190614"/>
                  <a:pt x="216755" y="190426"/>
                </a:cubicBezTo>
                <a:cubicBezTo>
                  <a:pt x="198477" y="189015"/>
                  <a:pt x="170873" y="187134"/>
                  <a:pt x="156929" y="206040"/>
                </a:cubicBezTo>
                <a:cubicBezTo>
                  <a:pt x="150052" y="215258"/>
                  <a:pt x="147697" y="226075"/>
                  <a:pt x="150335" y="236516"/>
                </a:cubicBezTo>
                <a:cubicBezTo>
                  <a:pt x="154857" y="254387"/>
                  <a:pt x="172851" y="266145"/>
                  <a:pt x="187078" y="272823"/>
                </a:cubicBezTo>
                <a:cubicBezTo>
                  <a:pt x="228437" y="292200"/>
                  <a:pt x="260752" y="301888"/>
                  <a:pt x="300887" y="305839"/>
                </a:cubicBezTo>
                <a:lnTo>
                  <a:pt x="291277" y="334057"/>
                </a:lnTo>
                <a:lnTo>
                  <a:pt x="74870" y="334057"/>
                </a:lnTo>
                <a:close/>
                <a:moveTo>
                  <a:pt x="41731" y="0"/>
                </a:moveTo>
                <a:lnTo>
                  <a:pt x="459894" y="0"/>
                </a:lnTo>
                <a:cubicBezTo>
                  <a:pt x="482974" y="0"/>
                  <a:pt x="501720" y="18624"/>
                  <a:pt x="501720" y="41669"/>
                </a:cubicBezTo>
                <a:lnTo>
                  <a:pt x="501720" y="374737"/>
                </a:lnTo>
                <a:cubicBezTo>
                  <a:pt x="501720" y="376618"/>
                  <a:pt x="501343" y="378311"/>
                  <a:pt x="501155" y="380193"/>
                </a:cubicBezTo>
                <a:lnTo>
                  <a:pt x="457539" y="336643"/>
                </a:lnTo>
                <a:lnTo>
                  <a:pt x="457539" y="66971"/>
                </a:lnTo>
                <a:cubicBezTo>
                  <a:pt x="457539" y="58506"/>
                  <a:pt x="450663" y="51639"/>
                  <a:pt x="442184" y="51639"/>
                </a:cubicBezTo>
                <a:lnTo>
                  <a:pt x="59536" y="51639"/>
                </a:lnTo>
                <a:cubicBezTo>
                  <a:pt x="51057" y="51639"/>
                  <a:pt x="44181" y="58506"/>
                  <a:pt x="44181" y="66971"/>
                </a:cubicBezTo>
                <a:lnTo>
                  <a:pt x="44181" y="349341"/>
                </a:lnTo>
                <a:cubicBezTo>
                  <a:pt x="44181" y="357806"/>
                  <a:pt x="51057" y="364673"/>
                  <a:pt x="59536" y="364673"/>
                </a:cubicBezTo>
                <a:lnTo>
                  <a:pt x="287128" y="364673"/>
                </a:lnTo>
                <a:cubicBezTo>
                  <a:pt x="288729" y="372198"/>
                  <a:pt x="292497" y="379158"/>
                  <a:pt x="298055" y="384708"/>
                </a:cubicBezTo>
                <a:lnTo>
                  <a:pt x="329801" y="416406"/>
                </a:lnTo>
                <a:lnTo>
                  <a:pt x="41731" y="416406"/>
                </a:lnTo>
                <a:cubicBezTo>
                  <a:pt x="18746" y="416406"/>
                  <a:pt x="0" y="397688"/>
                  <a:pt x="0" y="374737"/>
                </a:cubicBezTo>
                <a:lnTo>
                  <a:pt x="0" y="41669"/>
                </a:lnTo>
                <a:cubicBezTo>
                  <a:pt x="0" y="18624"/>
                  <a:pt x="18746" y="0"/>
                  <a:pt x="4173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cs typeface="+mn-ea"/>
              <a:sym typeface="+mn-lt"/>
            </a:endParaRPr>
          </a:p>
        </p:txBody>
      </p:sp>
      <p:sp>
        <p:nvSpPr>
          <p:cNvPr id="20" name="任意多边形 47">
            <a:extLst>
              <a:ext uri="{FF2B5EF4-FFF2-40B4-BE49-F238E27FC236}">
                <a16:creationId xmlns:a16="http://schemas.microsoft.com/office/drawing/2014/main" id="{43F1CEFC-111C-93FD-6CF9-F85B10555A64}"/>
              </a:ext>
            </a:extLst>
          </p:cNvPr>
          <p:cNvSpPr/>
          <p:nvPr/>
        </p:nvSpPr>
        <p:spPr>
          <a:xfrm rot="18900000" flipV="1">
            <a:off x="99493" y="160716"/>
            <a:ext cx="1257992" cy="771874"/>
          </a:xfrm>
          <a:custGeom>
            <a:avLst/>
            <a:gdLst>
              <a:gd name="connsiteX0" fmla="*/ 0 w 1667713"/>
              <a:gd name="connsiteY0" fmla="*/ 456881 h 1023269"/>
              <a:gd name="connsiteX1" fmla="*/ 412332 w 1667713"/>
              <a:gd name="connsiteY1" fmla="*/ 44549 h 1023269"/>
              <a:gd name="connsiteX2" fmla="*/ 412333 w 1667713"/>
              <a:gd name="connsiteY2" fmla="*/ 44549 h 1023269"/>
              <a:gd name="connsiteX3" fmla="*/ 456882 w 1667713"/>
              <a:gd name="connsiteY3" fmla="*/ 0 h 1023269"/>
              <a:gd name="connsiteX4" fmla="*/ 1514743 w 1667713"/>
              <a:gd name="connsiteY4" fmla="*/ 0 h 1023269"/>
              <a:gd name="connsiteX5" fmla="*/ 1667713 w 1667713"/>
              <a:gd name="connsiteY5" fmla="*/ 152970 h 1023269"/>
              <a:gd name="connsiteX6" fmla="*/ 1667713 w 1667713"/>
              <a:gd name="connsiteY6" fmla="*/ 704806 h 1023269"/>
              <a:gd name="connsiteX7" fmla="*/ 1349251 w 1667713"/>
              <a:gd name="connsiteY7" fmla="*/ 1023269 h 1023269"/>
              <a:gd name="connsiteX8" fmla="*/ 1349251 w 1667713"/>
              <a:gd name="connsiteY8" fmla="*/ 318462 h 1023269"/>
              <a:gd name="connsiteX9" fmla="*/ 138420 w 1667713"/>
              <a:gd name="connsiteY9" fmla="*/ 318462 h 1023269"/>
              <a:gd name="connsiteX10" fmla="*/ 1 w 1667713"/>
              <a:gd name="connsiteY10" fmla="*/ 456881 h 10232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7713" h="1023269">
                <a:moveTo>
                  <a:pt x="0" y="456881"/>
                </a:moveTo>
                <a:lnTo>
                  <a:pt x="412332" y="44549"/>
                </a:lnTo>
                <a:lnTo>
                  <a:pt x="412333" y="44549"/>
                </a:lnTo>
                <a:lnTo>
                  <a:pt x="456882" y="0"/>
                </a:lnTo>
                <a:lnTo>
                  <a:pt x="1514743" y="0"/>
                </a:lnTo>
                <a:cubicBezTo>
                  <a:pt x="1599226" y="1"/>
                  <a:pt x="1667713" y="68487"/>
                  <a:pt x="1667713" y="152970"/>
                </a:cubicBezTo>
                <a:lnTo>
                  <a:pt x="1667713" y="704806"/>
                </a:lnTo>
                <a:lnTo>
                  <a:pt x="1349251" y="1023269"/>
                </a:lnTo>
                <a:lnTo>
                  <a:pt x="1349251" y="318462"/>
                </a:lnTo>
                <a:lnTo>
                  <a:pt x="138420" y="318462"/>
                </a:lnTo>
                <a:lnTo>
                  <a:pt x="1" y="456881"/>
                </a:lnTo>
                <a:close/>
              </a:path>
            </a:pathLst>
          </a:cu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1" name="任意多边形 48">
            <a:extLst>
              <a:ext uri="{FF2B5EF4-FFF2-40B4-BE49-F238E27FC236}">
                <a16:creationId xmlns:a16="http://schemas.microsoft.com/office/drawing/2014/main" id="{66926063-60C4-C25F-CF58-1052C82D7741}"/>
              </a:ext>
            </a:extLst>
          </p:cNvPr>
          <p:cNvSpPr/>
          <p:nvPr/>
        </p:nvSpPr>
        <p:spPr>
          <a:xfrm rot="18900000" flipV="1">
            <a:off x="-102618" y="95709"/>
            <a:ext cx="926781" cy="721545"/>
          </a:xfrm>
          <a:custGeom>
            <a:avLst/>
            <a:gdLst>
              <a:gd name="connsiteX0" fmla="*/ 303771 w 1228628"/>
              <a:gd name="connsiteY0" fmla="*/ 32819 h 956548"/>
              <a:gd name="connsiteX1" fmla="*/ 303771 w 1228628"/>
              <a:gd name="connsiteY1" fmla="*/ 32820 h 956548"/>
              <a:gd name="connsiteX2" fmla="*/ 336591 w 1228628"/>
              <a:gd name="connsiteY2" fmla="*/ 0 h 956548"/>
              <a:gd name="connsiteX3" fmla="*/ 1115933 w 1228628"/>
              <a:gd name="connsiteY3" fmla="*/ 0 h 956548"/>
              <a:gd name="connsiteX4" fmla="*/ 1228628 w 1228628"/>
              <a:gd name="connsiteY4" fmla="*/ 112695 h 956548"/>
              <a:gd name="connsiteX5" fmla="*/ 1228628 w 1228628"/>
              <a:gd name="connsiteY5" fmla="*/ 721932 h 956548"/>
              <a:gd name="connsiteX6" fmla="*/ 994013 w 1228628"/>
              <a:gd name="connsiteY6" fmla="*/ 956548 h 956548"/>
              <a:gd name="connsiteX7" fmla="*/ 994013 w 1228628"/>
              <a:gd name="connsiteY7" fmla="*/ 234616 h 956548"/>
              <a:gd name="connsiteX8" fmla="*/ 101975 w 1228628"/>
              <a:gd name="connsiteY8" fmla="*/ 234616 h 956548"/>
              <a:gd name="connsiteX9" fmla="*/ 0 w 1228628"/>
              <a:gd name="connsiteY9" fmla="*/ 336591 h 9565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8628" h="956548">
                <a:moveTo>
                  <a:pt x="303771" y="32819"/>
                </a:moveTo>
                <a:lnTo>
                  <a:pt x="303771" y="32820"/>
                </a:lnTo>
                <a:lnTo>
                  <a:pt x="336591" y="0"/>
                </a:lnTo>
                <a:lnTo>
                  <a:pt x="1115933" y="0"/>
                </a:lnTo>
                <a:cubicBezTo>
                  <a:pt x="1178173" y="0"/>
                  <a:pt x="1228628" y="50456"/>
                  <a:pt x="1228628" y="112695"/>
                </a:cubicBezTo>
                <a:lnTo>
                  <a:pt x="1228628" y="721932"/>
                </a:lnTo>
                <a:lnTo>
                  <a:pt x="994013" y="956548"/>
                </a:lnTo>
                <a:lnTo>
                  <a:pt x="994013" y="234616"/>
                </a:lnTo>
                <a:lnTo>
                  <a:pt x="101975" y="234616"/>
                </a:lnTo>
                <a:lnTo>
                  <a:pt x="0" y="336591"/>
                </a:lnTo>
                <a:close/>
              </a:path>
            </a:pathLst>
          </a:custGeom>
          <a:solidFill>
            <a:schemeClr val="accent2">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pic>
        <p:nvPicPr>
          <p:cNvPr id="4" name="图片 3">
            <a:extLst>
              <a:ext uri="{FF2B5EF4-FFF2-40B4-BE49-F238E27FC236}">
                <a16:creationId xmlns:a16="http://schemas.microsoft.com/office/drawing/2014/main" id="{97A87FC1-F09F-6DBE-FD8F-AD7F229B8FF4}"/>
              </a:ext>
            </a:extLst>
          </p:cNvPr>
          <p:cNvPicPr>
            <a:picLocks noChangeAspect="1"/>
          </p:cNvPicPr>
          <p:nvPr/>
        </p:nvPicPr>
        <p:blipFill>
          <a:blip r:embed="rId3"/>
          <a:srcRect t="6578" b="12901"/>
          <a:stretch/>
        </p:blipFill>
        <p:spPr>
          <a:xfrm>
            <a:off x="2885436" y="2292993"/>
            <a:ext cx="2110772" cy="4510212"/>
          </a:xfrm>
          <a:prstGeom prst="rect">
            <a:avLst/>
          </a:prstGeom>
        </p:spPr>
      </p:pic>
      <p:pic>
        <p:nvPicPr>
          <p:cNvPr id="5" name="图片 4">
            <a:extLst>
              <a:ext uri="{FF2B5EF4-FFF2-40B4-BE49-F238E27FC236}">
                <a16:creationId xmlns:a16="http://schemas.microsoft.com/office/drawing/2014/main" id="{0ABF84DF-5172-A726-F8D8-A09DB9435CF8}"/>
              </a:ext>
            </a:extLst>
          </p:cNvPr>
          <p:cNvPicPr>
            <a:picLocks noChangeAspect="1"/>
          </p:cNvPicPr>
          <p:nvPr/>
        </p:nvPicPr>
        <p:blipFill>
          <a:blip r:embed="rId4"/>
          <a:stretch>
            <a:fillRect/>
          </a:stretch>
        </p:blipFill>
        <p:spPr>
          <a:xfrm>
            <a:off x="5229135" y="3567114"/>
            <a:ext cx="3086100" cy="1238250"/>
          </a:xfrm>
          <a:prstGeom prst="rect">
            <a:avLst/>
          </a:prstGeom>
        </p:spPr>
      </p:pic>
      <p:pic>
        <p:nvPicPr>
          <p:cNvPr id="7" name="图片 6">
            <a:extLst>
              <a:ext uri="{FF2B5EF4-FFF2-40B4-BE49-F238E27FC236}">
                <a16:creationId xmlns:a16="http://schemas.microsoft.com/office/drawing/2014/main" id="{01063EDC-B8A4-0F85-8461-7B84A85B17CD}"/>
              </a:ext>
            </a:extLst>
          </p:cNvPr>
          <p:cNvPicPr>
            <a:picLocks noChangeAspect="1"/>
          </p:cNvPicPr>
          <p:nvPr/>
        </p:nvPicPr>
        <p:blipFill>
          <a:blip r:embed="rId5"/>
          <a:stretch>
            <a:fillRect/>
          </a:stretch>
        </p:blipFill>
        <p:spPr>
          <a:xfrm>
            <a:off x="569842" y="1500809"/>
            <a:ext cx="11363739" cy="792184"/>
          </a:xfrm>
          <a:prstGeom prst="rect">
            <a:avLst/>
          </a:prstGeom>
        </p:spPr>
      </p:pic>
    </p:spTree>
    <p:extLst>
      <p:ext uri="{BB962C8B-B14F-4D97-AF65-F5344CB8AC3E}">
        <p14:creationId xmlns:p14="http://schemas.microsoft.com/office/powerpoint/2010/main" val="27630984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7A0D9C-BAE3-21F9-576C-959E377D9C08}"/>
            </a:ext>
          </a:extLst>
        </p:cNvPr>
        <p:cNvGrpSpPr/>
        <p:nvPr/>
      </p:nvGrpSpPr>
      <p:grpSpPr>
        <a:xfrm>
          <a:off x="0" y="0"/>
          <a:ext cx="0" cy="0"/>
          <a:chOff x="0" y="0"/>
          <a:chExt cx="0" cy="0"/>
        </a:xfrm>
      </p:grpSpPr>
      <p:sp>
        <p:nvSpPr>
          <p:cNvPr id="16" name="任意多边形 15">
            <a:extLst>
              <a:ext uri="{FF2B5EF4-FFF2-40B4-BE49-F238E27FC236}">
                <a16:creationId xmlns:a16="http://schemas.microsoft.com/office/drawing/2014/main" id="{973B228C-A748-1A5C-F45F-C1855A3F9F7C}"/>
              </a:ext>
            </a:extLst>
          </p:cNvPr>
          <p:cNvSpPr/>
          <p:nvPr/>
        </p:nvSpPr>
        <p:spPr>
          <a:xfrm rot="2700000">
            <a:off x="5484939" y="2060669"/>
            <a:ext cx="1028637" cy="1033775"/>
          </a:xfrm>
          <a:custGeom>
            <a:avLst/>
            <a:gdLst>
              <a:gd name="connsiteX0" fmla="*/ 1163668 w 4706557"/>
              <a:gd name="connsiteY0" fmla="*/ 125724 h 4730065"/>
              <a:gd name="connsiteX1" fmla="*/ 1163670 w 4706557"/>
              <a:gd name="connsiteY1" fmla="*/ 125724 h 4730065"/>
              <a:gd name="connsiteX2" fmla="*/ 1289393 w 4706557"/>
              <a:gd name="connsiteY2" fmla="*/ 1 h 4730065"/>
              <a:gd name="connsiteX3" fmla="*/ 4274851 w 4706557"/>
              <a:gd name="connsiteY3" fmla="*/ 0 h 4730065"/>
              <a:gd name="connsiteX4" fmla="*/ 4706557 w 4706557"/>
              <a:gd name="connsiteY4" fmla="*/ 431706 h 4730065"/>
              <a:gd name="connsiteX5" fmla="*/ 4706557 w 4706557"/>
              <a:gd name="connsiteY5" fmla="*/ 3440672 h 4730065"/>
              <a:gd name="connsiteX6" fmla="*/ 3542888 w 4706557"/>
              <a:gd name="connsiteY6" fmla="*/ 4604342 h 4730065"/>
              <a:gd name="connsiteX7" fmla="*/ 3542888 w 4706557"/>
              <a:gd name="connsiteY7" fmla="*/ 4604340 h 4730065"/>
              <a:gd name="connsiteX8" fmla="*/ 3417163 w 4706557"/>
              <a:gd name="connsiteY8" fmla="*/ 4730065 h 4730065"/>
              <a:gd name="connsiteX9" fmla="*/ 3417163 w 4706557"/>
              <a:gd name="connsiteY9" fmla="*/ 1289392 h 4730065"/>
              <a:gd name="connsiteX10" fmla="*/ 0 w 4706557"/>
              <a:gd name="connsiteY10" fmla="*/ 1289392 h 4730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706557" h="4730065">
                <a:moveTo>
                  <a:pt x="1163668" y="125724"/>
                </a:moveTo>
                <a:lnTo>
                  <a:pt x="1163670" y="125724"/>
                </a:lnTo>
                <a:lnTo>
                  <a:pt x="1289393" y="1"/>
                </a:lnTo>
                <a:lnTo>
                  <a:pt x="4274851" y="0"/>
                </a:lnTo>
                <a:cubicBezTo>
                  <a:pt x="4513275" y="1"/>
                  <a:pt x="4706557" y="193282"/>
                  <a:pt x="4706557" y="431706"/>
                </a:cubicBezTo>
                <a:lnTo>
                  <a:pt x="4706557" y="3440672"/>
                </a:lnTo>
                <a:lnTo>
                  <a:pt x="3542888" y="4604342"/>
                </a:lnTo>
                <a:lnTo>
                  <a:pt x="3542888" y="4604340"/>
                </a:lnTo>
                <a:lnTo>
                  <a:pt x="3417163" y="4730065"/>
                </a:lnTo>
                <a:lnTo>
                  <a:pt x="3417163" y="1289392"/>
                </a:lnTo>
                <a:lnTo>
                  <a:pt x="0" y="1289392"/>
                </a:lnTo>
                <a:close/>
              </a:path>
            </a:pathLst>
          </a:custGeom>
          <a:solidFill>
            <a:schemeClr val="bg1">
              <a:lumMod val="95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0" name="任意多边形 19">
            <a:extLst>
              <a:ext uri="{FF2B5EF4-FFF2-40B4-BE49-F238E27FC236}">
                <a16:creationId xmlns:a16="http://schemas.microsoft.com/office/drawing/2014/main" id="{A0F37544-C538-FB50-17A4-A293DBF34728}"/>
              </a:ext>
            </a:extLst>
          </p:cNvPr>
          <p:cNvSpPr/>
          <p:nvPr/>
        </p:nvSpPr>
        <p:spPr>
          <a:xfrm rot="2700000">
            <a:off x="-2095382" y="209360"/>
            <a:ext cx="6410492" cy="6427355"/>
          </a:xfrm>
          <a:custGeom>
            <a:avLst/>
            <a:gdLst>
              <a:gd name="connsiteX0" fmla="*/ 0 w 6410492"/>
              <a:gd name="connsiteY0" fmla="*/ 1578016 h 6427355"/>
              <a:gd name="connsiteX1" fmla="*/ 1146670 w 6410492"/>
              <a:gd name="connsiteY1" fmla="*/ 431345 h 6427355"/>
              <a:gd name="connsiteX2" fmla="*/ 1146671 w 6410492"/>
              <a:gd name="connsiteY2" fmla="*/ 431345 h 6427355"/>
              <a:gd name="connsiteX3" fmla="*/ 1578016 w 6410492"/>
              <a:gd name="connsiteY3" fmla="*/ 0 h 6427355"/>
              <a:gd name="connsiteX4" fmla="*/ 5764900 w 6410492"/>
              <a:gd name="connsiteY4" fmla="*/ 0 h 6427355"/>
              <a:gd name="connsiteX5" fmla="*/ 6410492 w 6410492"/>
              <a:gd name="connsiteY5" fmla="*/ 645592 h 6427355"/>
              <a:gd name="connsiteX6" fmla="*/ 6410491 w 6410492"/>
              <a:gd name="connsiteY6" fmla="*/ 4866202 h 6427355"/>
              <a:gd name="connsiteX7" fmla="*/ 4849339 w 6410492"/>
              <a:gd name="connsiteY7" fmla="*/ 6427355 h 6427355"/>
              <a:gd name="connsiteX8" fmla="*/ 4238944 w 6410492"/>
              <a:gd name="connsiteY8" fmla="*/ 5816960 h 6427355"/>
              <a:gd name="connsiteX9" fmla="*/ 4238943 w 6410492"/>
              <a:gd name="connsiteY9" fmla="*/ 2171546 h 6427355"/>
              <a:gd name="connsiteX10" fmla="*/ 593530 w 6410492"/>
              <a:gd name="connsiteY10" fmla="*/ 2171546 h 6427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410492" h="6427355">
                <a:moveTo>
                  <a:pt x="0" y="1578016"/>
                </a:moveTo>
                <a:lnTo>
                  <a:pt x="1146670" y="431345"/>
                </a:lnTo>
                <a:lnTo>
                  <a:pt x="1146671" y="431345"/>
                </a:lnTo>
                <a:lnTo>
                  <a:pt x="1578016" y="0"/>
                </a:lnTo>
                <a:lnTo>
                  <a:pt x="5764900" y="0"/>
                </a:lnTo>
                <a:cubicBezTo>
                  <a:pt x="6121450" y="0"/>
                  <a:pt x="6410492" y="289042"/>
                  <a:pt x="6410492" y="645592"/>
                </a:cubicBezTo>
                <a:lnTo>
                  <a:pt x="6410491" y="4866202"/>
                </a:lnTo>
                <a:lnTo>
                  <a:pt x="4849339" y="6427355"/>
                </a:lnTo>
                <a:lnTo>
                  <a:pt x="4238944" y="5816960"/>
                </a:lnTo>
                <a:lnTo>
                  <a:pt x="4238943" y="2171546"/>
                </a:lnTo>
                <a:lnTo>
                  <a:pt x="593530" y="2171546"/>
                </a:lnTo>
                <a:close/>
              </a:path>
            </a:pathLst>
          </a:custGeom>
          <a:solidFill>
            <a:srgbClr val="3333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6" name="任意多边形 5">
            <a:extLst>
              <a:ext uri="{FF2B5EF4-FFF2-40B4-BE49-F238E27FC236}">
                <a16:creationId xmlns:a16="http://schemas.microsoft.com/office/drawing/2014/main" id="{460F01B2-768D-A7A0-2828-86E81B5601B6}"/>
              </a:ext>
            </a:extLst>
          </p:cNvPr>
          <p:cNvSpPr/>
          <p:nvPr/>
        </p:nvSpPr>
        <p:spPr>
          <a:xfrm rot="2700000">
            <a:off x="1827643" y="44906"/>
            <a:ext cx="3850328" cy="3869559"/>
          </a:xfrm>
          <a:custGeom>
            <a:avLst/>
            <a:gdLst>
              <a:gd name="connsiteX0" fmla="*/ 1163668 w 4706557"/>
              <a:gd name="connsiteY0" fmla="*/ 125724 h 4730065"/>
              <a:gd name="connsiteX1" fmla="*/ 1163670 w 4706557"/>
              <a:gd name="connsiteY1" fmla="*/ 125724 h 4730065"/>
              <a:gd name="connsiteX2" fmla="*/ 1289393 w 4706557"/>
              <a:gd name="connsiteY2" fmla="*/ 1 h 4730065"/>
              <a:gd name="connsiteX3" fmla="*/ 4274851 w 4706557"/>
              <a:gd name="connsiteY3" fmla="*/ 0 h 4730065"/>
              <a:gd name="connsiteX4" fmla="*/ 4706557 w 4706557"/>
              <a:gd name="connsiteY4" fmla="*/ 431706 h 4730065"/>
              <a:gd name="connsiteX5" fmla="*/ 4706557 w 4706557"/>
              <a:gd name="connsiteY5" fmla="*/ 3440672 h 4730065"/>
              <a:gd name="connsiteX6" fmla="*/ 3542888 w 4706557"/>
              <a:gd name="connsiteY6" fmla="*/ 4604342 h 4730065"/>
              <a:gd name="connsiteX7" fmla="*/ 3542888 w 4706557"/>
              <a:gd name="connsiteY7" fmla="*/ 4604340 h 4730065"/>
              <a:gd name="connsiteX8" fmla="*/ 3417163 w 4706557"/>
              <a:gd name="connsiteY8" fmla="*/ 4730065 h 4730065"/>
              <a:gd name="connsiteX9" fmla="*/ 3417163 w 4706557"/>
              <a:gd name="connsiteY9" fmla="*/ 1289392 h 4730065"/>
              <a:gd name="connsiteX10" fmla="*/ 0 w 4706557"/>
              <a:gd name="connsiteY10" fmla="*/ 1289392 h 4730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706557" h="4730065">
                <a:moveTo>
                  <a:pt x="1163668" y="125724"/>
                </a:moveTo>
                <a:lnTo>
                  <a:pt x="1163670" y="125724"/>
                </a:lnTo>
                <a:lnTo>
                  <a:pt x="1289393" y="1"/>
                </a:lnTo>
                <a:lnTo>
                  <a:pt x="4274851" y="0"/>
                </a:lnTo>
                <a:cubicBezTo>
                  <a:pt x="4513275" y="1"/>
                  <a:pt x="4706557" y="193282"/>
                  <a:pt x="4706557" y="431706"/>
                </a:cubicBezTo>
                <a:lnTo>
                  <a:pt x="4706557" y="3440672"/>
                </a:lnTo>
                <a:lnTo>
                  <a:pt x="3542888" y="4604342"/>
                </a:lnTo>
                <a:lnTo>
                  <a:pt x="3542888" y="4604340"/>
                </a:lnTo>
                <a:lnTo>
                  <a:pt x="3417163" y="4730065"/>
                </a:lnTo>
                <a:lnTo>
                  <a:pt x="3417163" y="1289392"/>
                </a:lnTo>
                <a:lnTo>
                  <a:pt x="0" y="1289392"/>
                </a:lnTo>
                <a:close/>
              </a:path>
            </a:pathLst>
          </a:custGeom>
          <a:solidFill>
            <a:srgbClr val="5D999F">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2" name="任意多边形 11">
            <a:extLst>
              <a:ext uri="{FF2B5EF4-FFF2-40B4-BE49-F238E27FC236}">
                <a16:creationId xmlns:a16="http://schemas.microsoft.com/office/drawing/2014/main" id="{2D2A352D-ED95-CC78-1F37-98F15427722A}"/>
              </a:ext>
            </a:extLst>
          </p:cNvPr>
          <p:cNvSpPr/>
          <p:nvPr/>
        </p:nvSpPr>
        <p:spPr>
          <a:xfrm rot="18900000" flipH="1">
            <a:off x="11525844" y="5786883"/>
            <a:ext cx="1174416" cy="953193"/>
          </a:xfrm>
          <a:custGeom>
            <a:avLst/>
            <a:gdLst>
              <a:gd name="connsiteX0" fmla="*/ 1038 w 1174416"/>
              <a:gd name="connsiteY0" fmla="*/ 0 h 953193"/>
              <a:gd name="connsiteX1" fmla="*/ 0 w 1174416"/>
              <a:gd name="connsiteY1" fmla="*/ 1038 h 953193"/>
              <a:gd name="connsiteX2" fmla="*/ 441710 w 1174416"/>
              <a:gd name="connsiteY2" fmla="*/ 442748 h 953193"/>
              <a:gd name="connsiteX3" fmla="*/ 731667 w 1174416"/>
              <a:gd name="connsiteY3" fmla="*/ 442748 h 953193"/>
              <a:gd name="connsiteX4" fmla="*/ 731667 w 1174416"/>
              <a:gd name="connsiteY4" fmla="*/ 732705 h 953193"/>
              <a:gd name="connsiteX5" fmla="*/ 952155 w 1174416"/>
              <a:gd name="connsiteY5" fmla="*/ 953193 h 953193"/>
              <a:gd name="connsiteX6" fmla="*/ 1174416 w 1174416"/>
              <a:gd name="connsiteY6" fmla="*/ 730932 h 953193"/>
              <a:gd name="connsiteX7" fmla="*/ 1174416 w 1174416"/>
              <a:gd name="connsiteY7" fmla="*/ 148239 h 953193"/>
              <a:gd name="connsiteX8" fmla="*/ 1026178 w 1174416"/>
              <a:gd name="connsiteY8" fmla="*/ 0 h 9531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74416" h="953193">
                <a:moveTo>
                  <a:pt x="1038" y="0"/>
                </a:moveTo>
                <a:lnTo>
                  <a:pt x="0" y="1038"/>
                </a:lnTo>
                <a:lnTo>
                  <a:pt x="441710" y="442748"/>
                </a:lnTo>
                <a:lnTo>
                  <a:pt x="731667" y="442748"/>
                </a:lnTo>
                <a:lnTo>
                  <a:pt x="731667" y="732705"/>
                </a:lnTo>
                <a:lnTo>
                  <a:pt x="952155" y="953193"/>
                </a:lnTo>
                <a:lnTo>
                  <a:pt x="1174416" y="730932"/>
                </a:lnTo>
                <a:lnTo>
                  <a:pt x="1174416" y="148239"/>
                </a:lnTo>
                <a:cubicBezTo>
                  <a:pt x="1174416" y="66369"/>
                  <a:pt x="1108048" y="0"/>
                  <a:pt x="1026178" y="0"/>
                </a:cubicBezTo>
                <a:close/>
              </a:path>
            </a:pathLst>
          </a:custGeom>
          <a:solidFill>
            <a:schemeClr val="accent2">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3" name="文本框 12">
            <a:extLst>
              <a:ext uri="{FF2B5EF4-FFF2-40B4-BE49-F238E27FC236}">
                <a16:creationId xmlns:a16="http://schemas.microsoft.com/office/drawing/2014/main" id="{461A5A59-3FDA-032E-320F-2151B7B1689E}"/>
              </a:ext>
            </a:extLst>
          </p:cNvPr>
          <p:cNvSpPr txBox="1"/>
          <p:nvPr/>
        </p:nvSpPr>
        <p:spPr>
          <a:xfrm>
            <a:off x="6148614" y="3328693"/>
            <a:ext cx="2006062" cy="646331"/>
          </a:xfrm>
          <a:prstGeom prst="rect">
            <a:avLst/>
          </a:prstGeom>
          <a:noFill/>
        </p:spPr>
        <p:txBody>
          <a:bodyPr wrap="none" rtlCol="0">
            <a:spAutoFit/>
            <a:scene3d>
              <a:camera prst="orthographicFront"/>
              <a:lightRig rig="threePt" dir="t"/>
            </a:scene3d>
            <a:sp3d contourW="12700"/>
          </a:bodyPr>
          <a:lstStyle/>
          <a:p>
            <a:r>
              <a:rPr lang="en-US" altLang="zh-CN" sz="3600" dirty="0">
                <a:solidFill>
                  <a:schemeClr val="accent1"/>
                </a:solidFill>
                <a:cs typeface="+mn-ea"/>
                <a:sym typeface="+mn-lt"/>
              </a:rPr>
              <a:t>PART 03</a:t>
            </a:r>
            <a:endParaRPr lang="zh-CN" altLang="en-US" sz="3600" dirty="0">
              <a:solidFill>
                <a:schemeClr val="accent1"/>
              </a:solidFill>
              <a:cs typeface="+mn-ea"/>
              <a:sym typeface="+mn-lt"/>
            </a:endParaRPr>
          </a:p>
        </p:txBody>
      </p:sp>
      <p:sp>
        <p:nvSpPr>
          <p:cNvPr id="14" name="文本框 13">
            <a:extLst>
              <a:ext uri="{FF2B5EF4-FFF2-40B4-BE49-F238E27FC236}">
                <a16:creationId xmlns:a16="http://schemas.microsoft.com/office/drawing/2014/main" id="{AC10F837-D577-8550-A5D7-B4C6BC99744F}"/>
              </a:ext>
            </a:extLst>
          </p:cNvPr>
          <p:cNvSpPr txBox="1"/>
          <p:nvPr/>
        </p:nvSpPr>
        <p:spPr>
          <a:xfrm>
            <a:off x="6110514" y="4131820"/>
            <a:ext cx="5091413" cy="769441"/>
          </a:xfrm>
          <a:prstGeom prst="rect">
            <a:avLst/>
          </a:prstGeom>
          <a:noFill/>
        </p:spPr>
        <p:txBody>
          <a:bodyPr wrap="square" rtlCol="0">
            <a:spAutoFit/>
            <a:scene3d>
              <a:camera prst="orthographicFront"/>
              <a:lightRig rig="threePt" dir="t"/>
            </a:scene3d>
            <a:sp3d contourW="12700"/>
          </a:bodyPr>
          <a:lstStyle/>
          <a:p>
            <a:r>
              <a:rPr lang="en-US" altLang="zh-CN" sz="4400" b="1" dirty="0">
                <a:solidFill>
                  <a:schemeClr val="accent3"/>
                </a:solidFill>
                <a:cs typeface="+mn-ea"/>
                <a:sym typeface="+mn-lt"/>
              </a:rPr>
              <a:t>Random Forest</a:t>
            </a:r>
            <a:endParaRPr lang="zh-CN" altLang="en-US" sz="4400" b="1" dirty="0">
              <a:solidFill>
                <a:schemeClr val="accent3"/>
              </a:solidFill>
              <a:cs typeface="+mn-ea"/>
              <a:sym typeface="+mn-lt"/>
            </a:endParaRPr>
          </a:p>
        </p:txBody>
      </p:sp>
      <p:sp>
        <p:nvSpPr>
          <p:cNvPr id="17" name="任意多边形 16">
            <a:extLst>
              <a:ext uri="{FF2B5EF4-FFF2-40B4-BE49-F238E27FC236}">
                <a16:creationId xmlns:a16="http://schemas.microsoft.com/office/drawing/2014/main" id="{58D2E60F-1684-AA92-5810-244F35ED48B2}"/>
              </a:ext>
            </a:extLst>
          </p:cNvPr>
          <p:cNvSpPr/>
          <p:nvPr/>
        </p:nvSpPr>
        <p:spPr>
          <a:xfrm rot="2700000">
            <a:off x="9435201" y="912906"/>
            <a:ext cx="1461465" cy="1468765"/>
          </a:xfrm>
          <a:custGeom>
            <a:avLst/>
            <a:gdLst>
              <a:gd name="connsiteX0" fmla="*/ 1163668 w 4706557"/>
              <a:gd name="connsiteY0" fmla="*/ 125724 h 4730065"/>
              <a:gd name="connsiteX1" fmla="*/ 1163670 w 4706557"/>
              <a:gd name="connsiteY1" fmla="*/ 125724 h 4730065"/>
              <a:gd name="connsiteX2" fmla="*/ 1289393 w 4706557"/>
              <a:gd name="connsiteY2" fmla="*/ 1 h 4730065"/>
              <a:gd name="connsiteX3" fmla="*/ 4274851 w 4706557"/>
              <a:gd name="connsiteY3" fmla="*/ 0 h 4730065"/>
              <a:gd name="connsiteX4" fmla="*/ 4706557 w 4706557"/>
              <a:gd name="connsiteY4" fmla="*/ 431706 h 4730065"/>
              <a:gd name="connsiteX5" fmla="*/ 4706557 w 4706557"/>
              <a:gd name="connsiteY5" fmla="*/ 3440672 h 4730065"/>
              <a:gd name="connsiteX6" fmla="*/ 3542888 w 4706557"/>
              <a:gd name="connsiteY6" fmla="*/ 4604342 h 4730065"/>
              <a:gd name="connsiteX7" fmla="*/ 3542888 w 4706557"/>
              <a:gd name="connsiteY7" fmla="*/ 4604340 h 4730065"/>
              <a:gd name="connsiteX8" fmla="*/ 3417163 w 4706557"/>
              <a:gd name="connsiteY8" fmla="*/ 4730065 h 4730065"/>
              <a:gd name="connsiteX9" fmla="*/ 3417163 w 4706557"/>
              <a:gd name="connsiteY9" fmla="*/ 1289392 h 4730065"/>
              <a:gd name="connsiteX10" fmla="*/ 0 w 4706557"/>
              <a:gd name="connsiteY10" fmla="*/ 1289392 h 4730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706557" h="4730065">
                <a:moveTo>
                  <a:pt x="1163668" y="125724"/>
                </a:moveTo>
                <a:lnTo>
                  <a:pt x="1163670" y="125724"/>
                </a:lnTo>
                <a:lnTo>
                  <a:pt x="1289393" y="1"/>
                </a:lnTo>
                <a:lnTo>
                  <a:pt x="4274851" y="0"/>
                </a:lnTo>
                <a:cubicBezTo>
                  <a:pt x="4513275" y="1"/>
                  <a:pt x="4706557" y="193282"/>
                  <a:pt x="4706557" y="431706"/>
                </a:cubicBezTo>
                <a:lnTo>
                  <a:pt x="4706557" y="3440672"/>
                </a:lnTo>
                <a:lnTo>
                  <a:pt x="3542888" y="4604342"/>
                </a:lnTo>
                <a:lnTo>
                  <a:pt x="3542888" y="4604340"/>
                </a:lnTo>
                <a:lnTo>
                  <a:pt x="3417163" y="4730065"/>
                </a:lnTo>
                <a:lnTo>
                  <a:pt x="3417163" y="1289392"/>
                </a:lnTo>
                <a:lnTo>
                  <a:pt x="0" y="1289392"/>
                </a:lnTo>
                <a:close/>
              </a:path>
            </a:pathLst>
          </a:custGeom>
          <a:solidFill>
            <a:schemeClr val="accent1">
              <a:lumMod val="20000"/>
              <a:lumOff val="8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8" name="任意多边形 17">
            <a:extLst>
              <a:ext uri="{FF2B5EF4-FFF2-40B4-BE49-F238E27FC236}">
                <a16:creationId xmlns:a16="http://schemas.microsoft.com/office/drawing/2014/main" id="{CAF3F515-6E45-DBD2-8BE6-0418883F7395}"/>
              </a:ext>
            </a:extLst>
          </p:cNvPr>
          <p:cNvSpPr/>
          <p:nvPr/>
        </p:nvSpPr>
        <p:spPr>
          <a:xfrm rot="2700000">
            <a:off x="10767277" y="5635597"/>
            <a:ext cx="602495" cy="605504"/>
          </a:xfrm>
          <a:custGeom>
            <a:avLst/>
            <a:gdLst>
              <a:gd name="connsiteX0" fmla="*/ 1163668 w 4706557"/>
              <a:gd name="connsiteY0" fmla="*/ 125724 h 4730065"/>
              <a:gd name="connsiteX1" fmla="*/ 1163670 w 4706557"/>
              <a:gd name="connsiteY1" fmla="*/ 125724 h 4730065"/>
              <a:gd name="connsiteX2" fmla="*/ 1289393 w 4706557"/>
              <a:gd name="connsiteY2" fmla="*/ 1 h 4730065"/>
              <a:gd name="connsiteX3" fmla="*/ 4274851 w 4706557"/>
              <a:gd name="connsiteY3" fmla="*/ 0 h 4730065"/>
              <a:gd name="connsiteX4" fmla="*/ 4706557 w 4706557"/>
              <a:gd name="connsiteY4" fmla="*/ 431706 h 4730065"/>
              <a:gd name="connsiteX5" fmla="*/ 4706557 w 4706557"/>
              <a:gd name="connsiteY5" fmla="*/ 3440672 h 4730065"/>
              <a:gd name="connsiteX6" fmla="*/ 3542888 w 4706557"/>
              <a:gd name="connsiteY6" fmla="*/ 4604342 h 4730065"/>
              <a:gd name="connsiteX7" fmla="*/ 3542888 w 4706557"/>
              <a:gd name="connsiteY7" fmla="*/ 4604340 h 4730065"/>
              <a:gd name="connsiteX8" fmla="*/ 3417163 w 4706557"/>
              <a:gd name="connsiteY8" fmla="*/ 4730065 h 4730065"/>
              <a:gd name="connsiteX9" fmla="*/ 3417163 w 4706557"/>
              <a:gd name="connsiteY9" fmla="*/ 1289392 h 4730065"/>
              <a:gd name="connsiteX10" fmla="*/ 0 w 4706557"/>
              <a:gd name="connsiteY10" fmla="*/ 1289392 h 4730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706557" h="4730065">
                <a:moveTo>
                  <a:pt x="1163668" y="125724"/>
                </a:moveTo>
                <a:lnTo>
                  <a:pt x="1163670" y="125724"/>
                </a:lnTo>
                <a:lnTo>
                  <a:pt x="1289393" y="1"/>
                </a:lnTo>
                <a:lnTo>
                  <a:pt x="4274851" y="0"/>
                </a:lnTo>
                <a:cubicBezTo>
                  <a:pt x="4513275" y="1"/>
                  <a:pt x="4706557" y="193282"/>
                  <a:pt x="4706557" y="431706"/>
                </a:cubicBezTo>
                <a:lnTo>
                  <a:pt x="4706557" y="3440672"/>
                </a:lnTo>
                <a:lnTo>
                  <a:pt x="3542888" y="4604342"/>
                </a:lnTo>
                <a:lnTo>
                  <a:pt x="3542888" y="4604340"/>
                </a:lnTo>
                <a:lnTo>
                  <a:pt x="3417163" y="4730065"/>
                </a:lnTo>
                <a:lnTo>
                  <a:pt x="3417163" y="1289392"/>
                </a:lnTo>
                <a:lnTo>
                  <a:pt x="0" y="1289392"/>
                </a:lnTo>
                <a:close/>
              </a:path>
            </a:pathLst>
          </a:custGeom>
          <a:solidFill>
            <a:schemeClr val="bg1">
              <a:lumMod val="95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Tree>
    <p:extLst>
      <p:ext uri="{BB962C8B-B14F-4D97-AF65-F5344CB8AC3E}">
        <p14:creationId xmlns:p14="http://schemas.microsoft.com/office/powerpoint/2010/main" val="141301856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902C1F-4A3E-F278-DB70-49A78712F6D6}"/>
            </a:ext>
          </a:extLst>
        </p:cNvPr>
        <p:cNvGrpSpPr/>
        <p:nvPr/>
      </p:nvGrpSpPr>
      <p:grpSpPr>
        <a:xfrm>
          <a:off x="0" y="0"/>
          <a:ext cx="0" cy="0"/>
          <a:chOff x="0" y="0"/>
          <a:chExt cx="0" cy="0"/>
        </a:xfrm>
      </p:grpSpPr>
      <p:sp>
        <p:nvSpPr>
          <p:cNvPr id="47" name="椭圆 13">
            <a:extLst>
              <a:ext uri="{FF2B5EF4-FFF2-40B4-BE49-F238E27FC236}">
                <a16:creationId xmlns:a16="http://schemas.microsoft.com/office/drawing/2014/main" id="{DE966AE7-5B34-BA42-26BB-4ABE7DDB5A78}"/>
              </a:ext>
            </a:extLst>
          </p:cNvPr>
          <p:cNvSpPr/>
          <p:nvPr/>
        </p:nvSpPr>
        <p:spPr>
          <a:xfrm>
            <a:off x="5229135" y="2326081"/>
            <a:ext cx="755387" cy="708526"/>
          </a:xfrm>
          <a:custGeom>
            <a:avLst/>
            <a:gdLst>
              <a:gd name="connsiteX0" fmla="*/ 258582 w 606298"/>
              <a:gd name="connsiteY0" fmla="*/ 455598 h 568686"/>
              <a:gd name="connsiteX1" fmla="*/ 303149 w 606298"/>
              <a:gd name="connsiteY1" fmla="*/ 490637 h 568686"/>
              <a:gd name="connsiteX2" fmla="*/ 347716 w 606298"/>
              <a:gd name="connsiteY2" fmla="*/ 455598 h 568686"/>
              <a:gd name="connsiteX3" fmla="*/ 311784 w 606298"/>
              <a:gd name="connsiteY3" fmla="*/ 456896 h 568686"/>
              <a:gd name="connsiteX4" fmla="*/ 294607 w 606298"/>
              <a:gd name="connsiteY4" fmla="*/ 456896 h 568686"/>
              <a:gd name="connsiteX5" fmla="*/ 258582 w 606298"/>
              <a:gd name="connsiteY5" fmla="*/ 455598 h 568686"/>
              <a:gd name="connsiteX6" fmla="*/ 482810 w 606298"/>
              <a:gd name="connsiteY6" fmla="*/ 426955 h 568686"/>
              <a:gd name="connsiteX7" fmla="*/ 402311 w 606298"/>
              <a:gd name="connsiteY7" fmla="*/ 449202 h 568686"/>
              <a:gd name="connsiteX8" fmla="*/ 391633 w 606298"/>
              <a:gd name="connsiteY8" fmla="*/ 460233 h 568686"/>
              <a:gd name="connsiteX9" fmla="*/ 333696 w 606298"/>
              <a:gd name="connsiteY9" fmla="*/ 510752 h 568686"/>
              <a:gd name="connsiteX10" fmla="*/ 407603 w 606298"/>
              <a:gd name="connsiteY10" fmla="*/ 533647 h 568686"/>
              <a:gd name="connsiteX11" fmla="*/ 445578 w 606298"/>
              <a:gd name="connsiteY11" fmla="*/ 523358 h 568686"/>
              <a:gd name="connsiteX12" fmla="*/ 482810 w 606298"/>
              <a:gd name="connsiteY12" fmla="*/ 426955 h 568686"/>
              <a:gd name="connsiteX13" fmla="*/ 123488 w 606298"/>
              <a:gd name="connsiteY13" fmla="*/ 426955 h 568686"/>
              <a:gd name="connsiteX14" fmla="*/ 160720 w 606298"/>
              <a:gd name="connsiteY14" fmla="*/ 523358 h 568686"/>
              <a:gd name="connsiteX15" fmla="*/ 198788 w 606298"/>
              <a:gd name="connsiteY15" fmla="*/ 533647 h 568686"/>
              <a:gd name="connsiteX16" fmla="*/ 272602 w 606298"/>
              <a:gd name="connsiteY16" fmla="*/ 510752 h 568686"/>
              <a:gd name="connsiteX17" fmla="*/ 214665 w 606298"/>
              <a:gd name="connsiteY17" fmla="*/ 460233 h 568686"/>
              <a:gd name="connsiteX18" fmla="*/ 204080 w 606298"/>
              <a:gd name="connsiteY18" fmla="*/ 449202 h 568686"/>
              <a:gd name="connsiteX19" fmla="*/ 123488 w 606298"/>
              <a:gd name="connsiteY19" fmla="*/ 426955 h 568686"/>
              <a:gd name="connsiteX20" fmla="*/ 469069 w 606298"/>
              <a:gd name="connsiteY20" fmla="*/ 346681 h 568686"/>
              <a:gd name="connsiteX21" fmla="*/ 450777 w 606298"/>
              <a:gd name="connsiteY21" fmla="*/ 374953 h 568686"/>
              <a:gd name="connsiteX22" fmla="*/ 449292 w 606298"/>
              <a:gd name="connsiteY22" fmla="*/ 377178 h 568686"/>
              <a:gd name="connsiteX23" fmla="*/ 425523 w 606298"/>
              <a:gd name="connsiteY23" fmla="*/ 409250 h 568686"/>
              <a:gd name="connsiteX24" fmla="*/ 479189 w 606298"/>
              <a:gd name="connsiteY24" fmla="*/ 391360 h 568686"/>
              <a:gd name="connsiteX25" fmla="*/ 469069 w 606298"/>
              <a:gd name="connsiteY25" fmla="*/ 346681 h 568686"/>
              <a:gd name="connsiteX26" fmla="*/ 137229 w 606298"/>
              <a:gd name="connsiteY26" fmla="*/ 346681 h 568686"/>
              <a:gd name="connsiteX27" fmla="*/ 127109 w 606298"/>
              <a:gd name="connsiteY27" fmla="*/ 391360 h 568686"/>
              <a:gd name="connsiteX28" fmla="*/ 180868 w 606298"/>
              <a:gd name="connsiteY28" fmla="*/ 409250 h 568686"/>
              <a:gd name="connsiteX29" fmla="*/ 157006 w 606298"/>
              <a:gd name="connsiteY29" fmla="*/ 377178 h 568686"/>
              <a:gd name="connsiteX30" fmla="*/ 155521 w 606298"/>
              <a:gd name="connsiteY30" fmla="*/ 375046 h 568686"/>
              <a:gd name="connsiteX31" fmla="*/ 137229 w 606298"/>
              <a:gd name="connsiteY31" fmla="*/ 346681 h 568686"/>
              <a:gd name="connsiteX32" fmla="*/ 303114 w 606298"/>
              <a:gd name="connsiteY32" fmla="*/ 237523 h 568686"/>
              <a:gd name="connsiteX33" fmla="*/ 350005 w 606298"/>
              <a:gd name="connsiteY33" fmla="*/ 284343 h 568686"/>
              <a:gd name="connsiteX34" fmla="*/ 303114 w 606298"/>
              <a:gd name="connsiteY34" fmla="*/ 331163 h 568686"/>
              <a:gd name="connsiteX35" fmla="*/ 256223 w 606298"/>
              <a:gd name="connsiteY35" fmla="*/ 284343 h 568686"/>
              <a:gd name="connsiteX36" fmla="*/ 303114 w 606298"/>
              <a:gd name="connsiteY36" fmla="*/ 237523 h 568686"/>
              <a:gd name="connsiteX37" fmla="*/ 517257 w 606298"/>
              <a:gd name="connsiteY37" fmla="*/ 210604 h 568686"/>
              <a:gd name="connsiteX38" fmla="*/ 516792 w 606298"/>
              <a:gd name="connsiteY38" fmla="*/ 213292 h 568686"/>
              <a:gd name="connsiteX39" fmla="*/ 490888 w 606298"/>
              <a:gd name="connsiteY39" fmla="*/ 303392 h 568686"/>
              <a:gd name="connsiteX40" fmla="*/ 511500 w 606298"/>
              <a:gd name="connsiteY40" fmla="*/ 374953 h 568686"/>
              <a:gd name="connsiteX41" fmla="*/ 572130 w 606298"/>
              <a:gd name="connsiteY41" fmla="*/ 290971 h 568686"/>
              <a:gd name="connsiteX42" fmla="*/ 517257 w 606298"/>
              <a:gd name="connsiteY42" fmla="*/ 210604 h 568686"/>
              <a:gd name="connsiteX43" fmla="*/ 89041 w 606298"/>
              <a:gd name="connsiteY43" fmla="*/ 210604 h 568686"/>
              <a:gd name="connsiteX44" fmla="*/ 34168 w 606298"/>
              <a:gd name="connsiteY44" fmla="*/ 290971 h 568686"/>
              <a:gd name="connsiteX45" fmla="*/ 94798 w 606298"/>
              <a:gd name="connsiteY45" fmla="*/ 374953 h 568686"/>
              <a:gd name="connsiteX46" fmla="*/ 115410 w 606298"/>
              <a:gd name="connsiteY46" fmla="*/ 303392 h 568686"/>
              <a:gd name="connsiteX47" fmla="*/ 89506 w 606298"/>
              <a:gd name="connsiteY47" fmla="*/ 213292 h 568686"/>
              <a:gd name="connsiteX48" fmla="*/ 419952 w 606298"/>
              <a:gd name="connsiteY48" fmla="*/ 171487 h 568686"/>
              <a:gd name="connsiteX49" fmla="*/ 438893 w 606298"/>
              <a:gd name="connsiteY49" fmla="*/ 199666 h 568686"/>
              <a:gd name="connsiteX50" fmla="*/ 470833 w 606298"/>
              <a:gd name="connsiteY50" fmla="*/ 256952 h 568686"/>
              <a:gd name="connsiteX51" fmla="*/ 484017 w 606298"/>
              <a:gd name="connsiteY51" fmla="*/ 200407 h 568686"/>
              <a:gd name="connsiteX52" fmla="*/ 484946 w 606298"/>
              <a:gd name="connsiteY52" fmla="*/ 193085 h 568686"/>
              <a:gd name="connsiteX53" fmla="*/ 419952 w 606298"/>
              <a:gd name="connsiteY53" fmla="*/ 171487 h 568686"/>
              <a:gd name="connsiteX54" fmla="*/ 186346 w 606298"/>
              <a:gd name="connsiteY54" fmla="*/ 171487 h 568686"/>
              <a:gd name="connsiteX55" fmla="*/ 121352 w 606298"/>
              <a:gd name="connsiteY55" fmla="*/ 193085 h 568686"/>
              <a:gd name="connsiteX56" fmla="*/ 122281 w 606298"/>
              <a:gd name="connsiteY56" fmla="*/ 200407 h 568686"/>
              <a:gd name="connsiteX57" fmla="*/ 135465 w 606298"/>
              <a:gd name="connsiteY57" fmla="*/ 256952 h 568686"/>
              <a:gd name="connsiteX58" fmla="*/ 167405 w 606298"/>
              <a:gd name="connsiteY58" fmla="*/ 199666 h 568686"/>
              <a:gd name="connsiteX59" fmla="*/ 186346 w 606298"/>
              <a:gd name="connsiteY59" fmla="*/ 171487 h 568686"/>
              <a:gd name="connsiteX60" fmla="*/ 303149 w 606298"/>
              <a:gd name="connsiteY60" fmla="*/ 159459 h 568686"/>
              <a:gd name="connsiteX61" fmla="*/ 236113 w 606298"/>
              <a:gd name="connsiteY61" fmla="*/ 162866 h 568686"/>
              <a:gd name="connsiteX62" fmla="*/ 196559 w 606298"/>
              <a:gd name="connsiteY62" fmla="*/ 218020 h 568686"/>
              <a:gd name="connsiteX63" fmla="*/ 153385 w 606298"/>
              <a:gd name="connsiteY63" fmla="*/ 301260 h 568686"/>
              <a:gd name="connsiteX64" fmla="*/ 184118 w 606298"/>
              <a:gd name="connsiteY64" fmla="*/ 356321 h 568686"/>
              <a:gd name="connsiteX65" fmla="*/ 222835 w 606298"/>
              <a:gd name="connsiteY65" fmla="*/ 406284 h 568686"/>
              <a:gd name="connsiteX66" fmla="*/ 227385 w 606298"/>
              <a:gd name="connsiteY66" fmla="*/ 411104 h 568686"/>
              <a:gd name="connsiteX67" fmla="*/ 234813 w 606298"/>
              <a:gd name="connsiteY67" fmla="*/ 419169 h 568686"/>
              <a:gd name="connsiteX68" fmla="*/ 294607 w 606298"/>
              <a:gd name="connsiteY68" fmla="*/ 422691 h 568686"/>
              <a:gd name="connsiteX69" fmla="*/ 311784 w 606298"/>
              <a:gd name="connsiteY69" fmla="*/ 422691 h 568686"/>
              <a:gd name="connsiteX70" fmla="*/ 371485 w 606298"/>
              <a:gd name="connsiteY70" fmla="*/ 419169 h 568686"/>
              <a:gd name="connsiteX71" fmla="*/ 378913 w 606298"/>
              <a:gd name="connsiteY71" fmla="*/ 411104 h 568686"/>
              <a:gd name="connsiteX72" fmla="*/ 383463 w 606298"/>
              <a:gd name="connsiteY72" fmla="*/ 406284 h 568686"/>
              <a:gd name="connsiteX73" fmla="*/ 422273 w 606298"/>
              <a:gd name="connsiteY73" fmla="*/ 356321 h 568686"/>
              <a:gd name="connsiteX74" fmla="*/ 452913 w 606298"/>
              <a:gd name="connsiteY74" fmla="*/ 301260 h 568686"/>
              <a:gd name="connsiteX75" fmla="*/ 409831 w 606298"/>
              <a:gd name="connsiteY75" fmla="*/ 218020 h 568686"/>
              <a:gd name="connsiteX76" fmla="*/ 370185 w 606298"/>
              <a:gd name="connsiteY76" fmla="*/ 162866 h 568686"/>
              <a:gd name="connsiteX77" fmla="*/ 303149 w 606298"/>
              <a:gd name="connsiteY77" fmla="*/ 159459 h 568686"/>
              <a:gd name="connsiteX78" fmla="*/ 303149 w 606298"/>
              <a:gd name="connsiteY78" fmla="*/ 95754 h 568686"/>
              <a:gd name="connsiteX79" fmla="*/ 269631 w 606298"/>
              <a:gd name="connsiteY79" fmla="*/ 125788 h 568686"/>
              <a:gd name="connsiteX80" fmla="*/ 336667 w 606298"/>
              <a:gd name="connsiteY80" fmla="*/ 125788 h 568686"/>
              <a:gd name="connsiteX81" fmla="*/ 303149 w 606298"/>
              <a:gd name="connsiteY81" fmla="*/ 95754 h 568686"/>
              <a:gd name="connsiteX82" fmla="*/ 413453 w 606298"/>
              <a:gd name="connsiteY82" fmla="*/ 34112 h 568686"/>
              <a:gd name="connsiteX83" fmla="*/ 326454 w 606298"/>
              <a:gd name="connsiteY83" fmla="*/ 70078 h 568686"/>
              <a:gd name="connsiteX84" fmla="*/ 388012 w 606298"/>
              <a:gd name="connsiteY84" fmla="*/ 130608 h 568686"/>
              <a:gd name="connsiteX85" fmla="*/ 490424 w 606298"/>
              <a:gd name="connsiteY85" fmla="*/ 158138 h 568686"/>
              <a:gd name="connsiteX86" fmla="*/ 490424 w 606298"/>
              <a:gd name="connsiteY86" fmla="*/ 156933 h 568686"/>
              <a:gd name="connsiteX87" fmla="*/ 453841 w 606298"/>
              <a:gd name="connsiteY87" fmla="*/ 45143 h 568686"/>
              <a:gd name="connsiteX88" fmla="*/ 413453 w 606298"/>
              <a:gd name="connsiteY88" fmla="*/ 34112 h 568686"/>
              <a:gd name="connsiteX89" fmla="*/ 192845 w 606298"/>
              <a:gd name="connsiteY89" fmla="*/ 34112 h 568686"/>
              <a:gd name="connsiteX90" fmla="*/ 152549 w 606298"/>
              <a:gd name="connsiteY90" fmla="*/ 45143 h 568686"/>
              <a:gd name="connsiteX91" fmla="*/ 115874 w 606298"/>
              <a:gd name="connsiteY91" fmla="*/ 156933 h 568686"/>
              <a:gd name="connsiteX92" fmla="*/ 115967 w 606298"/>
              <a:gd name="connsiteY92" fmla="*/ 158138 h 568686"/>
              <a:gd name="connsiteX93" fmla="*/ 218286 w 606298"/>
              <a:gd name="connsiteY93" fmla="*/ 130608 h 568686"/>
              <a:gd name="connsiteX94" fmla="*/ 279937 w 606298"/>
              <a:gd name="connsiteY94" fmla="*/ 70078 h 568686"/>
              <a:gd name="connsiteX95" fmla="*/ 192845 w 606298"/>
              <a:gd name="connsiteY95" fmla="*/ 34112 h 568686"/>
              <a:gd name="connsiteX96" fmla="*/ 192845 w 606298"/>
              <a:gd name="connsiteY96" fmla="*/ 0 h 568686"/>
              <a:gd name="connsiteX97" fmla="*/ 303149 w 606298"/>
              <a:gd name="connsiteY97" fmla="*/ 44494 h 568686"/>
              <a:gd name="connsiteX98" fmla="*/ 413453 w 606298"/>
              <a:gd name="connsiteY98" fmla="*/ 0 h 568686"/>
              <a:gd name="connsiteX99" fmla="*/ 472411 w 606298"/>
              <a:gd name="connsiteY99" fmla="*/ 16500 h 568686"/>
              <a:gd name="connsiteX100" fmla="*/ 515214 w 606298"/>
              <a:gd name="connsiteY100" fmla="*/ 78050 h 568686"/>
              <a:gd name="connsiteX101" fmla="*/ 524127 w 606298"/>
              <a:gd name="connsiteY101" fmla="*/ 167964 h 568686"/>
              <a:gd name="connsiteX102" fmla="*/ 524127 w 606298"/>
              <a:gd name="connsiteY102" fmla="*/ 174824 h 568686"/>
              <a:gd name="connsiteX103" fmla="*/ 606298 w 606298"/>
              <a:gd name="connsiteY103" fmla="*/ 290971 h 568686"/>
              <a:gd name="connsiteX104" fmla="*/ 516607 w 606298"/>
              <a:gd name="connsiteY104" fmla="*/ 411382 h 568686"/>
              <a:gd name="connsiteX105" fmla="*/ 516792 w 606298"/>
              <a:gd name="connsiteY105" fmla="*/ 413792 h 568686"/>
              <a:gd name="connsiteX106" fmla="*/ 464519 w 606298"/>
              <a:gd name="connsiteY106" fmla="*/ 553299 h 568686"/>
              <a:gd name="connsiteX107" fmla="*/ 408903 w 606298"/>
              <a:gd name="connsiteY107" fmla="*/ 568686 h 568686"/>
              <a:gd name="connsiteX108" fmla="*/ 303149 w 606298"/>
              <a:gd name="connsiteY108" fmla="*/ 532628 h 568686"/>
              <a:gd name="connsiteX109" fmla="*/ 197395 w 606298"/>
              <a:gd name="connsiteY109" fmla="*/ 568686 h 568686"/>
              <a:gd name="connsiteX110" fmla="*/ 141779 w 606298"/>
              <a:gd name="connsiteY110" fmla="*/ 553299 h 568686"/>
              <a:gd name="connsiteX111" fmla="*/ 89506 w 606298"/>
              <a:gd name="connsiteY111" fmla="*/ 413700 h 568686"/>
              <a:gd name="connsiteX112" fmla="*/ 89784 w 606298"/>
              <a:gd name="connsiteY112" fmla="*/ 411382 h 568686"/>
              <a:gd name="connsiteX113" fmla="*/ 0 w 606298"/>
              <a:gd name="connsiteY113" fmla="*/ 290971 h 568686"/>
              <a:gd name="connsiteX114" fmla="*/ 82171 w 606298"/>
              <a:gd name="connsiteY114" fmla="*/ 174824 h 568686"/>
              <a:gd name="connsiteX115" fmla="*/ 82171 w 606298"/>
              <a:gd name="connsiteY115" fmla="*/ 167964 h 568686"/>
              <a:gd name="connsiteX116" fmla="*/ 91084 w 606298"/>
              <a:gd name="connsiteY116" fmla="*/ 78050 h 568686"/>
              <a:gd name="connsiteX117" fmla="*/ 133887 w 606298"/>
              <a:gd name="connsiteY117" fmla="*/ 16500 h 568686"/>
              <a:gd name="connsiteX118" fmla="*/ 192845 w 606298"/>
              <a:gd name="connsiteY118" fmla="*/ 0 h 5686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606298" h="568686">
                <a:moveTo>
                  <a:pt x="258582" y="455598"/>
                </a:moveTo>
                <a:cubicBezTo>
                  <a:pt x="273159" y="469039"/>
                  <a:pt x="288200" y="480811"/>
                  <a:pt x="303149" y="490637"/>
                </a:cubicBezTo>
                <a:cubicBezTo>
                  <a:pt x="318190" y="480811"/>
                  <a:pt x="333139" y="469039"/>
                  <a:pt x="347716" y="455598"/>
                </a:cubicBezTo>
                <a:cubicBezTo>
                  <a:pt x="335274" y="456432"/>
                  <a:pt x="323483" y="456896"/>
                  <a:pt x="311784" y="456896"/>
                </a:cubicBezTo>
                <a:lnTo>
                  <a:pt x="294607" y="456896"/>
                </a:lnTo>
                <a:cubicBezTo>
                  <a:pt x="282908" y="456896"/>
                  <a:pt x="271024" y="456432"/>
                  <a:pt x="258582" y="455598"/>
                </a:cubicBezTo>
                <a:close/>
                <a:moveTo>
                  <a:pt x="482810" y="426955"/>
                </a:moveTo>
                <a:cubicBezTo>
                  <a:pt x="458020" y="436688"/>
                  <a:pt x="431001" y="444104"/>
                  <a:pt x="402311" y="449202"/>
                </a:cubicBezTo>
                <a:lnTo>
                  <a:pt x="391633" y="460233"/>
                </a:lnTo>
                <a:cubicBezTo>
                  <a:pt x="373249" y="479421"/>
                  <a:pt x="353751" y="496384"/>
                  <a:pt x="333696" y="510752"/>
                </a:cubicBezTo>
                <a:cubicBezTo>
                  <a:pt x="360436" y="525768"/>
                  <a:pt x="385877" y="533647"/>
                  <a:pt x="407603" y="533647"/>
                </a:cubicBezTo>
                <a:cubicBezTo>
                  <a:pt x="421995" y="533647"/>
                  <a:pt x="434808" y="530218"/>
                  <a:pt x="445578" y="523358"/>
                </a:cubicBezTo>
                <a:cubicBezTo>
                  <a:pt x="470833" y="507507"/>
                  <a:pt x="484017" y="473303"/>
                  <a:pt x="482810" y="426955"/>
                </a:cubicBezTo>
                <a:close/>
                <a:moveTo>
                  <a:pt x="123488" y="426955"/>
                </a:moveTo>
                <a:cubicBezTo>
                  <a:pt x="122281" y="473303"/>
                  <a:pt x="135465" y="507507"/>
                  <a:pt x="160720" y="523358"/>
                </a:cubicBezTo>
                <a:cubicBezTo>
                  <a:pt x="171490" y="530218"/>
                  <a:pt x="184303" y="533647"/>
                  <a:pt x="198788" y="533647"/>
                </a:cubicBezTo>
                <a:cubicBezTo>
                  <a:pt x="220421" y="533647"/>
                  <a:pt x="245862" y="525768"/>
                  <a:pt x="272602" y="510752"/>
                </a:cubicBezTo>
                <a:cubicBezTo>
                  <a:pt x="252547" y="496384"/>
                  <a:pt x="233142" y="479421"/>
                  <a:pt x="214665" y="460233"/>
                </a:cubicBezTo>
                <a:lnTo>
                  <a:pt x="204080" y="449202"/>
                </a:lnTo>
                <a:cubicBezTo>
                  <a:pt x="175297" y="444104"/>
                  <a:pt x="148278" y="436688"/>
                  <a:pt x="123488" y="426955"/>
                </a:cubicBezTo>
                <a:close/>
                <a:moveTo>
                  <a:pt x="469069" y="346681"/>
                </a:moveTo>
                <a:cubicBezTo>
                  <a:pt x="463591" y="356043"/>
                  <a:pt x="457555" y="365313"/>
                  <a:pt x="450777" y="374953"/>
                </a:cubicBezTo>
                <a:lnTo>
                  <a:pt x="449292" y="377178"/>
                </a:lnTo>
                <a:cubicBezTo>
                  <a:pt x="437686" y="393770"/>
                  <a:pt x="434529" y="398405"/>
                  <a:pt x="425523" y="409250"/>
                </a:cubicBezTo>
                <a:cubicBezTo>
                  <a:pt x="444464" y="404523"/>
                  <a:pt x="462476" y="398497"/>
                  <a:pt x="479189" y="391360"/>
                </a:cubicBezTo>
                <a:cubicBezTo>
                  <a:pt x="476961" y="376992"/>
                  <a:pt x="473525" y="361976"/>
                  <a:pt x="469069" y="346681"/>
                </a:cubicBezTo>
                <a:close/>
                <a:moveTo>
                  <a:pt x="137229" y="346681"/>
                </a:moveTo>
                <a:cubicBezTo>
                  <a:pt x="132773" y="361976"/>
                  <a:pt x="129337" y="376992"/>
                  <a:pt x="127109" y="391360"/>
                </a:cubicBezTo>
                <a:cubicBezTo>
                  <a:pt x="143822" y="398497"/>
                  <a:pt x="161834" y="404523"/>
                  <a:pt x="180868" y="409250"/>
                </a:cubicBezTo>
                <a:cubicBezTo>
                  <a:pt x="171769" y="398312"/>
                  <a:pt x="168426" y="393492"/>
                  <a:pt x="157006" y="377178"/>
                </a:cubicBezTo>
                <a:lnTo>
                  <a:pt x="155521" y="375046"/>
                </a:lnTo>
                <a:cubicBezTo>
                  <a:pt x="148743" y="365313"/>
                  <a:pt x="142800" y="356043"/>
                  <a:pt x="137229" y="346681"/>
                </a:cubicBezTo>
                <a:close/>
                <a:moveTo>
                  <a:pt x="303114" y="237523"/>
                </a:moveTo>
                <a:cubicBezTo>
                  <a:pt x="329011" y="237523"/>
                  <a:pt x="350005" y="258485"/>
                  <a:pt x="350005" y="284343"/>
                </a:cubicBezTo>
                <a:cubicBezTo>
                  <a:pt x="350005" y="310201"/>
                  <a:pt x="329011" y="331163"/>
                  <a:pt x="303114" y="331163"/>
                </a:cubicBezTo>
                <a:cubicBezTo>
                  <a:pt x="277217" y="331163"/>
                  <a:pt x="256223" y="310201"/>
                  <a:pt x="256223" y="284343"/>
                </a:cubicBezTo>
                <a:cubicBezTo>
                  <a:pt x="256223" y="258485"/>
                  <a:pt x="277217" y="237523"/>
                  <a:pt x="303114" y="237523"/>
                </a:cubicBezTo>
                <a:close/>
                <a:moveTo>
                  <a:pt x="517257" y="210604"/>
                </a:moveTo>
                <a:lnTo>
                  <a:pt x="516792" y="213292"/>
                </a:lnTo>
                <a:cubicBezTo>
                  <a:pt x="511593" y="245550"/>
                  <a:pt x="503144" y="275027"/>
                  <a:pt x="490888" y="303392"/>
                </a:cubicBezTo>
                <a:cubicBezTo>
                  <a:pt x="500173" y="327771"/>
                  <a:pt x="507043" y="351872"/>
                  <a:pt x="511500" y="374953"/>
                </a:cubicBezTo>
                <a:cubicBezTo>
                  <a:pt x="550682" y="351223"/>
                  <a:pt x="572130" y="321560"/>
                  <a:pt x="572130" y="290971"/>
                </a:cubicBezTo>
                <a:cubicBezTo>
                  <a:pt x="572130" y="262143"/>
                  <a:pt x="552725" y="233778"/>
                  <a:pt x="517257" y="210604"/>
                </a:cubicBezTo>
                <a:close/>
                <a:moveTo>
                  <a:pt x="89041" y="210604"/>
                </a:moveTo>
                <a:cubicBezTo>
                  <a:pt x="53573" y="233778"/>
                  <a:pt x="34168" y="262143"/>
                  <a:pt x="34168" y="290971"/>
                </a:cubicBezTo>
                <a:cubicBezTo>
                  <a:pt x="34168" y="321560"/>
                  <a:pt x="55616" y="351223"/>
                  <a:pt x="94798" y="374953"/>
                </a:cubicBezTo>
                <a:cubicBezTo>
                  <a:pt x="99255" y="351872"/>
                  <a:pt x="106218" y="327771"/>
                  <a:pt x="115410" y="303392"/>
                </a:cubicBezTo>
                <a:cubicBezTo>
                  <a:pt x="103247" y="275027"/>
                  <a:pt x="94705" y="245550"/>
                  <a:pt x="89506" y="213292"/>
                </a:cubicBezTo>
                <a:close/>
                <a:moveTo>
                  <a:pt x="419952" y="171487"/>
                </a:moveTo>
                <a:cubicBezTo>
                  <a:pt x="426451" y="180571"/>
                  <a:pt x="432765" y="190026"/>
                  <a:pt x="438893" y="199666"/>
                </a:cubicBezTo>
                <a:cubicBezTo>
                  <a:pt x="450777" y="218576"/>
                  <a:pt x="461548" y="237856"/>
                  <a:pt x="470833" y="256952"/>
                </a:cubicBezTo>
                <a:cubicBezTo>
                  <a:pt x="477146" y="237949"/>
                  <a:pt x="481510" y="219410"/>
                  <a:pt x="484017" y="200407"/>
                </a:cubicBezTo>
                <a:lnTo>
                  <a:pt x="484946" y="193085"/>
                </a:lnTo>
                <a:cubicBezTo>
                  <a:pt x="465633" y="184278"/>
                  <a:pt x="443814" y="177048"/>
                  <a:pt x="419952" y="171487"/>
                </a:cubicBezTo>
                <a:close/>
                <a:moveTo>
                  <a:pt x="186346" y="171487"/>
                </a:moveTo>
                <a:cubicBezTo>
                  <a:pt x="162577" y="177048"/>
                  <a:pt x="140758" y="184278"/>
                  <a:pt x="121352" y="193085"/>
                </a:cubicBezTo>
                <a:lnTo>
                  <a:pt x="122281" y="200407"/>
                </a:lnTo>
                <a:cubicBezTo>
                  <a:pt x="124881" y="219410"/>
                  <a:pt x="129152" y="237949"/>
                  <a:pt x="135465" y="256952"/>
                </a:cubicBezTo>
                <a:cubicBezTo>
                  <a:pt x="144750" y="237856"/>
                  <a:pt x="155521" y="218576"/>
                  <a:pt x="167405" y="199666"/>
                </a:cubicBezTo>
                <a:cubicBezTo>
                  <a:pt x="173533" y="190026"/>
                  <a:pt x="179847" y="180571"/>
                  <a:pt x="186346" y="171487"/>
                </a:cubicBezTo>
                <a:close/>
                <a:moveTo>
                  <a:pt x="303149" y="159459"/>
                </a:moveTo>
                <a:cubicBezTo>
                  <a:pt x="279473" y="159459"/>
                  <a:pt x="255797" y="160595"/>
                  <a:pt x="236113" y="162866"/>
                </a:cubicBezTo>
                <a:cubicBezTo>
                  <a:pt x="222000" y="180200"/>
                  <a:pt x="208630" y="198739"/>
                  <a:pt x="196559" y="218020"/>
                </a:cubicBezTo>
                <a:cubicBezTo>
                  <a:pt x="179754" y="244438"/>
                  <a:pt x="165270" y="272432"/>
                  <a:pt x="153385" y="301260"/>
                </a:cubicBezTo>
                <a:cubicBezTo>
                  <a:pt x="162020" y="318965"/>
                  <a:pt x="172047" y="337040"/>
                  <a:pt x="184118" y="356321"/>
                </a:cubicBezTo>
                <a:cubicBezTo>
                  <a:pt x="199809" y="381534"/>
                  <a:pt x="207980" y="390340"/>
                  <a:pt x="222835" y="406284"/>
                </a:cubicBezTo>
                <a:cubicBezTo>
                  <a:pt x="224321" y="407767"/>
                  <a:pt x="225807" y="409436"/>
                  <a:pt x="227385" y="411104"/>
                </a:cubicBezTo>
                <a:lnTo>
                  <a:pt x="234813" y="419169"/>
                </a:lnTo>
                <a:cubicBezTo>
                  <a:pt x="254218" y="421486"/>
                  <a:pt x="274273" y="422691"/>
                  <a:pt x="294607" y="422691"/>
                </a:cubicBezTo>
                <a:lnTo>
                  <a:pt x="311784" y="422691"/>
                </a:lnTo>
                <a:cubicBezTo>
                  <a:pt x="332025" y="422691"/>
                  <a:pt x="352080" y="421486"/>
                  <a:pt x="371485" y="419169"/>
                </a:cubicBezTo>
                <a:lnTo>
                  <a:pt x="378913" y="411104"/>
                </a:lnTo>
                <a:cubicBezTo>
                  <a:pt x="380491" y="409436"/>
                  <a:pt x="382070" y="407767"/>
                  <a:pt x="383463" y="406284"/>
                </a:cubicBezTo>
                <a:cubicBezTo>
                  <a:pt x="398318" y="390340"/>
                  <a:pt x="406489" y="381534"/>
                  <a:pt x="422273" y="356321"/>
                </a:cubicBezTo>
                <a:cubicBezTo>
                  <a:pt x="434343" y="337040"/>
                  <a:pt x="444371" y="318965"/>
                  <a:pt x="452913" y="301260"/>
                </a:cubicBezTo>
                <a:cubicBezTo>
                  <a:pt x="441028" y="272432"/>
                  <a:pt x="426544" y="244438"/>
                  <a:pt x="409831" y="218020"/>
                </a:cubicBezTo>
                <a:cubicBezTo>
                  <a:pt x="397668" y="198739"/>
                  <a:pt x="384391" y="180200"/>
                  <a:pt x="370185" y="162866"/>
                </a:cubicBezTo>
                <a:cubicBezTo>
                  <a:pt x="350502" y="160595"/>
                  <a:pt x="326825" y="159459"/>
                  <a:pt x="303149" y="159459"/>
                </a:cubicBezTo>
                <a:close/>
                <a:moveTo>
                  <a:pt x="303149" y="95754"/>
                </a:moveTo>
                <a:cubicBezTo>
                  <a:pt x="291729" y="104931"/>
                  <a:pt x="280494" y="115035"/>
                  <a:pt x="269631" y="125788"/>
                </a:cubicBezTo>
                <a:cubicBezTo>
                  <a:pt x="288758" y="124861"/>
                  <a:pt x="317540" y="124861"/>
                  <a:pt x="336667" y="125788"/>
                </a:cubicBezTo>
                <a:cubicBezTo>
                  <a:pt x="325897" y="115035"/>
                  <a:pt x="314662" y="104931"/>
                  <a:pt x="303149" y="95754"/>
                </a:cubicBezTo>
                <a:close/>
                <a:moveTo>
                  <a:pt x="413453" y="34112"/>
                </a:moveTo>
                <a:cubicBezTo>
                  <a:pt x="388941" y="34112"/>
                  <a:pt x="359693" y="46162"/>
                  <a:pt x="326454" y="70078"/>
                </a:cubicBezTo>
                <a:cubicBezTo>
                  <a:pt x="347530" y="87226"/>
                  <a:pt x="368235" y="107619"/>
                  <a:pt x="388012" y="130608"/>
                </a:cubicBezTo>
                <a:cubicBezTo>
                  <a:pt x="425801" y="136077"/>
                  <a:pt x="460155" y="145346"/>
                  <a:pt x="490424" y="158138"/>
                </a:cubicBezTo>
                <a:lnTo>
                  <a:pt x="490424" y="156933"/>
                </a:lnTo>
                <a:cubicBezTo>
                  <a:pt x="493023" y="105117"/>
                  <a:pt x="478632" y="61179"/>
                  <a:pt x="453841" y="45143"/>
                </a:cubicBezTo>
                <a:cubicBezTo>
                  <a:pt x="442607" y="37820"/>
                  <a:pt x="428958" y="34112"/>
                  <a:pt x="413453" y="34112"/>
                </a:cubicBezTo>
                <a:close/>
                <a:moveTo>
                  <a:pt x="192845" y="34112"/>
                </a:moveTo>
                <a:cubicBezTo>
                  <a:pt x="177340" y="34112"/>
                  <a:pt x="163784" y="37820"/>
                  <a:pt x="152549" y="45143"/>
                </a:cubicBezTo>
                <a:cubicBezTo>
                  <a:pt x="127759" y="61179"/>
                  <a:pt x="113368" y="105117"/>
                  <a:pt x="115874" y="156933"/>
                </a:cubicBezTo>
                <a:lnTo>
                  <a:pt x="115967" y="158138"/>
                </a:lnTo>
                <a:cubicBezTo>
                  <a:pt x="146143" y="145346"/>
                  <a:pt x="180497" y="136077"/>
                  <a:pt x="218286" y="130608"/>
                </a:cubicBezTo>
                <a:cubicBezTo>
                  <a:pt x="238062" y="107619"/>
                  <a:pt x="258768" y="87226"/>
                  <a:pt x="279937" y="70078"/>
                </a:cubicBezTo>
                <a:cubicBezTo>
                  <a:pt x="246697" y="46162"/>
                  <a:pt x="217450" y="34112"/>
                  <a:pt x="192845" y="34112"/>
                </a:cubicBezTo>
                <a:close/>
                <a:moveTo>
                  <a:pt x="192845" y="0"/>
                </a:moveTo>
                <a:cubicBezTo>
                  <a:pt x="225342" y="0"/>
                  <a:pt x="262482" y="14924"/>
                  <a:pt x="303149" y="44494"/>
                </a:cubicBezTo>
                <a:cubicBezTo>
                  <a:pt x="343816" y="14924"/>
                  <a:pt x="380956" y="0"/>
                  <a:pt x="413453" y="0"/>
                </a:cubicBezTo>
                <a:cubicBezTo>
                  <a:pt x="435643" y="0"/>
                  <a:pt x="455513" y="5562"/>
                  <a:pt x="472411" y="16500"/>
                </a:cubicBezTo>
                <a:cubicBezTo>
                  <a:pt x="491445" y="28828"/>
                  <a:pt x="506208" y="50148"/>
                  <a:pt x="515214" y="78050"/>
                </a:cubicBezTo>
                <a:cubicBezTo>
                  <a:pt x="523756" y="104468"/>
                  <a:pt x="526820" y="135613"/>
                  <a:pt x="524127" y="167964"/>
                </a:cubicBezTo>
                <a:lnTo>
                  <a:pt x="524127" y="174824"/>
                </a:lnTo>
                <a:cubicBezTo>
                  <a:pt x="577144" y="205506"/>
                  <a:pt x="606298" y="246662"/>
                  <a:pt x="606298" y="290971"/>
                </a:cubicBezTo>
                <a:cubicBezTo>
                  <a:pt x="606298" y="337597"/>
                  <a:pt x="574451" y="380236"/>
                  <a:pt x="516607" y="411382"/>
                </a:cubicBezTo>
                <a:cubicBezTo>
                  <a:pt x="516700" y="412216"/>
                  <a:pt x="516792" y="412958"/>
                  <a:pt x="516792" y="413792"/>
                </a:cubicBezTo>
                <a:cubicBezTo>
                  <a:pt x="521528" y="479513"/>
                  <a:pt x="503051" y="529105"/>
                  <a:pt x="464519" y="553299"/>
                </a:cubicBezTo>
                <a:cubicBezTo>
                  <a:pt x="448363" y="563495"/>
                  <a:pt x="429701" y="568686"/>
                  <a:pt x="408903" y="568686"/>
                </a:cubicBezTo>
                <a:cubicBezTo>
                  <a:pt x="376870" y="568686"/>
                  <a:pt x="340381" y="556172"/>
                  <a:pt x="303149" y="532628"/>
                </a:cubicBezTo>
                <a:cubicBezTo>
                  <a:pt x="266010" y="556172"/>
                  <a:pt x="229428" y="568686"/>
                  <a:pt x="197395" y="568686"/>
                </a:cubicBezTo>
                <a:cubicBezTo>
                  <a:pt x="176690" y="568686"/>
                  <a:pt x="157935" y="563495"/>
                  <a:pt x="141779" y="553299"/>
                </a:cubicBezTo>
                <a:cubicBezTo>
                  <a:pt x="103340" y="529105"/>
                  <a:pt x="84770" y="479513"/>
                  <a:pt x="89506" y="413700"/>
                </a:cubicBezTo>
                <a:cubicBezTo>
                  <a:pt x="89598" y="412958"/>
                  <a:pt x="89691" y="412124"/>
                  <a:pt x="89784" y="411382"/>
                </a:cubicBezTo>
                <a:cubicBezTo>
                  <a:pt x="31847" y="380236"/>
                  <a:pt x="0" y="337597"/>
                  <a:pt x="0" y="290971"/>
                </a:cubicBezTo>
                <a:cubicBezTo>
                  <a:pt x="0" y="246662"/>
                  <a:pt x="29154" y="205506"/>
                  <a:pt x="82171" y="174824"/>
                </a:cubicBezTo>
                <a:lnTo>
                  <a:pt x="82171" y="167964"/>
                </a:lnTo>
                <a:cubicBezTo>
                  <a:pt x="79478" y="135613"/>
                  <a:pt x="82542" y="104468"/>
                  <a:pt x="91084" y="78050"/>
                </a:cubicBezTo>
                <a:cubicBezTo>
                  <a:pt x="100090" y="50148"/>
                  <a:pt x="114946" y="28828"/>
                  <a:pt x="133887" y="16500"/>
                </a:cubicBezTo>
                <a:cubicBezTo>
                  <a:pt x="150785" y="5562"/>
                  <a:pt x="170655" y="0"/>
                  <a:pt x="19284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cs typeface="+mn-ea"/>
              <a:sym typeface="+mn-lt"/>
            </a:endParaRPr>
          </a:p>
        </p:txBody>
      </p:sp>
      <p:sp>
        <p:nvSpPr>
          <p:cNvPr id="48" name="椭圆 45">
            <a:extLst>
              <a:ext uri="{FF2B5EF4-FFF2-40B4-BE49-F238E27FC236}">
                <a16:creationId xmlns:a16="http://schemas.microsoft.com/office/drawing/2014/main" id="{CAAA0AF8-E5E5-5BD6-2433-1447619672BB}"/>
              </a:ext>
            </a:extLst>
          </p:cNvPr>
          <p:cNvSpPr/>
          <p:nvPr/>
        </p:nvSpPr>
        <p:spPr>
          <a:xfrm>
            <a:off x="8551177" y="2313474"/>
            <a:ext cx="755387" cy="733741"/>
          </a:xfrm>
          <a:custGeom>
            <a:avLst/>
            <a:gdLst>
              <a:gd name="connsiteX0" fmla="*/ 357006 w 608274"/>
              <a:gd name="connsiteY0" fmla="*/ 315793 h 590844"/>
              <a:gd name="connsiteX1" fmla="*/ 344664 w 608274"/>
              <a:gd name="connsiteY1" fmla="*/ 351821 h 590844"/>
              <a:gd name="connsiteX2" fmla="*/ 552405 w 608274"/>
              <a:gd name="connsiteY2" fmla="*/ 559238 h 590844"/>
              <a:gd name="connsiteX3" fmla="*/ 554572 w 608274"/>
              <a:gd name="connsiteY3" fmla="*/ 560178 h 590844"/>
              <a:gd name="connsiteX4" fmla="*/ 554666 w 608274"/>
              <a:gd name="connsiteY4" fmla="*/ 560178 h 590844"/>
              <a:gd name="connsiteX5" fmla="*/ 556928 w 608274"/>
              <a:gd name="connsiteY5" fmla="*/ 559238 h 590844"/>
              <a:gd name="connsiteX6" fmla="*/ 576618 w 608274"/>
              <a:gd name="connsiteY6" fmla="*/ 539578 h 590844"/>
              <a:gd name="connsiteX7" fmla="*/ 577560 w 608274"/>
              <a:gd name="connsiteY7" fmla="*/ 537320 h 590844"/>
              <a:gd name="connsiteX8" fmla="*/ 576618 w 608274"/>
              <a:gd name="connsiteY8" fmla="*/ 535063 h 590844"/>
              <a:gd name="connsiteX9" fmla="*/ 347019 w 608274"/>
              <a:gd name="connsiteY9" fmla="*/ 272617 h 590844"/>
              <a:gd name="connsiteX10" fmla="*/ 361339 w 608274"/>
              <a:gd name="connsiteY10" fmla="*/ 276756 h 590844"/>
              <a:gd name="connsiteX11" fmla="*/ 370572 w 608274"/>
              <a:gd name="connsiteY11" fmla="*/ 285974 h 590844"/>
              <a:gd name="connsiteX12" fmla="*/ 598287 w 608274"/>
              <a:gd name="connsiteY12" fmla="*/ 513333 h 590844"/>
              <a:gd name="connsiteX13" fmla="*/ 608274 w 608274"/>
              <a:gd name="connsiteY13" fmla="*/ 537320 h 590844"/>
              <a:gd name="connsiteX14" fmla="*/ 598287 w 608274"/>
              <a:gd name="connsiteY14" fmla="*/ 561213 h 590844"/>
              <a:gd name="connsiteX15" fmla="*/ 578691 w 608274"/>
              <a:gd name="connsiteY15" fmla="*/ 580873 h 590844"/>
              <a:gd name="connsiteX16" fmla="*/ 554666 w 608274"/>
              <a:gd name="connsiteY16" fmla="*/ 590844 h 590844"/>
              <a:gd name="connsiteX17" fmla="*/ 554572 w 608274"/>
              <a:gd name="connsiteY17" fmla="*/ 590844 h 590844"/>
              <a:gd name="connsiteX18" fmla="*/ 530736 w 608274"/>
              <a:gd name="connsiteY18" fmla="*/ 580873 h 590844"/>
              <a:gd name="connsiteX19" fmla="*/ 316211 w 608274"/>
              <a:gd name="connsiteY19" fmla="*/ 366683 h 590844"/>
              <a:gd name="connsiteX20" fmla="*/ 312442 w 608274"/>
              <a:gd name="connsiteY20" fmla="*/ 350880 h 590844"/>
              <a:gd name="connsiteX21" fmla="*/ 327328 w 608274"/>
              <a:gd name="connsiteY21" fmla="*/ 307610 h 590844"/>
              <a:gd name="connsiteX22" fmla="*/ 335902 w 608274"/>
              <a:gd name="connsiteY22" fmla="*/ 282588 h 590844"/>
              <a:gd name="connsiteX23" fmla="*/ 347019 w 608274"/>
              <a:gd name="connsiteY23" fmla="*/ 272617 h 590844"/>
              <a:gd name="connsiteX24" fmla="*/ 74870 w 608274"/>
              <a:gd name="connsiteY24" fmla="*/ 82350 h 590844"/>
              <a:gd name="connsiteX25" fmla="*/ 426850 w 608274"/>
              <a:gd name="connsiteY25" fmla="*/ 82350 h 590844"/>
              <a:gd name="connsiteX26" fmla="*/ 426850 w 608274"/>
              <a:gd name="connsiteY26" fmla="*/ 306027 h 590844"/>
              <a:gd name="connsiteX27" fmla="*/ 379461 w 608274"/>
              <a:gd name="connsiteY27" fmla="*/ 258714 h 590844"/>
              <a:gd name="connsiteX28" fmla="*/ 341210 w 608274"/>
              <a:gd name="connsiteY28" fmla="*/ 247709 h 590844"/>
              <a:gd name="connsiteX29" fmla="*/ 315867 w 608274"/>
              <a:gd name="connsiteY29" fmla="*/ 265957 h 590844"/>
              <a:gd name="connsiteX30" fmla="*/ 204507 w 608274"/>
              <a:gd name="connsiteY30" fmla="*/ 235763 h 590844"/>
              <a:gd name="connsiteX31" fmla="*/ 195274 w 608274"/>
              <a:gd name="connsiteY31" fmla="*/ 230590 h 590844"/>
              <a:gd name="connsiteX32" fmla="*/ 213740 w 608274"/>
              <a:gd name="connsiteY32" fmla="*/ 231154 h 590844"/>
              <a:gd name="connsiteX33" fmla="*/ 225517 w 608274"/>
              <a:gd name="connsiteY33" fmla="*/ 231719 h 590844"/>
              <a:gd name="connsiteX34" fmla="*/ 248599 w 608274"/>
              <a:gd name="connsiteY34" fmla="*/ 232377 h 590844"/>
              <a:gd name="connsiteX35" fmla="*/ 322085 w 608274"/>
              <a:gd name="connsiteY35" fmla="*/ 227674 h 590844"/>
              <a:gd name="connsiteX36" fmla="*/ 361749 w 608274"/>
              <a:gd name="connsiteY36" fmla="*/ 186852 h 590844"/>
              <a:gd name="connsiteX37" fmla="*/ 323216 w 608274"/>
              <a:gd name="connsiteY37" fmla="*/ 133049 h 590844"/>
              <a:gd name="connsiteX38" fmla="*/ 205167 w 608274"/>
              <a:gd name="connsiteY38" fmla="*/ 122514 h 590844"/>
              <a:gd name="connsiteX39" fmla="*/ 158248 w 608274"/>
              <a:gd name="connsiteY39" fmla="*/ 124395 h 590844"/>
              <a:gd name="connsiteX40" fmla="*/ 157683 w 608274"/>
              <a:gd name="connsiteY40" fmla="*/ 124395 h 590844"/>
              <a:gd name="connsiteX41" fmla="*/ 137239 w 608274"/>
              <a:gd name="connsiteY41" fmla="*/ 144336 h 590844"/>
              <a:gd name="connsiteX42" fmla="*/ 157212 w 608274"/>
              <a:gd name="connsiteY42" fmla="*/ 165312 h 590844"/>
              <a:gd name="connsiteX43" fmla="*/ 208087 w 608274"/>
              <a:gd name="connsiteY43" fmla="*/ 163336 h 590844"/>
              <a:gd name="connsiteX44" fmla="*/ 306634 w 608274"/>
              <a:gd name="connsiteY44" fmla="*/ 170485 h 590844"/>
              <a:gd name="connsiteX45" fmla="*/ 321049 w 608274"/>
              <a:gd name="connsiteY45" fmla="*/ 183465 h 590844"/>
              <a:gd name="connsiteX46" fmla="*/ 311251 w 608274"/>
              <a:gd name="connsiteY46" fmla="*/ 188263 h 590844"/>
              <a:gd name="connsiteX47" fmla="*/ 250200 w 608274"/>
              <a:gd name="connsiteY47" fmla="*/ 191461 h 590844"/>
              <a:gd name="connsiteX48" fmla="*/ 225517 w 608274"/>
              <a:gd name="connsiteY48" fmla="*/ 190896 h 590844"/>
              <a:gd name="connsiteX49" fmla="*/ 216755 w 608274"/>
              <a:gd name="connsiteY49" fmla="*/ 190426 h 590844"/>
              <a:gd name="connsiteX50" fmla="*/ 156929 w 608274"/>
              <a:gd name="connsiteY50" fmla="*/ 206040 h 590844"/>
              <a:gd name="connsiteX51" fmla="*/ 150335 w 608274"/>
              <a:gd name="connsiteY51" fmla="*/ 236516 h 590844"/>
              <a:gd name="connsiteX52" fmla="*/ 187078 w 608274"/>
              <a:gd name="connsiteY52" fmla="*/ 272823 h 590844"/>
              <a:gd name="connsiteX53" fmla="*/ 300887 w 608274"/>
              <a:gd name="connsiteY53" fmla="*/ 305839 h 590844"/>
              <a:gd name="connsiteX54" fmla="*/ 291277 w 608274"/>
              <a:gd name="connsiteY54" fmla="*/ 334057 h 590844"/>
              <a:gd name="connsiteX55" fmla="*/ 74870 w 608274"/>
              <a:gd name="connsiteY55" fmla="*/ 334057 h 590844"/>
              <a:gd name="connsiteX56" fmla="*/ 41731 w 608274"/>
              <a:gd name="connsiteY56" fmla="*/ 0 h 590844"/>
              <a:gd name="connsiteX57" fmla="*/ 459894 w 608274"/>
              <a:gd name="connsiteY57" fmla="*/ 0 h 590844"/>
              <a:gd name="connsiteX58" fmla="*/ 501720 w 608274"/>
              <a:gd name="connsiteY58" fmla="*/ 41669 h 590844"/>
              <a:gd name="connsiteX59" fmla="*/ 501720 w 608274"/>
              <a:gd name="connsiteY59" fmla="*/ 374737 h 590844"/>
              <a:gd name="connsiteX60" fmla="*/ 501155 w 608274"/>
              <a:gd name="connsiteY60" fmla="*/ 380193 h 590844"/>
              <a:gd name="connsiteX61" fmla="*/ 457539 w 608274"/>
              <a:gd name="connsiteY61" fmla="*/ 336643 h 590844"/>
              <a:gd name="connsiteX62" fmla="*/ 457539 w 608274"/>
              <a:gd name="connsiteY62" fmla="*/ 66971 h 590844"/>
              <a:gd name="connsiteX63" fmla="*/ 442184 w 608274"/>
              <a:gd name="connsiteY63" fmla="*/ 51639 h 590844"/>
              <a:gd name="connsiteX64" fmla="*/ 59536 w 608274"/>
              <a:gd name="connsiteY64" fmla="*/ 51639 h 590844"/>
              <a:gd name="connsiteX65" fmla="*/ 44181 w 608274"/>
              <a:gd name="connsiteY65" fmla="*/ 66971 h 590844"/>
              <a:gd name="connsiteX66" fmla="*/ 44181 w 608274"/>
              <a:gd name="connsiteY66" fmla="*/ 349341 h 590844"/>
              <a:gd name="connsiteX67" fmla="*/ 59536 w 608274"/>
              <a:gd name="connsiteY67" fmla="*/ 364673 h 590844"/>
              <a:gd name="connsiteX68" fmla="*/ 287128 w 608274"/>
              <a:gd name="connsiteY68" fmla="*/ 364673 h 590844"/>
              <a:gd name="connsiteX69" fmla="*/ 298055 w 608274"/>
              <a:gd name="connsiteY69" fmla="*/ 384708 h 590844"/>
              <a:gd name="connsiteX70" fmla="*/ 329801 w 608274"/>
              <a:gd name="connsiteY70" fmla="*/ 416406 h 590844"/>
              <a:gd name="connsiteX71" fmla="*/ 41731 w 608274"/>
              <a:gd name="connsiteY71" fmla="*/ 416406 h 590844"/>
              <a:gd name="connsiteX72" fmla="*/ 0 w 608274"/>
              <a:gd name="connsiteY72" fmla="*/ 374737 h 590844"/>
              <a:gd name="connsiteX73" fmla="*/ 0 w 608274"/>
              <a:gd name="connsiteY73" fmla="*/ 41669 h 590844"/>
              <a:gd name="connsiteX74" fmla="*/ 41731 w 608274"/>
              <a:gd name="connsiteY74" fmla="*/ 0 h 590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608274" h="590844">
                <a:moveTo>
                  <a:pt x="357006" y="315793"/>
                </a:moveTo>
                <a:lnTo>
                  <a:pt x="344664" y="351821"/>
                </a:lnTo>
                <a:lnTo>
                  <a:pt x="552405" y="559238"/>
                </a:lnTo>
                <a:cubicBezTo>
                  <a:pt x="552971" y="559802"/>
                  <a:pt x="553818" y="560178"/>
                  <a:pt x="554572" y="560178"/>
                </a:cubicBezTo>
                <a:lnTo>
                  <a:pt x="554666" y="560178"/>
                </a:lnTo>
                <a:cubicBezTo>
                  <a:pt x="555514" y="560178"/>
                  <a:pt x="556362" y="559802"/>
                  <a:pt x="556928" y="559238"/>
                </a:cubicBezTo>
                <a:lnTo>
                  <a:pt x="576618" y="539578"/>
                </a:lnTo>
                <a:cubicBezTo>
                  <a:pt x="577372" y="538825"/>
                  <a:pt x="577560" y="537885"/>
                  <a:pt x="577560" y="537320"/>
                </a:cubicBezTo>
                <a:cubicBezTo>
                  <a:pt x="577560" y="536756"/>
                  <a:pt x="577372" y="535815"/>
                  <a:pt x="576618" y="535063"/>
                </a:cubicBezTo>
                <a:close/>
                <a:moveTo>
                  <a:pt x="347019" y="272617"/>
                </a:moveTo>
                <a:cubicBezTo>
                  <a:pt x="352106" y="271394"/>
                  <a:pt x="357571" y="272993"/>
                  <a:pt x="361339" y="276756"/>
                </a:cubicBezTo>
                <a:lnTo>
                  <a:pt x="370572" y="285974"/>
                </a:lnTo>
                <a:lnTo>
                  <a:pt x="598287" y="513333"/>
                </a:lnTo>
                <a:cubicBezTo>
                  <a:pt x="604694" y="519730"/>
                  <a:pt x="608274" y="528290"/>
                  <a:pt x="608274" y="537320"/>
                </a:cubicBezTo>
                <a:cubicBezTo>
                  <a:pt x="608274" y="546351"/>
                  <a:pt x="604694" y="554817"/>
                  <a:pt x="598287" y="561213"/>
                </a:cubicBezTo>
                <a:lnTo>
                  <a:pt x="578691" y="580873"/>
                </a:lnTo>
                <a:cubicBezTo>
                  <a:pt x="572284" y="587269"/>
                  <a:pt x="563805" y="590844"/>
                  <a:pt x="554666" y="590844"/>
                </a:cubicBezTo>
                <a:lnTo>
                  <a:pt x="554572" y="590844"/>
                </a:lnTo>
                <a:cubicBezTo>
                  <a:pt x="545622" y="590844"/>
                  <a:pt x="537143" y="587269"/>
                  <a:pt x="530736" y="580873"/>
                </a:cubicBezTo>
                <a:lnTo>
                  <a:pt x="316211" y="366683"/>
                </a:lnTo>
                <a:cubicBezTo>
                  <a:pt x="312066" y="362544"/>
                  <a:pt x="310558" y="356430"/>
                  <a:pt x="312442" y="350880"/>
                </a:cubicBezTo>
                <a:lnTo>
                  <a:pt x="327328" y="307610"/>
                </a:lnTo>
                <a:lnTo>
                  <a:pt x="335902" y="282588"/>
                </a:lnTo>
                <a:cubicBezTo>
                  <a:pt x="337598" y="277602"/>
                  <a:pt x="341837" y="273840"/>
                  <a:pt x="347019" y="272617"/>
                </a:cubicBezTo>
                <a:close/>
                <a:moveTo>
                  <a:pt x="74870" y="82350"/>
                </a:moveTo>
                <a:lnTo>
                  <a:pt x="426850" y="82350"/>
                </a:lnTo>
                <a:lnTo>
                  <a:pt x="426850" y="306027"/>
                </a:lnTo>
                <a:lnTo>
                  <a:pt x="379461" y="258714"/>
                </a:lnTo>
                <a:cubicBezTo>
                  <a:pt x="369474" y="248650"/>
                  <a:pt x="354966" y="244511"/>
                  <a:pt x="341210" y="247709"/>
                </a:cubicBezTo>
                <a:cubicBezTo>
                  <a:pt x="330564" y="250249"/>
                  <a:pt x="321520" y="256927"/>
                  <a:pt x="315867" y="265957"/>
                </a:cubicBezTo>
                <a:cubicBezTo>
                  <a:pt x="275073" y="263229"/>
                  <a:pt x="245113" y="254764"/>
                  <a:pt x="204507" y="235763"/>
                </a:cubicBezTo>
                <a:cubicBezTo>
                  <a:pt x="200550" y="233882"/>
                  <a:pt x="197535" y="232095"/>
                  <a:pt x="195274" y="230590"/>
                </a:cubicBezTo>
                <a:cubicBezTo>
                  <a:pt x="201398" y="230308"/>
                  <a:pt x="209500" y="230872"/>
                  <a:pt x="213740" y="231154"/>
                </a:cubicBezTo>
                <a:cubicBezTo>
                  <a:pt x="218262" y="231531"/>
                  <a:pt x="222313" y="231719"/>
                  <a:pt x="225517" y="231719"/>
                </a:cubicBezTo>
                <a:cubicBezTo>
                  <a:pt x="232959" y="231719"/>
                  <a:pt x="240779" y="232095"/>
                  <a:pt x="248599" y="232377"/>
                </a:cubicBezTo>
                <a:cubicBezTo>
                  <a:pt x="272812" y="233318"/>
                  <a:pt x="297966" y="234258"/>
                  <a:pt x="322085" y="227674"/>
                </a:cubicBezTo>
                <a:cubicBezTo>
                  <a:pt x="355813" y="218456"/>
                  <a:pt x="361089" y="196070"/>
                  <a:pt x="361749" y="186852"/>
                </a:cubicBezTo>
                <a:cubicBezTo>
                  <a:pt x="363351" y="165594"/>
                  <a:pt x="347900" y="143960"/>
                  <a:pt x="323216" y="133049"/>
                </a:cubicBezTo>
                <a:cubicBezTo>
                  <a:pt x="286190" y="116776"/>
                  <a:pt x="245019" y="119692"/>
                  <a:pt x="205167" y="122514"/>
                </a:cubicBezTo>
                <a:cubicBezTo>
                  <a:pt x="188585" y="123737"/>
                  <a:pt x="172851" y="124866"/>
                  <a:pt x="158248" y="124395"/>
                </a:cubicBezTo>
                <a:lnTo>
                  <a:pt x="157683" y="124395"/>
                </a:lnTo>
                <a:cubicBezTo>
                  <a:pt x="146660" y="124395"/>
                  <a:pt x="137522" y="133237"/>
                  <a:pt x="137239" y="144336"/>
                </a:cubicBezTo>
                <a:cubicBezTo>
                  <a:pt x="136956" y="155623"/>
                  <a:pt x="145907" y="165030"/>
                  <a:pt x="157212" y="165312"/>
                </a:cubicBezTo>
                <a:cubicBezTo>
                  <a:pt x="173699" y="165688"/>
                  <a:pt x="191223" y="164465"/>
                  <a:pt x="208087" y="163336"/>
                </a:cubicBezTo>
                <a:cubicBezTo>
                  <a:pt x="242946" y="160891"/>
                  <a:pt x="278935" y="158257"/>
                  <a:pt x="306634" y="170485"/>
                </a:cubicBezTo>
                <a:cubicBezTo>
                  <a:pt x="316809" y="174906"/>
                  <a:pt x="320955" y="181866"/>
                  <a:pt x="321049" y="183465"/>
                </a:cubicBezTo>
                <a:cubicBezTo>
                  <a:pt x="320672" y="184124"/>
                  <a:pt x="318034" y="186381"/>
                  <a:pt x="311251" y="188263"/>
                </a:cubicBezTo>
                <a:cubicBezTo>
                  <a:pt x="293256" y="193248"/>
                  <a:pt x="271398" y="192307"/>
                  <a:pt x="250200" y="191461"/>
                </a:cubicBezTo>
                <a:cubicBezTo>
                  <a:pt x="241815" y="191178"/>
                  <a:pt x="233525" y="190896"/>
                  <a:pt x="225517" y="190896"/>
                </a:cubicBezTo>
                <a:cubicBezTo>
                  <a:pt x="223067" y="190896"/>
                  <a:pt x="220052" y="190614"/>
                  <a:pt x="216755" y="190426"/>
                </a:cubicBezTo>
                <a:cubicBezTo>
                  <a:pt x="198477" y="189015"/>
                  <a:pt x="170873" y="187134"/>
                  <a:pt x="156929" y="206040"/>
                </a:cubicBezTo>
                <a:cubicBezTo>
                  <a:pt x="150052" y="215258"/>
                  <a:pt x="147697" y="226075"/>
                  <a:pt x="150335" y="236516"/>
                </a:cubicBezTo>
                <a:cubicBezTo>
                  <a:pt x="154857" y="254387"/>
                  <a:pt x="172851" y="266145"/>
                  <a:pt x="187078" y="272823"/>
                </a:cubicBezTo>
                <a:cubicBezTo>
                  <a:pt x="228437" y="292200"/>
                  <a:pt x="260752" y="301888"/>
                  <a:pt x="300887" y="305839"/>
                </a:cubicBezTo>
                <a:lnTo>
                  <a:pt x="291277" y="334057"/>
                </a:lnTo>
                <a:lnTo>
                  <a:pt x="74870" y="334057"/>
                </a:lnTo>
                <a:close/>
                <a:moveTo>
                  <a:pt x="41731" y="0"/>
                </a:moveTo>
                <a:lnTo>
                  <a:pt x="459894" y="0"/>
                </a:lnTo>
                <a:cubicBezTo>
                  <a:pt x="482974" y="0"/>
                  <a:pt x="501720" y="18624"/>
                  <a:pt x="501720" y="41669"/>
                </a:cubicBezTo>
                <a:lnTo>
                  <a:pt x="501720" y="374737"/>
                </a:lnTo>
                <a:cubicBezTo>
                  <a:pt x="501720" y="376618"/>
                  <a:pt x="501343" y="378311"/>
                  <a:pt x="501155" y="380193"/>
                </a:cubicBezTo>
                <a:lnTo>
                  <a:pt x="457539" y="336643"/>
                </a:lnTo>
                <a:lnTo>
                  <a:pt x="457539" y="66971"/>
                </a:lnTo>
                <a:cubicBezTo>
                  <a:pt x="457539" y="58506"/>
                  <a:pt x="450663" y="51639"/>
                  <a:pt x="442184" y="51639"/>
                </a:cubicBezTo>
                <a:lnTo>
                  <a:pt x="59536" y="51639"/>
                </a:lnTo>
                <a:cubicBezTo>
                  <a:pt x="51057" y="51639"/>
                  <a:pt x="44181" y="58506"/>
                  <a:pt x="44181" y="66971"/>
                </a:cubicBezTo>
                <a:lnTo>
                  <a:pt x="44181" y="349341"/>
                </a:lnTo>
                <a:cubicBezTo>
                  <a:pt x="44181" y="357806"/>
                  <a:pt x="51057" y="364673"/>
                  <a:pt x="59536" y="364673"/>
                </a:cubicBezTo>
                <a:lnTo>
                  <a:pt x="287128" y="364673"/>
                </a:lnTo>
                <a:cubicBezTo>
                  <a:pt x="288729" y="372198"/>
                  <a:pt x="292497" y="379158"/>
                  <a:pt x="298055" y="384708"/>
                </a:cubicBezTo>
                <a:lnTo>
                  <a:pt x="329801" y="416406"/>
                </a:lnTo>
                <a:lnTo>
                  <a:pt x="41731" y="416406"/>
                </a:lnTo>
                <a:cubicBezTo>
                  <a:pt x="18746" y="416406"/>
                  <a:pt x="0" y="397688"/>
                  <a:pt x="0" y="374737"/>
                </a:cubicBezTo>
                <a:lnTo>
                  <a:pt x="0" y="41669"/>
                </a:lnTo>
                <a:cubicBezTo>
                  <a:pt x="0" y="18624"/>
                  <a:pt x="18746" y="0"/>
                  <a:pt x="4173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cs typeface="+mn-ea"/>
              <a:sym typeface="+mn-lt"/>
            </a:endParaRPr>
          </a:p>
        </p:txBody>
      </p:sp>
      <p:sp>
        <p:nvSpPr>
          <p:cNvPr id="20" name="任意多边形 47">
            <a:extLst>
              <a:ext uri="{FF2B5EF4-FFF2-40B4-BE49-F238E27FC236}">
                <a16:creationId xmlns:a16="http://schemas.microsoft.com/office/drawing/2014/main" id="{D603AEEE-466D-6B27-6D45-FB66E812DA21}"/>
              </a:ext>
            </a:extLst>
          </p:cNvPr>
          <p:cNvSpPr/>
          <p:nvPr/>
        </p:nvSpPr>
        <p:spPr>
          <a:xfrm rot="18900000" flipV="1">
            <a:off x="99493" y="160716"/>
            <a:ext cx="1257992" cy="771874"/>
          </a:xfrm>
          <a:custGeom>
            <a:avLst/>
            <a:gdLst>
              <a:gd name="connsiteX0" fmla="*/ 0 w 1667713"/>
              <a:gd name="connsiteY0" fmla="*/ 456881 h 1023269"/>
              <a:gd name="connsiteX1" fmla="*/ 412332 w 1667713"/>
              <a:gd name="connsiteY1" fmla="*/ 44549 h 1023269"/>
              <a:gd name="connsiteX2" fmla="*/ 412333 w 1667713"/>
              <a:gd name="connsiteY2" fmla="*/ 44549 h 1023269"/>
              <a:gd name="connsiteX3" fmla="*/ 456882 w 1667713"/>
              <a:gd name="connsiteY3" fmla="*/ 0 h 1023269"/>
              <a:gd name="connsiteX4" fmla="*/ 1514743 w 1667713"/>
              <a:gd name="connsiteY4" fmla="*/ 0 h 1023269"/>
              <a:gd name="connsiteX5" fmla="*/ 1667713 w 1667713"/>
              <a:gd name="connsiteY5" fmla="*/ 152970 h 1023269"/>
              <a:gd name="connsiteX6" fmla="*/ 1667713 w 1667713"/>
              <a:gd name="connsiteY6" fmla="*/ 704806 h 1023269"/>
              <a:gd name="connsiteX7" fmla="*/ 1349251 w 1667713"/>
              <a:gd name="connsiteY7" fmla="*/ 1023269 h 1023269"/>
              <a:gd name="connsiteX8" fmla="*/ 1349251 w 1667713"/>
              <a:gd name="connsiteY8" fmla="*/ 318462 h 1023269"/>
              <a:gd name="connsiteX9" fmla="*/ 138420 w 1667713"/>
              <a:gd name="connsiteY9" fmla="*/ 318462 h 1023269"/>
              <a:gd name="connsiteX10" fmla="*/ 1 w 1667713"/>
              <a:gd name="connsiteY10" fmla="*/ 456881 h 10232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7713" h="1023269">
                <a:moveTo>
                  <a:pt x="0" y="456881"/>
                </a:moveTo>
                <a:lnTo>
                  <a:pt x="412332" y="44549"/>
                </a:lnTo>
                <a:lnTo>
                  <a:pt x="412333" y="44549"/>
                </a:lnTo>
                <a:lnTo>
                  <a:pt x="456882" y="0"/>
                </a:lnTo>
                <a:lnTo>
                  <a:pt x="1514743" y="0"/>
                </a:lnTo>
                <a:cubicBezTo>
                  <a:pt x="1599226" y="1"/>
                  <a:pt x="1667713" y="68487"/>
                  <a:pt x="1667713" y="152970"/>
                </a:cubicBezTo>
                <a:lnTo>
                  <a:pt x="1667713" y="704806"/>
                </a:lnTo>
                <a:lnTo>
                  <a:pt x="1349251" y="1023269"/>
                </a:lnTo>
                <a:lnTo>
                  <a:pt x="1349251" y="318462"/>
                </a:lnTo>
                <a:lnTo>
                  <a:pt x="138420" y="318462"/>
                </a:lnTo>
                <a:lnTo>
                  <a:pt x="1" y="456881"/>
                </a:lnTo>
                <a:close/>
              </a:path>
            </a:pathLst>
          </a:cu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1" name="任意多边形 48">
            <a:extLst>
              <a:ext uri="{FF2B5EF4-FFF2-40B4-BE49-F238E27FC236}">
                <a16:creationId xmlns:a16="http://schemas.microsoft.com/office/drawing/2014/main" id="{1D61AC01-95D9-0517-169C-11E4921AA06F}"/>
              </a:ext>
            </a:extLst>
          </p:cNvPr>
          <p:cNvSpPr/>
          <p:nvPr/>
        </p:nvSpPr>
        <p:spPr>
          <a:xfrm rot="18900000" flipV="1">
            <a:off x="-102618" y="95709"/>
            <a:ext cx="926781" cy="721545"/>
          </a:xfrm>
          <a:custGeom>
            <a:avLst/>
            <a:gdLst>
              <a:gd name="connsiteX0" fmla="*/ 303771 w 1228628"/>
              <a:gd name="connsiteY0" fmla="*/ 32819 h 956548"/>
              <a:gd name="connsiteX1" fmla="*/ 303771 w 1228628"/>
              <a:gd name="connsiteY1" fmla="*/ 32820 h 956548"/>
              <a:gd name="connsiteX2" fmla="*/ 336591 w 1228628"/>
              <a:gd name="connsiteY2" fmla="*/ 0 h 956548"/>
              <a:gd name="connsiteX3" fmla="*/ 1115933 w 1228628"/>
              <a:gd name="connsiteY3" fmla="*/ 0 h 956548"/>
              <a:gd name="connsiteX4" fmla="*/ 1228628 w 1228628"/>
              <a:gd name="connsiteY4" fmla="*/ 112695 h 956548"/>
              <a:gd name="connsiteX5" fmla="*/ 1228628 w 1228628"/>
              <a:gd name="connsiteY5" fmla="*/ 721932 h 956548"/>
              <a:gd name="connsiteX6" fmla="*/ 994013 w 1228628"/>
              <a:gd name="connsiteY6" fmla="*/ 956548 h 956548"/>
              <a:gd name="connsiteX7" fmla="*/ 994013 w 1228628"/>
              <a:gd name="connsiteY7" fmla="*/ 234616 h 956548"/>
              <a:gd name="connsiteX8" fmla="*/ 101975 w 1228628"/>
              <a:gd name="connsiteY8" fmla="*/ 234616 h 956548"/>
              <a:gd name="connsiteX9" fmla="*/ 0 w 1228628"/>
              <a:gd name="connsiteY9" fmla="*/ 336591 h 9565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8628" h="956548">
                <a:moveTo>
                  <a:pt x="303771" y="32819"/>
                </a:moveTo>
                <a:lnTo>
                  <a:pt x="303771" y="32820"/>
                </a:lnTo>
                <a:lnTo>
                  <a:pt x="336591" y="0"/>
                </a:lnTo>
                <a:lnTo>
                  <a:pt x="1115933" y="0"/>
                </a:lnTo>
                <a:cubicBezTo>
                  <a:pt x="1178173" y="0"/>
                  <a:pt x="1228628" y="50456"/>
                  <a:pt x="1228628" y="112695"/>
                </a:cubicBezTo>
                <a:lnTo>
                  <a:pt x="1228628" y="721932"/>
                </a:lnTo>
                <a:lnTo>
                  <a:pt x="994013" y="956548"/>
                </a:lnTo>
                <a:lnTo>
                  <a:pt x="994013" y="234616"/>
                </a:lnTo>
                <a:lnTo>
                  <a:pt x="101975" y="234616"/>
                </a:lnTo>
                <a:lnTo>
                  <a:pt x="0" y="336591"/>
                </a:lnTo>
                <a:close/>
              </a:path>
            </a:pathLst>
          </a:custGeom>
          <a:solidFill>
            <a:schemeClr val="accent2">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pic>
        <p:nvPicPr>
          <p:cNvPr id="4" name="图片 3">
            <a:extLst>
              <a:ext uri="{FF2B5EF4-FFF2-40B4-BE49-F238E27FC236}">
                <a16:creationId xmlns:a16="http://schemas.microsoft.com/office/drawing/2014/main" id="{E4836906-291A-A783-2B73-ED9B54775632}"/>
              </a:ext>
            </a:extLst>
          </p:cNvPr>
          <p:cNvPicPr>
            <a:picLocks noChangeAspect="1"/>
          </p:cNvPicPr>
          <p:nvPr/>
        </p:nvPicPr>
        <p:blipFill>
          <a:blip r:embed="rId3"/>
          <a:stretch>
            <a:fillRect/>
          </a:stretch>
        </p:blipFill>
        <p:spPr>
          <a:xfrm>
            <a:off x="2607365" y="586408"/>
            <a:ext cx="6977270" cy="5685183"/>
          </a:xfrm>
          <a:prstGeom prst="rect">
            <a:avLst/>
          </a:prstGeom>
        </p:spPr>
      </p:pic>
    </p:spTree>
    <p:extLst>
      <p:ext uri="{BB962C8B-B14F-4D97-AF65-F5344CB8AC3E}">
        <p14:creationId xmlns:p14="http://schemas.microsoft.com/office/powerpoint/2010/main" val="422892552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2DAF28-46EA-9BF6-450D-9DF0B32ED106}"/>
            </a:ext>
          </a:extLst>
        </p:cNvPr>
        <p:cNvGrpSpPr/>
        <p:nvPr/>
      </p:nvGrpSpPr>
      <p:grpSpPr>
        <a:xfrm>
          <a:off x="0" y="0"/>
          <a:ext cx="0" cy="0"/>
          <a:chOff x="0" y="0"/>
          <a:chExt cx="0" cy="0"/>
        </a:xfrm>
      </p:grpSpPr>
      <p:sp>
        <p:nvSpPr>
          <p:cNvPr id="47" name="椭圆 13">
            <a:extLst>
              <a:ext uri="{FF2B5EF4-FFF2-40B4-BE49-F238E27FC236}">
                <a16:creationId xmlns:a16="http://schemas.microsoft.com/office/drawing/2014/main" id="{DE6219E6-3D6F-93DF-12A8-F593D168B99C}"/>
              </a:ext>
            </a:extLst>
          </p:cNvPr>
          <p:cNvSpPr/>
          <p:nvPr/>
        </p:nvSpPr>
        <p:spPr>
          <a:xfrm>
            <a:off x="5229135" y="2326081"/>
            <a:ext cx="755387" cy="708526"/>
          </a:xfrm>
          <a:custGeom>
            <a:avLst/>
            <a:gdLst>
              <a:gd name="connsiteX0" fmla="*/ 258582 w 606298"/>
              <a:gd name="connsiteY0" fmla="*/ 455598 h 568686"/>
              <a:gd name="connsiteX1" fmla="*/ 303149 w 606298"/>
              <a:gd name="connsiteY1" fmla="*/ 490637 h 568686"/>
              <a:gd name="connsiteX2" fmla="*/ 347716 w 606298"/>
              <a:gd name="connsiteY2" fmla="*/ 455598 h 568686"/>
              <a:gd name="connsiteX3" fmla="*/ 311784 w 606298"/>
              <a:gd name="connsiteY3" fmla="*/ 456896 h 568686"/>
              <a:gd name="connsiteX4" fmla="*/ 294607 w 606298"/>
              <a:gd name="connsiteY4" fmla="*/ 456896 h 568686"/>
              <a:gd name="connsiteX5" fmla="*/ 258582 w 606298"/>
              <a:gd name="connsiteY5" fmla="*/ 455598 h 568686"/>
              <a:gd name="connsiteX6" fmla="*/ 482810 w 606298"/>
              <a:gd name="connsiteY6" fmla="*/ 426955 h 568686"/>
              <a:gd name="connsiteX7" fmla="*/ 402311 w 606298"/>
              <a:gd name="connsiteY7" fmla="*/ 449202 h 568686"/>
              <a:gd name="connsiteX8" fmla="*/ 391633 w 606298"/>
              <a:gd name="connsiteY8" fmla="*/ 460233 h 568686"/>
              <a:gd name="connsiteX9" fmla="*/ 333696 w 606298"/>
              <a:gd name="connsiteY9" fmla="*/ 510752 h 568686"/>
              <a:gd name="connsiteX10" fmla="*/ 407603 w 606298"/>
              <a:gd name="connsiteY10" fmla="*/ 533647 h 568686"/>
              <a:gd name="connsiteX11" fmla="*/ 445578 w 606298"/>
              <a:gd name="connsiteY11" fmla="*/ 523358 h 568686"/>
              <a:gd name="connsiteX12" fmla="*/ 482810 w 606298"/>
              <a:gd name="connsiteY12" fmla="*/ 426955 h 568686"/>
              <a:gd name="connsiteX13" fmla="*/ 123488 w 606298"/>
              <a:gd name="connsiteY13" fmla="*/ 426955 h 568686"/>
              <a:gd name="connsiteX14" fmla="*/ 160720 w 606298"/>
              <a:gd name="connsiteY14" fmla="*/ 523358 h 568686"/>
              <a:gd name="connsiteX15" fmla="*/ 198788 w 606298"/>
              <a:gd name="connsiteY15" fmla="*/ 533647 h 568686"/>
              <a:gd name="connsiteX16" fmla="*/ 272602 w 606298"/>
              <a:gd name="connsiteY16" fmla="*/ 510752 h 568686"/>
              <a:gd name="connsiteX17" fmla="*/ 214665 w 606298"/>
              <a:gd name="connsiteY17" fmla="*/ 460233 h 568686"/>
              <a:gd name="connsiteX18" fmla="*/ 204080 w 606298"/>
              <a:gd name="connsiteY18" fmla="*/ 449202 h 568686"/>
              <a:gd name="connsiteX19" fmla="*/ 123488 w 606298"/>
              <a:gd name="connsiteY19" fmla="*/ 426955 h 568686"/>
              <a:gd name="connsiteX20" fmla="*/ 469069 w 606298"/>
              <a:gd name="connsiteY20" fmla="*/ 346681 h 568686"/>
              <a:gd name="connsiteX21" fmla="*/ 450777 w 606298"/>
              <a:gd name="connsiteY21" fmla="*/ 374953 h 568686"/>
              <a:gd name="connsiteX22" fmla="*/ 449292 w 606298"/>
              <a:gd name="connsiteY22" fmla="*/ 377178 h 568686"/>
              <a:gd name="connsiteX23" fmla="*/ 425523 w 606298"/>
              <a:gd name="connsiteY23" fmla="*/ 409250 h 568686"/>
              <a:gd name="connsiteX24" fmla="*/ 479189 w 606298"/>
              <a:gd name="connsiteY24" fmla="*/ 391360 h 568686"/>
              <a:gd name="connsiteX25" fmla="*/ 469069 w 606298"/>
              <a:gd name="connsiteY25" fmla="*/ 346681 h 568686"/>
              <a:gd name="connsiteX26" fmla="*/ 137229 w 606298"/>
              <a:gd name="connsiteY26" fmla="*/ 346681 h 568686"/>
              <a:gd name="connsiteX27" fmla="*/ 127109 w 606298"/>
              <a:gd name="connsiteY27" fmla="*/ 391360 h 568686"/>
              <a:gd name="connsiteX28" fmla="*/ 180868 w 606298"/>
              <a:gd name="connsiteY28" fmla="*/ 409250 h 568686"/>
              <a:gd name="connsiteX29" fmla="*/ 157006 w 606298"/>
              <a:gd name="connsiteY29" fmla="*/ 377178 h 568686"/>
              <a:gd name="connsiteX30" fmla="*/ 155521 w 606298"/>
              <a:gd name="connsiteY30" fmla="*/ 375046 h 568686"/>
              <a:gd name="connsiteX31" fmla="*/ 137229 w 606298"/>
              <a:gd name="connsiteY31" fmla="*/ 346681 h 568686"/>
              <a:gd name="connsiteX32" fmla="*/ 303114 w 606298"/>
              <a:gd name="connsiteY32" fmla="*/ 237523 h 568686"/>
              <a:gd name="connsiteX33" fmla="*/ 350005 w 606298"/>
              <a:gd name="connsiteY33" fmla="*/ 284343 h 568686"/>
              <a:gd name="connsiteX34" fmla="*/ 303114 w 606298"/>
              <a:gd name="connsiteY34" fmla="*/ 331163 h 568686"/>
              <a:gd name="connsiteX35" fmla="*/ 256223 w 606298"/>
              <a:gd name="connsiteY35" fmla="*/ 284343 h 568686"/>
              <a:gd name="connsiteX36" fmla="*/ 303114 w 606298"/>
              <a:gd name="connsiteY36" fmla="*/ 237523 h 568686"/>
              <a:gd name="connsiteX37" fmla="*/ 517257 w 606298"/>
              <a:gd name="connsiteY37" fmla="*/ 210604 h 568686"/>
              <a:gd name="connsiteX38" fmla="*/ 516792 w 606298"/>
              <a:gd name="connsiteY38" fmla="*/ 213292 h 568686"/>
              <a:gd name="connsiteX39" fmla="*/ 490888 w 606298"/>
              <a:gd name="connsiteY39" fmla="*/ 303392 h 568686"/>
              <a:gd name="connsiteX40" fmla="*/ 511500 w 606298"/>
              <a:gd name="connsiteY40" fmla="*/ 374953 h 568686"/>
              <a:gd name="connsiteX41" fmla="*/ 572130 w 606298"/>
              <a:gd name="connsiteY41" fmla="*/ 290971 h 568686"/>
              <a:gd name="connsiteX42" fmla="*/ 517257 w 606298"/>
              <a:gd name="connsiteY42" fmla="*/ 210604 h 568686"/>
              <a:gd name="connsiteX43" fmla="*/ 89041 w 606298"/>
              <a:gd name="connsiteY43" fmla="*/ 210604 h 568686"/>
              <a:gd name="connsiteX44" fmla="*/ 34168 w 606298"/>
              <a:gd name="connsiteY44" fmla="*/ 290971 h 568686"/>
              <a:gd name="connsiteX45" fmla="*/ 94798 w 606298"/>
              <a:gd name="connsiteY45" fmla="*/ 374953 h 568686"/>
              <a:gd name="connsiteX46" fmla="*/ 115410 w 606298"/>
              <a:gd name="connsiteY46" fmla="*/ 303392 h 568686"/>
              <a:gd name="connsiteX47" fmla="*/ 89506 w 606298"/>
              <a:gd name="connsiteY47" fmla="*/ 213292 h 568686"/>
              <a:gd name="connsiteX48" fmla="*/ 419952 w 606298"/>
              <a:gd name="connsiteY48" fmla="*/ 171487 h 568686"/>
              <a:gd name="connsiteX49" fmla="*/ 438893 w 606298"/>
              <a:gd name="connsiteY49" fmla="*/ 199666 h 568686"/>
              <a:gd name="connsiteX50" fmla="*/ 470833 w 606298"/>
              <a:gd name="connsiteY50" fmla="*/ 256952 h 568686"/>
              <a:gd name="connsiteX51" fmla="*/ 484017 w 606298"/>
              <a:gd name="connsiteY51" fmla="*/ 200407 h 568686"/>
              <a:gd name="connsiteX52" fmla="*/ 484946 w 606298"/>
              <a:gd name="connsiteY52" fmla="*/ 193085 h 568686"/>
              <a:gd name="connsiteX53" fmla="*/ 419952 w 606298"/>
              <a:gd name="connsiteY53" fmla="*/ 171487 h 568686"/>
              <a:gd name="connsiteX54" fmla="*/ 186346 w 606298"/>
              <a:gd name="connsiteY54" fmla="*/ 171487 h 568686"/>
              <a:gd name="connsiteX55" fmla="*/ 121352 w 606298"/>
              <a:gd name="connsiteY55" fmla="*/ 193085 h 568686"/>
              <a:gd name="connsiteX56" fmla="*/ 122281 w 606298"/>
              <a:gd name="connsiteY56" fmla="*/ 200407 h 568686"/>
              <a:gd name="connsiteX57" fmla="*/ 135465 w 606298"/>
              <a:gd name="connsiteY57" fmla="*/ 256952 h 568686"/>
              <a:gd name="connsiteX58" fmla="*/ 167405 w 606298"/>
              <a:gd name="connsiteY58" fmla="*/ 199666 h 568686"/>
              <a:gd name="connsiteX59" fmla="*/ 186346 w 606298"/>
              <a:gd name="connsiteY59" fmla="*/ 171487 h 568686"/>
              <a:gd name="connsiteX60" fmla="*/ 303149 w 606298"/>
              <a:gd name="connsiteY60" fmla="*/ 159459 h 568686"/>
              <a:gd name="connsiteX61" fmla="*/ 236113 w 606298"/>
              <a:gd name="connsiteY61" fmla="*/ 162866 h 568686"/>
              <a:gd name="connsiteX62" fmla="*/ 196559 w 606298"/>
              <a:gd name="connsiteY62" fmla="*/ 218020 h 568686"/>
              <a:gd name="connsiteX63" fmla="*/ 153385 w 606298"/>
              <a:gd name="connsiteY63" fmla="*/ 301260 h 568686"/>
              <a:gd name="connsiteX64" fmla="*/ 184118 w 606298"/>
              <a:gd name="connsiteY64" fmla="*/ 356321 h 568686"/>
              <a:gd name="connsiteX65" fmla="*/ 222835 w 606298"/>
              <a:gd name="connsiteY65" fmla="*/ 406284 h 568686"/>
              <a:gd name="connsiteX66" fmla="*/ 227385 w 606298"/>
              <a:gd name="connsiteY66" fmla="*/ 411104 h 568686"/>
              <a:gd name="connsiteX67" fmla="*/ 234813 w 606298"/>
              <a:gd name="connsiteY67" fmla="*/ 419169 h 568686"/>
              <a:gd name="connsiteX68" fmla="*/ 294607 w 606298"/>
              <a:gd name="connsiteY68" fmla="*/ 422691 h 568686"/>
              <a:gd name="connsiteX69" fmla="*/ 311784 w 606298"/>
              <a:gd name="connsiteY69" fmla="*/ 422691 h 568686"/>
              <a:gd name="connsiteX70" fmla="*/ 371485 w 606298"/>
              <a:gd name="connsiteY70" fmla="*/ 419169 h 568686"/>
              <a:gd name="connsiteX71" fmla="*/ 378913 w 606298"/>
              <a:gd name="connsiteY71" fmla="*/ 411104 h 568686"/>
              <a:gd name="connsiteX72" fmla="*/ 383463 w 606298"/>
              <a:gd name="connsiteY72" fmla="*/ 406284 h 568686"/>
              <a:gd name="connsiteX73" fmla="*/ 422273 w 606298"/>
              <a:gd name="connsiteY73" fmla="*/ 356321 h 568686"/>
              <a:gd name="connsiteX74" fmla="*/ 452913 w 606298"/>
              <a:gd name="connsiteY74" fmla="*/ 301260 h 568686"/>
              <a:gd name="connsiteX75" fmla="*/ 409831 w 606298"/>
              <a:gd name="connsiteY75" fmla="*/ 218020 h 568686"/>
              <a:gd name="connsiteX76" fmla="*/ 370185 w 606298"/>
              <a:gd name="connsiteY76" fmla="*/ 162866 h 568686"/>
              <a:gd name="connsiteX77" fmla="*/ 303149 w 606298"/>
              <a:gd name="connsiteY77" fmla="*/ 159459 h 568686"/>
              <a:gd name="connsiteX78" fmla="*/ 303149 w 606298"/>
              <a:gd name="connsiteY78" fmla="*/ 95754 h 568686"/>
              <a:gd name="connsiteX79" fmla="*/ 269631 w 606298"/>
              <a:gd name="connsiteY79" fmla="*/ 125788 h 568686"/>
              <a:gd name="connsiteX80" fmla="*/ 336667 w 606298"/>
              <a:gd name="connsiteY80" fmla="*/ 125788 h 568686"/>
              <a:gd name="connsiteX81" fmla="*/ 303149 w 606298"/>
              <a:gd name="connsiteY81" fmla="*/ 95754 h 568686"/>
              <a:gd name="connsiteX82" fmla="*/ 413453 w 606298"/>
              <a:gd name="connsiteY82" fmla="*/ 34112 h 568686"/>
              <a:gd name="connsiteX83" fmla="*/ 326454 w 606298"/>
              <a:gd name="connsiteY83" fmla="*/ 70078 h 568686"/>
              <a:gd name="connsiteX84" fmla="*/ 388012 w 606298"/>
              <a:gd name="connsiteY84" fmla="*/ 130608 h 568686"/>
              <a:gd name="connsiteX85" fmla="*/ 490424 w 606298"/>
              <a:gd name="connsiteY85" fmla="*/ 158138 h 568686"/>
              <a:gd name="connsiteX86" fmla="*/ 490424 w 606298"/>
              <a:gd name="connsiteY86" fmla="*/ 156933 h 568686"/>
              <a:gd name="connsiteX87" fmla="*/ 453841 w 606298"/>
              <a:gd name="connsiteY87" fmla="*/ 45143 h 568686"/>
              <a:gd name="connsiteX88" fmla="*/ 413453 w 606298"/>
              <a:gd name="connsiteY88" fmla="*/ 34112 h 568686"/>
              <a:gd name="connsiteX89" fmla="*/ 192845 w 606298"/>
              <a:gd name="connsiteY89" fmla="*/ 34112 h 568686"/>
              <a:gd name="connsiteX90" fmla="*/ 152549 w 606298"/>
              <a:gd name="connsiteY90" fmla="*/ 45143 h 568686"/>
              <a:gd name="connsiteX91" fmla="*/ 115874 w 606298"/>
              <a:gd name="connsiteY91" fmla="*/ 156933 h 568686"/>
              <a:gd name="connsiteX92" fmla="*/ 115967 w 606298"/>
              <a:gd name="connsiteY92" fmla="*/ 158138 h 568686"/>
              <a:gd name="connsiteX93" fmla="*/ 218286 w 606298"/>
              <a:gd name="connsiteY93" fmla="*/ 130608 h 568686"/>
              <a:gd name="connsiteX94" fmla="*/ 279937 w 606298"/>
              <a:gd name="connsiteY94" fmla="*/ 70078 h 568686"/>
              <a:gd name="connsiteX95" fmla="*/ 192845 w 606298"/>
              <a:gd name="connsiteY95" fmla="*/ 34112 h 568686"/>
              <a:gd name="connsiteX96" fmla="*/ 192845 w 606298"/>
              <a:gd name="connsiteY96" fmla="*/ 0 h 568686"/>
              <a:gd name="connsiteX97" fmla="*/ 303149 w 606298"/>
              <a:gd name="connsiteY97" fmla="*/ 44494 h 568686"/>
              <a:gd name="connsiteX98" fmla="*/ 413453 w 606298"/>
              <a:gd name="connsiteY98" fmla="*/ 0 h 568686"/>
              <a:gd name="connsiteX99" fmla="*/ 472411 w 606298"/>
              <a:gd name="connsiteY99" fmla="*/ 16500 h 568686"/>
              <a:gd name="connsiteX100" fmla="*/ 515214 w 606298"/>
              <a:gd name="connsiteY100" fmla="*/ 78050 h 568686"/>
              <a:gd name="connsiteX101" fmla="*/ 524127 w 606298"/>
              <a:gd name="connsiteY101" fmla="*/ 167964 h 568686"/>
              <a:gd name="connsiteX102" fmla="*/ 524127 w 606298"/>
              <a:gd name="connsiteY102" fmla="*/ 174824 h 568686"/>
              <a:gd name="connsiteX103" fmla="*/ 606298 w 606298"/>
              <a:gd name="connsiteY103" fmla="*/ 290971 h 568686"/>
              <a:gd name="connsiteX104" fmla="*/ 516607 w 606298"/>
              <a:gd name="connsiteY104" fmla="*/ 411382 h 568686"/>
              <a:gd name="connsiteX105" fmla="*/ 516792 w 606298"/>
              <a:gd name="connsiteY105" fmla="*/ 413792 h 568686"/>
              <a:gd name="connsiteX106" fmla="*/ 464519 w 606298"/>
              <a:gd name="connsiteY106" fmla="*/ 553299 h 568686"/>
              <a:gd name="connsiteX107" fmla="*/ 408903 w 606298"/>
              <a:gd name="connsiteY107" fmla="*/ 568686 h 568686"/>
              <a:gd name="connsiteX108" fmla="*/ 303149 w 606298"/>
              <a:gd name="connsiteY108" fmla="*/ 532628 h 568686"/>
              <a:gd name="connsiteX109" fmla="*/ 197395 w 606298"/>
              <a:gd name="connsiteY109" fmla="*/ 568686 h 568686"/>
              <a:gd name="connsiteX110" fmla="*/ 141779 w 606298"/>
              <a:gd name="connsiteY110" fmla="*/ 553299 h 568686"/>
              <a:gd name="connsiteX111" fmla="*/ 89506 w 606298"/>
              <a:gd name="connsiteY111" fmla="*/ 413700 h 568686"/>
              <a:gd name="connsiteX112" fmla="*/ 89784 w 606298"/>
              <a:gd name="connsiteY112" fmla="*/ 411382 h 568686"/>
              <a:gd name="connsiteX113" fmla="*/ 0 w 606298"/>
              <a:gd name="connsiteY113" fmla="*/ 290971 h 568686"/>
              <a:gd name="connsiteX114" fmla="*/ 82171 w 606298"/>
              <a:gd name="connsiteY114" fmla="*/ 174824 h 568686"/>
              <a:gd name="connsiteX115" fmla="*/ 82171 w 606298"/>
              <a:gd name="connsiteY115" fmla="*/ 167964 h 568686"/>
              <a:gd name="connsiteX116" fmla="*/ 91084 w 606298"/>
              <a:gd name="connsiteY116" fmla="*/ 78050 h 568686"/>
              <a:gd name="connsiteX117" fmla="*/ 133887 w 606298"/>
              <a:gd name="connsiteY117" fmla="*/ 16500 h 568686"/>
              <a:gd name="connsiteX118" fmla="*/ 192845 w 606298"/>
              <a:gd name="connsiteY118" fmla="*/ 0 h 5686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606298" h="568686">
                <a:moveTo>
                  <a:pt x="258582" y="455598"/>
                </a:moveTo>
                <a:cubicBezTo>
                  <a:pt x="273159" y="469039"/>
                  <a:pt x="288200" y="480811"/>
                  <a:pt x="303149" y="490637"/>
                </a:cubicBezTo>
                <a:cubicBezTo>
                  <a:pt x="318190" y="480811"/>
                  <a:pt x="333139" y="469039"/>
                  <a:pt x="347716" y="455598"/>
                </a:cubicBezTo>
                <a:cubicBezTo>
                  <a:pt x="335274" y="456432"/>
                  <a:pt x="323483" y="456896"/>
                  <a:pt x="311784" y="456896"/>
                </a:cubicBezTo>
                <a:lnTo>
                  <a:pt x="294607" y="456896"/>
                </a:lnTo>
                <a:cubicBezTo>
                  <a:pt x="282908" y="456896"/>
                  <a:pt x="271024" y="456432"/>
                  <a:pt x="258582" y="455598"/>
                </a:cubicBezTo>
                <a:close/>
                <a:moveTo>
                  <a:pt x="482810" y="426955"/>
                </a:moveTo>
                <a:cubicBezTo>
                  <a:pt x="458020" y="436688"/>
                  <a:pt x="431001" y="444104"/>
                  <a:pt x="402311" y="449202"/>
                </a:cubicBezTo>
                <a:lnTo>
                  <a:pt x="391633" y="460233"/>
                </a:lnTo>
                <a:cubicBezTo>
                  <a:pt x="373249" y="479421"/>
                  <a:pt x="353751" y="496384"/>
                  <a:pt x="333696" y="510752"/>
                </a:cubicBezTo>
                <a:cubicBezTo>
                  <a:pt x="360436" y="525768"/>
                  <a:pt x="385877" y="533647"/>
                  <a:pt x="407603" y="533647"/>
                </a:cubicBezTo>
                <a:cubicBezTo>
                  <a:pt x="421995" y="533647"/>
                  <a:pt x="434808" y="530218"/>
                  <a:pt x="445578" y="523358"/>
                </a:cubicBezTo>
                <a:cubicBezTo>
                  <a:pt x="470833" y="507507"/>
                  <a:pt x="484017" y="473303"/>
                  <a:pt x="482810" y="426955"/>
                </a:cubicBezTo>
                <a:close/>
                <a:moveTo>
                  <a:pt x="123488" y="426955"/>
                </a:moveTo>
                <a:cubicBezTo>
                  <a:pt x="122281" y="473303"/>
                  <a:pt x="135465" y="507507"/>
                  <a:pt x="160720" y="523358"/>
                </a:cubicBezTo>
                <a:cubicBezTo>
                  <a:pt x="171490" y="530218"/>
                  <a:pt x="184303" y="533647"/>
                  <a:pt x="198788" y="533647"/>
                </a:cubicBezTo>
                <a:cubicBezTo>
                  <a:pt x="220421" y="533647"/>
                  <a:pt x="245862" y="525768"/>
                  <a:pt x="272602" y="510752"/>
                </a:cubicBezTo>
                <a:cubicBezTo>
                  <a:pt x="252547" y="496384"/>
                  <a:pt x="233142" y="479421"/>
                  <a:pt x="214665" y="460233"/>
                </a:cubicBezTo>
                <a:lnTo>
                  <a:pt x="204080" y="449202"/>
                </a:lnTo>
                <a:cubicBezTo>
                  <a:pt x="175297" y="444104"/>
                  <a:pt x="148278" y="436688"/>
                  <a:pt x="123488" y="426955"/>
                </a:cubicBezTo>
                <a:close/>
                <a:moveTo>
                  <a:pt x="469069" y="346681"/>
                </a:moveTo>
                <a:cubicBezTo>
                  <a:pt x="463591" y="356043"/>
                  <a:pt x="457555" y="365313"/>
                  <a:pt x="450777" y="374953"/>
                </a:cubicBezTo>
                <a:lnTo>
                  <a:pt x="449292" y="377178"/>
                </a:lnTo>
                <a:cubicBezTo>
                  <a:pt x="437686" y="393770"/>
                  <a:pt x="434529" y="398405"/>
                  <a:pt x="425523" y="409250"/>
                </a:cubicBezTo>
                <a:cubicBezTo>
                  <a:pt x="444464" y="404523"/>
                  <a:pt x="462476" y="398497"/>
                  <a:pt x="479189" y="391360"/>
                </a:cubicBezTo>
                <a:cubicBezTo>
                  <a:pt x="476961" y="376992"/>
                  <a:pt x="473525" y="361976"/>
                  <a:pt x="469069" y="346681"/>
                </a:cubicBezTo>
                <a:close/>
                <a:moveTo>
                  <a:pt x="137229" y="346681"/>
                </a:moveTo>
                <a:cubicBezTo>
                  <a:pt x="132773" y="361976"/>
                  <a:pt x="129337" y="376992"/>
                  <a:pt x="127109" y="391360"/>
                </a:cubicBezTo>
                <a:cubicBezTo>
                  <a:pt x="143822" y="398497"/>
                  <a:pt x="161834" y="404523"/>
                  <a:pt x="180868" y="409250"/>
                </a:cubicBezTo>
                <a:cubicBezTo>
                  <a:pt x="171769" y="398312"/>
                  <a:pt x="168426" y="393492"/>
                  <a:pt x="157006" y="377178"/>
                </a:cubicBezTo>
                <a:lnTo>
                  <a:pt x="155521" y="375046"/>
                </a:lnTo>
                <a:cubicBezTo>
                  <a:pt x="148743" y="365313"/>
                  <a:pt x="142800" y="356043"/>
                  <a:pt x="137229" y="346681"/>
                </a:cubicBezTo>
                <a:close/>
                <a:moveTo>
                  <a:pt x="303114" y="237523"/>
                </a:moveTo>
                <a:cubicBezTo>
                  <a:pt x="329011" y="237523"/>
                  <a:pt x="350005" y="258485"/>
                  <a:pt x="350005" y="284343"/>
                </a:cubicBezTo>
                <a:cubicBezTo>
                  <a:pt x="350005" y="310201"/>
                  <a:pt x="329011" y="331163"/>
                  <a:pt x="303114" y="331163"/>
                </a:cubicBezTo>
                <a:cubicBezTo>
                  <a:pt x="277217" y="331163"/>
                  <a:pt x="256223" y="310201"/>
                  <a:pt x="256223" y="284343"/>
                </a:cubicBezTo>
                <a:cubicBezTo>
                  <a:pt x="256223" y="258485"/>
                  <a:pt x="277217" y="237523"/>
                  <a:pt x="303114" y="237523"/>
                </a:cubicBezTo>
                <a:close/>
                <a:moveTo>
                  <a:pt x="517257" y="210604"/>
                </a:moveTo>
                <a:lnTo>
                  <a:pt x="516792" y="213292"/>
                </a:lnTo>
                <a:cubicBezTo>
                  <a:pt x="511593" y="245550"/>
                  <a:pt x="503144" y="275027"/>
                  <a:pt x="490888" y="303392"/>
                </a:cubicBezTo>
                <a:cubicBezTo>
                  <a:pt x="500173" y="327771"/>
                  <a:pt x="507043" y="351872"/>
                  <a:pt x="511500" y="374953"/>
                </a:cubicBezTo>
                <a:cubicBezTo>
                  <a:pt x="550682" y="351223"/>
                  <a:pt x="572130" y="321560"/>
                  <a:pt x="572130" y="290971"/>
                </a:cubicBezTo>
                <a:cubicBezTo>
                  <a:pt x="572130" y="262143"/>
                  <a:pt x="552725" y="233778"/>
                  <a:pt x="517257" y="210604"/>
                </a:cubicBezTo>
                <a:close/>
                <a:moveTo>
                  <a:pt x="89041" y="210604"/>
                </a:moveTo>
                <a:cubicBezTo>
                  <a:pt x="53573" y="233778"/>
                  <a:pt x="34168" y="262143"/>
                  <a:pt x="34168" y="290971"/>
                </a:cubicBezTo>
                <a:cubicBezTo>
                  <a:pt x="34168" y="321560"/>
                  <a:pt x="55616" y="351223"/>
                  <a:pt x="94798" y="374953"/>
                </a:cubicBezTo>
                <a:cubicBezTo>
                  <a:pt x="99255" y="351872"/>
                  <a:pt x="106218" y="327771"/>
                  <a:pt x="115410" y="303392"/>
                </a:cubicBezTo>
                <a:cubicBezTo>
                  <a:pt x="103247" y="275027"/>
                  <a:pt x="94705" y="245550"/>
                  <a:pt x="89506" y="213292"/>
                </a:cubicBezTo>
                <a:close/>
                <a:moveTo>
                  <a:pt x="419952" y="171487"/>
                </a:moveTo>
                <a:cubicBezTo>
                  <a:pt x="426451" y="180571"/>
                  <a:pt x="432765" y="190026"/>
                  <a:pt x="438893" y="199666"/>
                </a:cubicBezTo>
                <a:cubicBezTo>
                  <a:pt x="450777" y="218576"/>
                  <a:pt x="461548" y="237856"/>
                  <a:pt x="470833" y="256952"/>
                </a:cubicBezTo>
                <a:cubicBezTo>
                  <a:pt x="477146" y="237949"/>
                  <a:pt x="481510" y="219410"/>
                  <a:pt x="484017" y="200407"/>
                </a:cubicBezTo>
                <a:lnTo>
                  <a:pt x="484946" y="193085"/>
                </a:lnTo>
                <a:cubicBezTo>
                  <a:pt x="465633" y="184278"/>
                  <a:pt x="443814" y="177048"/>
                  <a:pt x="419952" y="171487"/>
                </a:cubicBezTo>
                <a:close/>
                <a:moveTo>
                  <a:pt x="186346" y="171487"/>
                </a:moveTo>
                <a:cubicBezTo>
                  <a:pt x="162577" y="177048"/>
                  <a:pt x="140758" y="184278"/>
                  <a:pt x="121352" y="193085"/>
                </a:cubicBezTo>
                <a:lnTo>
                  <a:pt x="122281" y="200407"/>
                </a:lnTo>
                <a:cubicBezTo>
                  <a:pt x="124881" y="219410"/>
                  <a:pt x="129152" y="237949"/>
                  <a:pt x="135465" y="256952"/>
                </a:cubicBezTo>
                <a:cubicBezTo>
                  <a:pt x="144750" y="237856"/>
                  <a:pt x="155521" y="218576"/>
                  <a:pt x="167405" y="199666"/>
                </a:cubicBezTo>
                <a:cubicBezTo>
                  <a:pt x="173533" y="190026"/>
                  <a:pt x="179847" y="180571"/>
                  <a:pt x="186346" y="171487"/>
                </a:cubicBezTo>
                <a:close/>
                <a:moveTo>
                  <a:pt x="303149" y="159459"/>
                </a:moveTo>
                <a:cubicBezTo>
                  <a:pt x="279473" y="159459"/>
                  <a:pt x="255797" y="160595"/>
                  <a:pt x="236113" y="162866"/>
                </a:cubicBezTo>
                <a:cubicBezTo>
                  <a:pt x="222000" y="180200"/>
                  <a:pt x="208630" y="198739"/>
                  <a:pt x="196559" y="218020"/>
                </a:cubicBezTo>
                <a:cubicBezTo>
                  <a:pt x="179754" y="244438"/>
                  <a:pt x="165270" y="272432"/>
                  <a:pt x="153385" y="301260"/>
                </a:cubicBezTo>
                <a:cubicBezTo>
                  <a:pt x="162020" y="318965"/>
                  <a:pt x="172047" y="337040"/>
                  <a:pt x="184118" y="356321"/>
                </a:cubicBezTo>
                <a:cubicBezTo>
                  <a:pt x="199809" y="381534"/>
                  <a:pt x="207980" y="390340"/>
                  <a:pt x="222835" y="406284"/>
                </a:cubicBezTo>
                <a:cubicBezTo>
                  <a:pt x="224321" y="407767"/>
                  <a:pt x="225807" y="409436"/>
                  <a:pt x="227385" y="411104"/>
                </a:cubicBezTo>
                <a:lnTo>
                  <a:pt x="234813" y="419169"/>
                </a:lnTo>
                <a:cubicBezTo>
                  <a:pt x="254218" y="421486"/>
                  <a:pt x="274273" y="422691"/>
                  <a:pt x="294607" y="422691"/>
                </a:cubicBezTo>
                <a:lnTo>
                  <a:pt x="311784" y="422691"/>
                </a:lnTo>
                <a:cubicBezTo>
                  <a:pt x="332025" y="422691"/>
                  <a:pt x="352080" y="421486"/>
                  <a:pt x="371485" y="419169"/>
                </a:cubicBezTo>
                <a:lnTo>
                  <a:pt x="378913" y="411104"/>
                </a:lnTo>
                <a:cubicBezTo>
                  <a:pt x="380491" y="409436"/>
                  <a:pt x="382070" y="407767"/>
                  <a:pt x="383463" y="406284"/>
                </a:cubicBezTo>
                <a:cubicBezTo>
                  <a:pt x="398318" y="390340"/>
                  <a:pt x="406489" y="381534"/>
                  <a:pt x="422273" y="356321"/>
                </a:cubicBezTo>
                <a:cubicBezTo>
                  <a:pt x="434343" y="337040"/>
                  <a:pt x="444371" y="318965"/>
                  <a:pt x="452913" y="301260"/>
                </a:cubicBezTo>
                <a:cubicBezTo>
                  <a:pt x="441028" y="272432"/>
                  <a:pt x="426544" y="244438"/>
                  <a:pt x="409831" y="218020"/>
                </a:cubicBezTo>
                <a:cubicBezTo>
                  <a:pt x="397668" y="198739"/>
                  <a:pt x="384391" y="180200"/>
                  <a:pt x="370185" y="162866"/>
                </a:cubicBezTo>
                <a:cubicBezTo>
                  <a:pt x="350502" y="160595"/>
                  <a:pt x="326825" y="159459"/>
                  <a:pt x="303149" y="159459"/>
                </a:cubicBezTo>
                <a:close/>
                <a:moveTo>
                  <a:pt x="303149" y="95754"/>
                </a:moveTo>
                <a:cubicBezTo>
                  <a:pt x="291729" y="104931"/>
                  <a:pt x="280494" y="115035"/>
                  <a:pt x="269631" y="125788"/>
                </a:cubicBezTo>
                <a:cubicBezTo>
                  <a:pt x="288758" y="124861"/>
                  <a:pt x="317540" y="124861"/>
                  <a:pt x="336667" y="125788"/>
                </a:cubicBezTo>
                <a:cubicBezTo>
                  <a:pt x="325897" y="115035"/>
                  <a:pt x="314662" y="104931"/>
                  <a:pt x="303149" y="95754"/>
                </a:cubicBezTo>
                <a:close/>
                <a:moveTo>
                  <a:pt x="413453" y="34112"/>
                </a:moveTo>
                <a:cubicBezTo>
                  <a:pt x="388941" y="34112"/>
                  <a:pt x="359693" y="46162"/>
                  <a:pt x="326454" y="70078"/>
                </a:cubicBezTo>
                <a:cubicBezTo>
                  <a:pt x="347530" y="87226"/>
                  <a:pt x="368235" y="107619"/>
                  <a:pt x="388012" y="130608"/>
                </a:cubicBezTo>
                <a:cubicBezTo>
                  <a:pt x="425801" y="136077"/>
                  <a:pt x="460155" y="145346"/>
                  <a:pt x="490424" y="158138"/>
                </a:cubicBezTo>
                <a:lnTo>
                  <a:pt x="490424" y="156933"/>
                </a:lnTo>
                <a:cubicBezTo>
                  <a:pt x="493023" y="105117"/>
                  <a:pt x="478632" y="61179"/>
                  <a:pt x="453841" y="45143"/>
                </a:cubicBezTo>
                <a:cubicBezTo>
                  <a:pt x="442607" y="37820"/>
                  <a:pt x="428958" y="34112"/>
                  <a:pt x="413453" y="34112"/>
                </a:cubicBezTo>
                <a:close/>
                <a:moveTo>
                  <a:pt x="192845" y="34112"/>
                </a:moveTo>
                <a:cubicBezTo>
                  <a:pt x="177340" y="34112"/>
                  <a:pt x="163784" y="37820"/>
                  <a:pt x="152549" y="45143"/>
                </a:cubicBezTo>
                <a:cubicBezTo>
                  <a:pt x="127759" y="61179"/>
                  <a:pt x="113368" y="105117"/>
                  <a:pt x="115874" y="156933"/>
                </a:cubicBezTo>
                <a:lnTo>
                  <a:pt x="115967" y="158138"/>
                </a:lnTo>
                <a:cubicBezTo>
                  <a:pt x="146143" y="145346"/>
                  <a:pt x="180497" y="136077"/>
                  <a:pt x="218286" y="130608"/>
                </a:cubicBezTo>
                <a:cubicBezTo>
                  <a:pt x="238062" y="107619"/>
                  <a:pt x="258768" y="87226"/>
                  <a:pt x="279937" y="70078"/>
                </a:cubicBezTo>
                <a:cubicBezTo>
                  <a:pt x="246697" y="46162"/>
                  <a:pt x="217450" y="34112"/>
                  <a:pt x="192845" y="34112"/>
                </a:cubicBezTo>
                <a:close/>
                <a:moveTo>
                  <a:pt x="192845" y="0"/>
                </a:moveTo>
                <a:cubicBezTo>
                  <a:pt x="225342" y="0"/>
                  <a:pt x="262482" y="14924"/>
                  <a:pt x="303149" y="44494"/>
                </a:cubicBezTo>
                <a:cubicBezTo>
                  <a:pt x="343816" y="14924"/>
                  <a:pt x="380956" y="0"/>
                  <a:pt x="413453" y="0"/>
                </a:cubicBezTo>
                <a:cubicBezTo>
                  <a:pt x="435643" y="0"/>
                  <a:pt x="455513" y="5562"/>
                  <a:pt x="472411" y="16500"/>
                </a:cubicBezTo>
                <a:cubicBezTo>
                  <a:pt x="491445" y="28828"/>
                  <a:pt x="506208" y="50148"/>
                  <a:pt x="515214" y="78050"/>
                </a:cubicBezTo>
                <a:cubicBezTo>
                  <a:pt x="523756" y="104468"/>
                  <a:pt x="526820" y="135613"/>
                  <a:pt x="524127" y="167964"/>
                </a:cubicBezTo>
                <a:lnTo>
                  <a:pt x="524127" y="174824"/>
                </a:lnTo>
                <a:cubicBezTo>
                  <a:pt x="577144" y="205506"/>
                  <a:pt x="606298" y="246662"/>
                  <a:pt x="606298" y="290971"/>
                </a:cubicBezTo>
                <a:cubicBezTo>
                  <a:pt x="606298" y="337597"/>
                  <a:pt x="574451" y="380236"/>
                  <a:pt x="516607" y="411382"/>
                </a:cubicBezTo>
                <a:cubicBezTo>
                  <a:pt x="516700" y="412216"/>
                  <a:pt x="516792" y="412958"/>
                  <a:pt x="516792" y="413792"/>
                </a:cubicBezTo>
                <a:cubicBezTo>
                  <a:pt x="521528" y="479513"/>
                  <a:pt x="503051" y="529105"/>
                  <a:pt x="464519" y="553299"/>
                </a:cubicBezTo>
                <a:cubicBezTo>
                  <a:pt x="448363" y="563495"/>
                  <a:pt x="429701" y="568686"/>
                  <a:pt x="408903" y="568686"/>
                </a:cubicBezTo>
                <a:cubicBezTo>
                  <a:pt x="376870" y="568686"/>
                  <a:pt x="340381" y="556172"/>
                  <a:pt x="303149" y="532628"/>
                </a:cubicBezTo>
                <a:cubicBezTo>
                  <a:pt x="266010" y="556172"/>
                  <a:pt x="229428" y="568686"/>
                  <a:pt x="197395" y="568686"/>
                </a:cubicBezTo>
                <a:cubicBezTo>
                  <a:pt x="176690" y="568686"/>
                  <a:pt x="157935" y="563495"/>
                  <a:pt x="141779" y="553299"/>
                </a:cubicBezTo>
                <a:cubicBezTo>
                  <a:pt x="103340" y="529105"/>
                  <a:pt x="84770" y="479513"/>
                  <a:pt x="89506" y="413700"/>
                </a:cubicBezTo>
                <a:cubicBezTo>
                  <a:pt x="89598" y="412958"/>
                  <a:pt x="89691" y="412124"/>
                  <a:pt x="89784" y="411382"/>
                </a:cubicBezTo>
                <a:cubicBezTo>
                  <a:pt x="31847" y="380236"/>
                  <a:pt x="0" y="337597"/>
                  <a:pt x="0" y="290971"/>
                </a:cubicBezTo>
                <a:cubicBezTo>
                  <a:pt x="0" y="246662"/>
                  <a:pt x="29154" y="205506"/>
                  <a:pt x="82171" y="174824"/>
                </a:cubicBezTo>
                <a:lnTo>
                  <a:pt x="82171" y="167964"/>
                </a:lnTo>
                <a:cubicBezTo>
                  <a:pt x="79478" y="135613"/>
                  <a:pt x="82542" y="104468"/>
                  <a:pt x="91084" y="78050"/>
                </a:cubicBezTo>
                <a:cubicBezTo>
                  <a:pt x="100090" y="50148"/>
                  <a:pt x="114946" y="28828"/>
                  <a:pt x="133887" y="16500"/>
                </a:cubicBezTo>
                <a:cubicBezTo>
                  <a:pt x="150785" y="5562"/>
                  <a:pt x="170655" y="0"/>
                  <a:pt x="19284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cs typeface="+mn-ea"/>
              <a:sym typeface="+mn-lt"/>
            </a:endParaRPr>
          </a:p>
        </p:txBody>
      </p:sp>
      <p:sp>
        <p:nvSpPr>
          <p:cNvPr id="48" name="椭圆 45">
            <a:extLst>
              <a:ext uri="{FF2B5EF4-FFF2-40B4-BE49-F238E27FC236}">
                <a16:creationId xmlns:a16="http://schemas.microsoft.com/office/drawing/2014/main" id="{CC39D820-38E0-26F7-323C-C632F0FF7AB4}"/>
              </a:ext>
            </a:extLst>
          </p:cNvPr>
          <p:cNvSpPr/>
          <p:nvPr/>
        </p:nvSpPr>
        <p:spPr>
          <a:xfrm>
            <a:off x="8551177" y="2313474"/>
            <a:ext cx="755387" cy="733741"/>
          </a:xfrm>
          <a:custGeom>
            <a:avLst/>
            <a:gdLst>
              <a:gd name="connsiteX0" fmla="*/ 357006 w 608274"/>
              <a:gd name="connsiteY0" fmla="*/ 315793 h 590844"/>
              <a:gd name="connsiteX1" fmla="*/ 344664 w 608274"/>
              <a:gd name="connsiteY1" fmla="*/ 351821 h 590844"/>
              <a:gd name="connsiteX2" fmla="*/ 552405 w 608274"/>
              <a:gd name="connsiteY2" fmla="*/ 559238 h 590844"/>
              <a:gd name="connsiteX3" fmla="*/ 554572 w 608274"/>
              <a:gd name="connsiteY3" fmla="*/ 560178 h 590844"/>
              <a:gd name="connsiteX4" fmla="*/ 554666 w 608274"/>
              <a:gd name="connsiteY4" fmla="*/ 560178 h 590844"/>
              <a:gd name="connsiteX5" fmla="*/ 556928 w 608274"/>
              <a:gd name="connsiteY5" fmla="*/ 559238 h 590844"/>
              <a:gd name="connsiteX6" fmla="*/ 576618 w 608274"/>
              <a:gd name="connsiteY6" fmla="*/ 539578 h 590844"/>
              <a:gd name="connsiteX7" fmla="*/ 577560 w 608274"/>
              <a:gd name="connsiteY7" fmla="*/ 537320 h 590844"/>
              <a:gd name="connsiteX8" fmla="*/ 576618 w 608274"/>
              <a:gd name="connsiteY8" fmla="*/ 535063 h 590844"/>
              <a:gd name="connsiteX9" fmla="*/ 347019 w 608274"/>
              <a:gd name="connsiteY9" fmla="*/ 272617 h 590844"/>
              <a:gd name="connsiteX10" fmla="*/ 361339 w 608274"/>
              <a:gd name="connsiteY10" fmla="*/ 276756 h 590844"/>
              <a:gd name="connsiteX11" fmla="*/ 370572 w 608274"/>
              <a:gd name="connsiteY11" fmla="*/ 285974 h 590844"/>
              <a:gd name="connsiteX12" fmla="*/ 598287 w 608274"/>
              <a:gd name="connsiteY12" fmla="*/ 513333 h 590844"/>
              <a:gd name="connsiteX13" fmla="*/ 608274 w 608274"/>
              <a:gd name="connsiteY13" fmla="*/ 537320 h 590844"/>
              <a:gd name="connsiteX14" fmla="*/ 598287 w 608274"/>
              <a:gd name="connsiteY14" fmla="*/ 561213 h 590844"/>
              <a:gd name="connsiteX15" fmla="*/ 578691 w 608274"/>
              <a:gd name="connsiteY15" fmla="*/ 580873 h 590844"/>
              <a:gd name="connsiteX16" fmla="*/ 554666 w 608274"/>
              <a:gd name="connsiteY16" fmla="*/ 590844 h 590844"/>
              <a:gd name="connsiteX17" fmla="*/ 554572 w 608274"/>
              <a:gd name="connsiteY17" fmla="*/ 590844 h 590844"/>
              <a:gd name="connsiteX18" fmla="*/ 530736 w 608274"/>
              <a:gd name="connsiteY18" fmla="*/ 580873 h 590844"/>
              <a:gd name="connsiteX19" fmla="*/ 316211 w 608274"/>
              <a:gd name="connsiteY19" fmla="*/ 366683 h 590844"/>
              <a:gd name="connsiteX20" fmla="*/ 312442 w 608274"/>
              <a:gd name="connsiteY20" fmla="*/ 350880 h 590844"/>
              <a:gd name="connsiteX21" fmla="*/ 327328 w 608274"/>
              <a:gd name="connsiteY21" fmla="*/ 307610 h 590844"/>
              <a:gd name="connsiteX22" fmla="*/ 335902 w 608274"/>
              <a:gd name="connsiteY22" fmla="*/ 282588 h 590844"/>
              <a:gd name="connsiteX23" fmla="*/ 347019 w 608274"/>
              <a:gd name="connsiteY23" fmla="*/ 272617 h 590844"/>
              <a:gd name="connsiteX24" fmla="*/ 74870 w 608274"/>
              <a:gd name="connsiteY24" fmla="*/ 82350 h 590844"/>
              <a:gd name="connsiteX25" fmla="*/ 426850 w 608274"/>
              <a:gd name="connsiteY25" fmla="*/ 82350 h 590844"/>
              <a:gd name="connsiteX26" fmla="*/ 426850 w 608274"/>
              <a:gd name="connsiteY26" fmla="*/ 306027 h 590844"/>
              <a:gd name="connsiteX27" fmla="*/ 379461 w 608274"/>
              <a:gd name="connsiteY27" fmla="*/ 258714 h 590844"/>
              <a:gd name="connsiteX28" fmla="*/ 341210 w 608274"/>
              <a:gd name="connsiteY28" fmla="*/ 247709 h 590844"/>
              <a:gd name="connsiteX29" fmla="*/ 315867 w 608274"/>
              <a:gd name="connsiteY29" fmla="*/ 265957 h 590844"/>
              <a:gd name="connsiteX30" fmla="*/ 204507 w 608274"/>
              <a:gd name="connsiteY30" fmla="*/ 235763 h 590844"/>
              <a:gd name="connsiteX31" fmla="*/ 195274 w 608274"/>
              <a:gd name="connsiteY31" fmla="*/ 230590 h 590844"/>
              <a:gd name="connsiteX32" fmla="*/ 213740 w 608274"/>
              <a:gd name="connsiteY32" fmla="*/ 231154 h 590844"/>
              <a:gd name="connsiteX33" fmla="*/ 225517 w 608274"/>
              <a:gd name="connsiteY33" fmla="*/ 231719 h 590844"/>
              <a:gd name="connsiteX34" fmla="*/ 248599 w 608274"/>
              <a:gd name="connsiteY34" fmla="*/ 232377 h 590844"/>
              <a:gd name="connsiteX35" fmla="*/ 322085 w 608274"/>
              <a:gd name="connsiteY35" fmla="*/ 227674 h 590844"/>
              <a:gd name="connsiteX36" fmla="*/ 361749 w 608274"/>
              <a:gd name="connsiteY36" fmla="*/ 186852 h 590844"/>
              <a:gd name="connsiteX37" fmla="*/ 323216 w 608274"/>
              <a:gd name="connsiteY37" fmla="*/ 133049 h 590844"/>
              <a:gd name="connsiteX38" fmla="*/ 205167 w 608274"/>
              <a:gd name="connsiteY38" fmla="*/ 122514 h 590844"/>
              <a:gd name="connsiteX39" fmla="*/ 158248 w 608274"/>
              <a:gd name="connsiteY39" fmla="*/ 124395 h 590844"/>
              <a:gd name="connsiteX40" fmla="*/ 157683 w 608274"/>
              <a:gd name="connsiteY40" fmla="*/ 124395 h 590844"/>
              <a:gd name="connsiteX41" fmla="*/ 137239 w 608274"/>
              <a:gd name="connsiteY41" fmla="*/ 144336 h 590844"/>
              <a:gd name="connsiteX42" fmla="*/ 157212 w 608274"/>
              <a:gd name="connsiteY42" fmla="*/ 165312 h 590844"/>
              <a:gd name="connsiteX43" fmla="*/ 208087 w 608274"/>
              <a:gd name="connsiteY43" fmla="*/ 163336 h 590844"/>
              <a:gd name="connsiteX44" fmla="*/ 306634 w 608274"/>
              <a:gd name="connsiteY44" fmla="*/ 170485 h 590844"/>
              <a:gd name="connsiteX45" fmla="*/ 321049 w 608274"/>
              <a:gd name="connsiteY45" fmla="*/ 183465 h 590844"/>
              <a:gd name="connsiteX46" fmla="*/ 311251 w 608274"/>
              <a:gd name="connsiteY46" fmla="*/ 188263 h 590844"/>
              <a:gd name="connsiteX47" fmla="*/ 250200 w 608274"/>
              <a:gd name="connsiteY47" fmla="*/ 191461 h 590844"/>
              <a:gd name="connsiteX48" fmla="*/ 225517 w 608274"/>
              <a:gd name="connsiteY48" fmla="*/ 190896 h 590844"/>
              <a:gd name="connsiteX49" fmla="*/ 216755 w 608274"/>
              <a:gd name="connsiteY49" fmla="*/ 190426 h 590844"/>
              <a:gd name="connsiteX50" fmla="*/ 156929 w 608274"/>
              <a:gd name="connsiteY50" fmla="*/ 206040 h 590844"/>
              <a:gd name="connsiteX51" fmla="*/ 150335 w 608274"/>
              <a:gd name="connsiteY51" fmla="*/ 236516 h 590844"/>
              <a:gd name="connsiteX52" fmla="*/ 187078 w 608274"/>
              <a:gd name="connsiteY52" fmla="*/ 272823 h 590844"/>
              <a:gd name="connsiteX53" fmla="*/ 300887 w 608274"/>
              <a:gd name="connsiteY53" fmla="*/ 305839 h 590844"/>
              <a:gd name="connsiteX54" fmla="*/ 291277 w 608274"/>
              <a:gd name="connsiteY54" fmla="*/ 334057 h 590844"/>
              <a:gd name="connsiteX55" fmla="*/ 74870 w 608274"/>
              <a:gd name="connsiteY55" fmla="*/ 334057 h 590844"/>
              <a:gd name="connsiteX56" fmla="*/ 41731 w 608274"/>
              <a:gd name="connsiteY56" fmla="*/ 0 h 590844"/>
              <a:gd name="connsiteX57" fmla="*/ 459894 w 608274"/>
              <a:gd name="connsiteY57" fmla="*/ 0 h 590844"/>
              <a:gd name="connsiteX58" fmla="*/ 501720 w 608274"/>
              <a:gd name="connsiteY58" fmla="*/ 41669 h 590844"/>
              <a:gd name="connsiteX59" fmla="*/ 501720 w 608274"/>
              <a:gd name="connsiteY59" fmla="*/ 374737 h 590844"/>
              <a:gd name="connsiteX60" fmla="*/ 501155 w 608274"/>
              <a:gd name="connsiteY60" fmla="*/ 380193 h 590844"/>
              <a:gd name="connsiteX61" fmla="*/ 457539 w 608274"/>
              <a:gd name="connsiteY61" fmla="*/ 336643 h 590844"/>
              <a:gd name="connsiteX62" fmla="*/ 457539 w 608274"/>
              <a:gd name="connsiteY62" fmla="*/ 66971 h 590844"/>
              <a:gd name="connsiteX63" fmla="*/ 442184 w 608274"/>
              <a:gd name="connsiteY63" fmla="*/ 51639 h 590844"/>
              <a:gd name="connsiteX64" fmla="*/ 59536 w 608274"/>
              <a:gd name="connsiteY64" fmla="*/ 51639 h 590844"/>
              <a:gd name="connsiteX65" fmla="*/ 44181 w 608274"/>
              <a:gd name="connsiteY65" fmla="*/ 66971 h 590844"/>
              <a:gd name="connsiteX66" fmla="*/ 44181 w 608274"/>
              <a:gd name="connsiteY66" fmla="*/ 349341 h 590844"/>
              <a:gd name="connsiteX67" fmla="*/ 59536 w 608274"/>
              <a:gd name="connsiteY67" fmla="*/ 364673 h 590844"/>
              <a:gd name="connsiteX68" fmla="*/ 287128 w 608274"/>
              <a:gd name="connsiteY68" fmla="*/ 364673 h 590844"/>
              <a:gd name="connsiteX69" fmla="*/ 298055 w 608274"/>
              <a:gd name="connsiteY69" fmla="*/ 384708 h 590844"/>
              <a:gd name="connsiteX70" fmla="*/ 329801 w 608274"/>
              <a:gd name="connsiteY70" fmla="*/ 416406 h 590844"/>
              <a:gd name="connsiteX71" fmla="*/ 41731 w 608274"/>
              <a:gd name="connsiteY71" fmla="*/ 416406 h 590844"/>
              <a:gd name="connsiteX72" fmla="*/ 0 w 608274"/>
              <a:gd name="connsiteY72" fmla="*/ 374737 h 590844"/>
              <a:gd name="connsiteX73" fmla="*/ 0 w 608274"/>
              <a:gd name="connsiteY73" fmla="*/ 41669 h 590844"/>
              <a:gd name="connsiteX74" fmla="*/ 41731 w 608274"/>
              <a:gd name="connsiteY74" fmla="*/ 0 h 590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608274" h="590844">
                <a:moveTo>
                  <a:pt x="357006" y="315793"/>
                </a:moveTo>
                <a:lnTo>
                  <a:pt x="344664" y="351821"/>
                </a:lnTo>
                <a:lnTo>
                  <a:pt x="552405" y="559238"/>
                </a:lnTo>
                <a:cubicBezTo>
                  <a:pt x="552971" y="559802"/>
                  <a:pt x="553818" y="560178"/>
                  <a:pt x="554572" y="560178"/>
                </a:cubicBezTo>
                <a:lnTo>
                  <a:pt x="554666" y="560178"/>
                </a:lnTo>
                <a:cubicBezTo>
                  <a:pt x="555514" y="560178"/>
                  <a:pt x="556362" y="559802"/>
                  <a:pt x="556928" y="559238"/>
                </a:cubicBezTo>
                <a:lnTo>
                  <a:pt x="576618" y="539578"/>
                </a:lnTo>
                <a:cubicBezTo>
                  <a:pt x="577372" y="538825"/>
                  <a:pt x="577560" y="537885"/>
                  <a:pt x="577560" y="537320"/>
                </a:cubicBezTo>
                <a:cubicBezTo>
                  <a:pt x="577560" y="536756"/>
                  <a:pt x="577372" y="535815"/>
                  <a:pt x="576618" y="535063"/>
                </a:cubicBezTo>
                <a:close/>
                <a:moveTo>
                  <a:pt x="347019" y="272617"/>
                </a:moveTo>
                <a:cubicBezTo>
                  <a:pt x="352106" y="271394"/>
                  <a:pt x="357571" y="272993"/>
                  <a:pt x="361339" y="276756"/>
                </a:cubicBezTo>
                <a:lnTo>
                  <a:pt x="370572" y="285974"/>
                </a:lnTo>
                <a:lnTo>
                  <a:pt x="598287" y="513333"/>
                </a:lnTo>
                <a:cubicBezTo>
                  <a:pt x="604694" y="519730"/>
                  <a:pt x="608274" y="528290"/>
                  <a:pt x="608274" y="537320"/>
                </a:cubicBezTo>
                <a:cubicBezTo>
                  <a:pt x="608274" y="546351"/>
                  <a:pt x="604694" y="554817"/>
                  <a:pt x="598287" y="561213"/>
                </a:cubicBezTo>
                <a:lnTo>
                  <a:pt x="578691" y="580873"/>
                </a:lnTo>
                <a:cubicBezTo>
                  <a:pt x="572284" y="587269"/>
                  <a:pt x="563805" y="590844"/>
                  <a:pt x="554666" y="590844"/>
                </a:cubicBezTo>
                <a:lnTo>
                  <a:pt x="554572" y="590844"/>
                </a:lnTo>
                <a:cubicBezTo>
                  <a:pt x="545622" y="590844"/>
                  <a:pt x="537143" y="587269"/>
                  <a:pt x="530736" y="580873"/>
                </a:cubicBezTo>
                <a:lnTo>
                  <a:pt x="316211" y="366683"/>
                </a:lnTo>
                <a:cubicBezTo>
                  <a:pt x="312066" y="362544"/>
                  <a:pt x="310558" y="356430"/>
                  <a:pt x="312442" y="350880"/>
                </a:cubicBezTo>
                <a:lnTo>
                  <a:pt x="327328" y="307610"/>
                </a:lnTo>
                <a:lnTo>
                  <a:pt x="335902" y="282588"/>
                </a:lnTo>
                <a:cubicBezTo>
                  <a:pt x="337598" y="277602"/>
                  <a:pt x="341837" y="273840"/>
                  <a:pt x="347019" y="272617"/>
                </a:cubicBezTo>
                <a:close/>
                <a:moveTo>
                  <a:pt x="74870" y="82350"/>
                </a:moveTo>
                <a:lnTo>
                  <a:pt x="426850" y="82350"/>
                </a:lnTo>
                <a:lnTo>
                  <a:pt x="426850" y="306027"/>
                </a:lnTo>
                <a:lnTo>
                  <a:pt x="379461" y="258714"/>
                </a:lnTo>
                <a:cubicBezTo>
                  <a:pt x="369474" y="248650"/>
                  <a:pt x="354966" y="244511"/>
                  <a:pt x="341210" y="247709"/>
                </a:cubicBezTo>
                <a:cubicBezTo>
                  <a:pt x="330564" y="250249"/>
                  <a:pt x="321520" y="256927"/>
                  <a:pt x="315867" y="265957"/>
                </a:cubicBezTo>
                <a:cubicBezTo>
                  <a:pt x="275073" y="263229"/>
                  <a:pt x="245113" y="254764"/>
                  <a:pt x="204507" y="235763"/>
                </a:cubicBezTo>
                <a:cubicBezTo>
                  <a:pt x="200550" y="233882"/>
                  <a:pt x="197535" y="232095"/>
                  <a:pt x="195274" y="230590"/>
                </a:cubicBezTo>
                <a:cubicBezTo>
                  <a:pt x="201398" y="230308"/>
                  <a:pt x="209500" y="230872"/>
                  <a:pt x="213740" y="231154"/>
                </a:cubicBezTo>
                <a:cubicBezTo>
                  <a:pt x="218262" y="231531"/>
                  <a:pt x="222313" y="231719"/>
                  <a:pt x="225517" y="231719"/>
                </a:cubicBezTo>
                <a:cubicBezTo>
                  <a:pt x="232959" y="231719"/>
                  <a:pt x="240779" y="232095"/>
                  <a:pt x="248599" y="232377"/>
                </a:cubicBezTo>
                <a:cubicBezTo>
                  <a:pt x="272812" y="233318"/>
                  <a:pt x="297966" y="234258"/>
                  <a:pt x="322085" y="227674"/>
                </a:cubicBezTo>
                <a:cubicBezTo>
                  <a:pt x="355813" y="218456"/>
                  <a:pt x="361089" y="196070"/>
                  <a:pt x="361749" y="186852"/>
                </a:cubicBezTo>
                <a:cubicBezTo>
                  <a:pt x="363351" y="165594"/>
                  <a:pt x="347900" y="143960"/>
                  <a:pt x="323216" y="133049"/>
                </a:cubicBezTo>
                <a:cubicBezTo>
                  <a:pt x="286190" y="116776"/>
                  <a:pt x="245019" y="119692"/>
                  <a:pt x="205167" y="122514"/>
                </a:cubicBezTo>
                <a:cubicBezTo>
                  <a:pt x="188585" y="123737"/>
                  <a:pt x="172851" y="124866"/>
                  <a:pt x="158248" y="124395"/>
                </a:cubicBezTo>
                <a:lnTo>
                  <a:pt x="157683" y="124395"/>
                </a:lnTo>
                <a:cubicBezTo>
                  <a:pt x="146660" y="124395"/>
                  <a:pt x="137522" y="133237"/>
                  <a:pt x="137239" y="144336"/>
                </a:cubicBezTo>
                <a:cubicBezTo>
                  <a:pt x="136956" y="155623"/>
                  <a:pt x="145907" y="165030"/>
                  <a:pt x="157212" y="165312"/>
                </a:cubicBezTo>
                <a:cubicBezTo>
                  <a:pt x="173699" y="165688"/>
                  <a:pt x="191223" y="164465"/>
                  <a:pt x="208087" y="163336"/>
                </a:cubicBezTo>
                <a:cubicBezTo>
                  <a:pt x="242946" y="160891"/>
                  <a:pt x="278935" y="158257"/>
                  <a:pt x="306634" y="170485"/>
                </a:cubicBezTo>
                <a:cubicBezTo>
                  <a:pt x="316809" y="174906"/>
                  <a:pt x="320955" y="181866"/>
                  <a:pt x="321049" y="183465"/>
                </a:cubicBezTo>
                <a:cubicBezTo>
                  <a:pt x="320672" y="184124"/>
                  <a:pt x="318034" y="186381"/>
                  <a:pt x="311251" y="188263"/>
                </a:cubicBezTo>
                <a:cubicBezTo>
                  <a:pt x="293256" y="193248"/>
                  <a:pt x="271398" y="192307"/>
                  <a:pt x="250200" y="191461"/>
                </a:cubicBezTo>
                <a:cubicBezTo>
                  <a:pt x="241815" y="191178"/>
                  <a:pt x="233525" y="190896"/>
                  <a:pt x="225517" y="190896"/>
                </a:cubicBezTo>
                <a:cubicBezTo>
                  <a:pt x="223067" y="190896"/>
                  <a:pt x="220052" y="190614"/>
                  <a:pt x="216755" y="190426"/>
                </a:cubicBezTo>
                <a:cubicBezTo>
                  <a:pt x="198477" y="189015"/>
                  <a:pt x="170873" y="187134"/>
                  <a:pt x="156929" y="206040"/>
                </a:cubicBezTo>
                <a:cubicBezTo>
                  <a:pt x="150052" y="215258"/>
                  <a:pt x="147697" y="226075"/>
                  <a:pt x="150335" y="236516"/>
                </a:cubicBezTo>
                <a:cubicBezTo>
                  <a:pt x="154857" y="254387"/>
                  <a:pt x="172851" y="266145"/>
                  <a:pt x="187078" y="272823"/>
                </a:cubicBezTo>
                <a:cubicBezTo>
                  <a:pt x="228437" y="292200"/>
                  <a:pt x="260752" y="301888"/>
                  <a:pt x="300887" y="305839"/>
                </a:cubicBezTo>
                <a:lnTo>
                  <a:pt x="291277" y="334057"/>
                </a:lnTo>
                <a:lnTo>
                  <a:pt x="74870" y="334057"/>
                </a:lnTo>
                <a:close/>
                <a:moveTo>
                  <a:pt x="41731" y="0"/>
                </a:moveTo>
                <a:lnTo>
                  <a:pt x="459894" y="0"/>
                </a:lnTo>
                <a:cubicBezTo>
                  <a:pt x="482974" y="0"/>
                  <a:pt x="501720" y="18624"/>
                  <a:pt x="501720" y="41669"/>
                </a:cubicBezTo>
                <a:lnTo>
                  <a:pt x="501720" y="374737"/>
                </a:lnTo>
                <a:cubicBezTo>
                  <a:pt x="501720" y="376618"/>
                  <a:pt x="501343" y="378311"/>
                  <a:pt x="501155" y="380193"/>
                </a:cubicBezTo>
                <a:lnTo>
                  <a:pt x="457539" y="336643"/>
                </a:lnTo>
                <a:lnTo>
                  <a:pt x="457539" y="66971"/>
                </a:lnTo>
                <a:cubicBezTo>
                  <a:pt x="457539" y="58506"/>
                  <a:pt x="450663" y="51639"/>
                  <a:pt x="442184" y="51639"/>
                </a:cubicBezTo>
                <a:lnTo>
                  <a:pt x="59536" y="51639"/>
                </a:lnTo>
                <a:cubicBezTo>
                  <a:pt x="51057" y="51639"/>
                  <a:pt x="44181" y="58506"/>
                  <a:pt x="44181" y="66971"/>
                </a:cubicBezTo>
                <a:lnTo>
                  <a:pt x="44181" y="349341"/>
                </a:lnTo>
                <a:cubicBezTo>
                  <a:pt x="44181" y="357806"/>
                  <a:pt x="51057" y="364673"/>
                  <a:pt x="59536" y="364673"/>
                </a:cubicBezTo>
                <a:lnTo>
                  <a:pt x="287128" y="364673"/>
                </a:lnTo>
                <a:cubicBezTo>
                  <a:pt x="288729" y="372198"/>
                  <a:pt x="292497" y="379158"/>
                  <a:pt x="298055" y="384708"/>
                </a:cubicBezTo>
                <a:lnTo>
                  <a:pt x="329801" y="416406"/>
                </a:lnTo>
                <a:lnTo>
                  <a:pt x="41731" y="416406"/>
                </a:lnTo>
                <a:cubicBezTo>
                  <a:pt x="18746" y="416406"/>
                  <a:pt x="0" y="397688"/>
                  <a:pt x="0" y="374737"/>
                </a:cubicBezTo>
                <a:lnTo>
                  <a:pt x="0" y="41669"/>
                </a:lnTo>
                <a:cubicBezTo>
                  <a:pt x="0" y="18624"/>
                  <a:pt x="18746" y="0"/>
                  <a:pt x="4173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cs typeface="+mn-ea"/>
              <a:sym typeface="+mn-lt"/>
            </a:endParaRPr>
          </a:p>
        </p:txBody>
      </p:sp>
      <p:sp>
        <p:nvSpPr>
          <p:cNvPr id="20" name="任意多边形 47">
            <a:extLst>
              <a:ext uri="{FF2B5EF4-FFF2-40B4-BE49-F238E27FC236}">
                <a16:creationId xmlns:a16="http://schemas.microsoft.com/office/drawing/2014/main" id="{18E5E379-F648-351A-7CEB-8083013818C2}"/>
              </a:ext>
            </a:extLst>
          </p:cNvPr>
          <p:cNvSpPr/>
          <p:nvPr/>
        </p:nvSpPr>
        <p:spPr>
          <a:xfrm rot="18900000" flipV="1">
            <a:off x="99493" y="160716"/>
            <a:ext cx="1257992" cy="771874"/>
          </a:xfrm>
          <a:custGeom>
            <a:avLst/>
            <a:gdLst>
              <a:gd name="connsiteX0" fmla="*/ 0 w 1667713"/>
              <a:gd name="connsiteY0" fmla="*/ 456881 h 1023269"/>
              <a:gd name="connsiteX1" fmla="*/ 412332 w 1667713"/>
              <a:gd name="connsiteY1" fmla="*/ 44549 h 1023269"/>
              <a:gd name="connsiteX2" fmla="*/ 412333 w 1667713"/>
              <a:gd name="connsiteY2" fmla="*/ 44549 h 1023269"/>
              <a:gd name="connsiteX3" fmla="*/ 456882 w 1667713"/>
              <a:gd name="connsiteY3" fmla="*/ 0 h 1023269"/>
              <a:gd name="connsiteX4" fmla="*/ 1514743 w 1667713"/>
              <a:gd name="connsiteY4" fmla="*/ 0 h 1023269"/>
              <a:gd name="connsiteX5" fmla="*/ 1667713 w 1667713"/>
              <a:gd name="connsiteY5" fmla="*/ 152970 h 1023269"/>
              <a:gd name="connsiteX6" fmla="*/ 1667713 w 1667713"/>
              <a:gd name="connsiteY6" fmla="*/ 704806 h 1023269"/>
              <a:gd name="connsiteX7" fmla="*/ 1349251 w 1667713"/>
              <a:gd name="connsiteY7" fmla="*/ 1023269 h 1023269"/>
              <a:gd name="connsiteX8" fmla="*/ 1349251 w 1667713"/>
              <a:gd name="connsiteY8" fmla="*/ 318462 h 1023269"/>
              <a:gd name="connsiteX9" fmla="*/ 138420 w 1667713"/>
              <a:gd name="connsiteY9" fmla="*/ 318462 h 1023269"/>
              <a:gd name="connsiteX10" fmla="*/ 1 w 1667713"/>
              <a:gd name="connsiteY10" fmla="*/ 456881 h 10232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7713" h="1023269">
                <a:moveTo>
                  <a:pt x="0" y="456881"/>
                </a:moveTo>
                <a:lnTo>
                  <a:pt x="412332" y="44549"/>
                </a:lnTo>
                <a:lnTo>
                  <a:pt x="412333" y="44549"/>
                </a:lnTo>
                <a:lnTo>
                  <a:pt x="456882" y="0"/>
                </a:lnTo>
                <a:lnTo>
                  <a:pt x="1514743" y="0"/>
                </a:lnTo>
                <a:cubicBezTo>
                  <a:pt x="1599226" y="1"/>
                  <a:pt x="1667713" y="68487"/>
                  <a:pt x="1667713" y="152970"/>
                </a:cubicBezTo>
                <a:lnTo>
                  <a:pt x="1667713" y="704806"/>
                </a:lnTo>
                <a:lnTo>
                  <a:pt x="1349251" y="1023269"/>
                </a:lnTo>
                <a:lnTo>
                  <a:pt x="1349251" y="318462"/>
                </a:lnTo>
                <a:lnTo>
                  <a:pt x="138420" y="318462"/>
                </a:lnTo>
                <a:lnTo>
                  <a:pt x="1" y="456881"/>
                </a:lnTo>
                <a:close/>
              </a:path>
            </a:pathLst>
          </a:cu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1" name="任意多边形 48">
            <a:extLst>
              <a:ext uri="{FF2B5EF4-FFF2-40B4-BE49-F238E27FC236}">
                <a16:creationId xmlns:a16="http://schemas.microsoft.com/office/drawing/2014/main" id="{3CCCC606-3C2C-362A-4E3D-18B97594FAAB}"/>
              </a:ext>
            </a:extLst>
          </p:cNvPr>
          <p:cNvSpPr/>
          <p:nvPr/>
        </p:nvSpPr>
        <p:spPr>
          <a:xfrm rot="18900000" flipV="1">
            <a:off x="-102618" y="95709"/>
            <a:ext cx="926781" cy="721545"/>
          </a:xfrm>
          <a:custGeom>
            <a:avLst/>
            <a:gdLst>
              <a:gd name="connsiteX0" fmla="*/ 303771 w 1228628"/>
              <a:gd name="connsiteY0" fmla="*/ 32819 h 956548"/>
              <a:gd name="connsiteX1" fmla="*/ 303771 w 1228628"/>
              <a:gd name="connsiteY1" fmla="*/ 32820 h 956548"/>
              <a:gd name="connsiteX2" fmla="*/ 336591 w 1228628"/>
              <a:gd name="connsiteY2" fmla="*/ 0 h 956548"/>
              <a:gd name="connsiteX3" fmla="*/ 1115933 w 1228628"/>
              <a:gd name="connsiteY3" fmla="*/ 0 h 956548"/>
              <a:gd name="connsiteX4" fmla="*/ 1228628 w 1228628"/>
              <a:gd name="connsiteY4" fmla="*/ 112695 h 956548"/>
              <a:gd name="connsiteX5" fmla="*/ 1228628 w 1228628"/>
              <a:gd name="connsiteY5" fmla="*/ 721932 h 956548"/>
              <a:gd name="connsiteX6" fmla="*/ 994013 w 1228628"/>
              <a:gd name="connsiteY6" fmla="*/ 956548 h 956548"/>
              <a:gd name="connsiteX7" fmla="*/ 994013 w 1228628"/>
              <a:gd name="connsiteY7" fmla="*/ 234616 h 956548"/>
              <a:gd name="connsiteX8" fmla="*/ 101975 w 1228628"/>
              <a:gd name="connsiteY8" fmla="*/ 234616 h 956548"/>
              <a:gd name="connsiteX9" fmla="*/ 0 w 1228628"/>
              <a:gd name="connsiteY9" fmla="*/ 336591 h 9565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8628" h="956548">
                <a:moveTo>
                  <a:pt x="303771" y="32819"/>
                </a:moveTo>
                <a:lnTo>
                  <a:pt x="303771" y="32820"/>
                </a:lnTo>
                <a:lnTo>
                  <a:pt x="336591" y="0"/>
                </a:lnTo>
                <a:lnTo>
                  <a:pt x="1115933" y="0"/>
                </a:lnTo>
                <a:cubicBezTo>
                  <a:pt x="1178173" y="0"/>
                  <a:pt x="1228628" y="50456"/>
                  <a:pt x="1228628" y="112695"/>
                </a:cubicBezTo>
                <a:lnTo>
                  <a:pt x="1228628" y="721932"/>
                </a:lnTo>
                <a:lnTo>
                  <a:pt x="994013" y="956548"/>
                </a:lnTo>
                <a:lnTo>
                  <a:pt x="994013" y="234616"/>
                </a:lnTo>
                <a:lnTo>
                  <a:pt x="101975" y="234616"/>
                </a:lnTo>
                <a:lnTo>
                  <a:pt x="0" y="336591"/>
                </a:lnTo>
                <a:close/>
              </a:path>
            </a:pathLst>
          </a:custGeom>
          <a:solidFill>
            <a:schemeClr val="accent2">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pic>
        <p:nvPicPr>
          <p:cNvPr id="4" name="图片 3" descr="图表&#10;&#10;AI 生成的内容可能不正确。">
            <a:extLst>
              <a:ext uri="{FF2B5EF4-FFF2-40B4-BE49-F238E27FC236}">
                <a16:creationId xmlns:a16="http://schemas.microsoft.com/office/drawing/2014/main" id="{62F87416-B7B8-4CB5-4756-ECEE36D671DD}"/>
              </a:ext>
            </a:extLst>
          </p:cNvPr>
          <p:cNvPicPr>
            <a:picLocks noChangeAspect="1"/>
          </p:cNvPicPr>
          <p:nvPr/>
        </p:nvPicPr>
        <p:blipFill>
          <a:blip r:embed="rId3">
            <a:extLst>
              <a:ext uri="{28A0092B-C50C-407E-A947-70E740481C1C}">
                <a14:useLocalDpi xmlns:a14="http://schemas.microsoft.com/office/drawing/2010/main" val="0"/>
              </a:ext>
            </a:extLst>
          </a:blip>
          <a:srcRect l="-241" t="8889" r="7648" b="5507"/>
          <a:stretch/>
        </p:blipFill>
        <p:spPr>
          <a:xfrm>
            <a:off x="1836591" y="233290"/>
            <a:ext cx="8295861" cy="6391420"/>
          </a:xfrm>
          <a:prstGeom prst="rect">
            <a:avLst/>
          </a:prstGeom>
        </p:spPr>
      </p:pic>
    </p:spTree>
    <p:extLst>
      <p:ext uri="{BB962C8B-B14F-4D97-AF65-F5344CB8AC3E}">
        <p14:creationId xmlns:p14="http://schemas.microsoft.com/office/powerpoint/2010/main" val="348439671"/>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325B5F-3CD7-38FB-0439-7CBF636602E9}"/>
            </a:ext>
          </a:extLst>
        </p:cNvPr>
        <p:cNvGrpSpPr/>
        <p:nvPr/>
      </p:nvGrpSpPr>
      <p:grpSpPr>
        <a:xfrm>
          <a:off x="0" y="0"/>
          <a:ext cx="0" cy="0"/>
          <a:chOff x="0" y="0"/>
          <a:chExt cx="0" cy="0"/>
        </a:xfrm>
      </p:grpSpPr>
      <p:sp>
        <p:nvSpPr>
          <p:cNvPr id="47" name="椭圆 13">
            <a:extLst>
              <a:ext uri="{FF2B5EF4-FFF2-40B4-BE49-F238E27FC236}">
                <a16:creationId xmlns:a16="http://schemas.microsoft.com/office/drawing/2014/main" id="{7B763F78-739D-6B06-ED55-2958DDA26828}"/>
              </a:ext>
            </a:extLst>
          </p:cNvPr>
          <p:cNvSpPr/>
          <p:nvPr/>
        </p:nvSpPr>
        <p:spPr>
          <a:xfrm>
            <a:off x="5229135" y="2326081"/>
            <a:ext cx="755387" cy="708526"/>
          </a:xfrm>
          <a:custGeom>
            <a:avLst/>
            <a:gdLst>
              <a:gd name="connsiteX0" fmla="*/ 258582 w 606298"/>
              <a:gd name="connsiteY0" fmla="*/ 455598 h 568686"/>
              <a:gd name="connsiteX1" fmla="*/ 303149 w 606298"/>
              <a:gd name="connsiteY1" fmla="*/ 490637 h 568686"/>
              <a:gd name="connsiteX2" fmla="*/ 347716 w 606298"/>
              <a:gd name="connsiteY2" fmla="*/ 455598 h 568686"/>
              <a:gd name="connsiteX3" fmla="*/ 311784 w 606298"/>
              <a:gd name="connsiteY3" fmla="*/ 456896 h 568686"/>
              <a:gd name="connsiteX4" fmla="*/ 294607 w 606298"/>
              <a:gd name="connsiteY4" fmla="*/ 456896 h 568686"/>
              <a:gd name="connsiteX5" fmla="*/ 258582 w 606298"/>
              <a:gd name="connsiteY5" fmla="*/ 455598 h 568686"/>
              <a:gd name="connsiteX6" fmla="*/ 482810 w 606298"/>
              <a:gd name="connsiteY6" fmla="*/ 426955 h 568686"/>
              <a:gd name="connsiteX7" fmla="*/ 402311 w 606298"/>
              <a:gd name="connsiteY7" fmla="*/ 449202 h 568686"/>
              <a:gd name="connsiteX8" fmla="*/ 391633 w 606298"/>
              <a:gd name="connsiteY8" fmla="*/ 460233 h 568686"/>
              <a:gd name="connsiteX9" fmla="*/ 333696 w 606298"/>
              <a:gd name="connsiteY9" fmla="*/ 510752 h 568686"/>
              <a:gd name="connsiteX10" fmla="*/ 407603 w 606298"/>
              <a:gd name="connsiteY10" fmla="*/ 533647 h 568686"/>
              <a:gd name="connsiteX11" fmla="*/ 445578 w 606298"/>
              <a:gd name="connsiteY11" fmla="*/ 523358 h 568686"/>
              <a:gd name="connsiteX12" fmla="*/ 482810 w 606298"/>
              <a:gd name="connsiteY12" fmla="*/ 426955 h 568686"/>
              <a:gd name="connsiteX13" fmla="*/ 123488 w 606298"/>
              <a:gd name="connsiteY13" fmla="*/ 426955 h 568686"/>
              <a:gd name="connsiteX14" fmla="*/ 160720 w 606298"/>
              <a:gd name="connsiteY14" fmla="*/ 523358 h 568686"/>
              <a:gd name="connsiteX15" fmla="*/ 198788 w 606298"/>
              <a:gd name="connsiteY15" fmla="*/ 533647 h 568686"/>
              <a:gd name="connsiteX16" fmla="*/ 272602 w 606298"/>
              <a:gd name="connsiteY16" fmla="*/ 510752 h 568686"/>
              <a:gd name="connsiteX17" fmla="*/ 214665 w 606298"/>
              <a:gd name="connsiteY17" fmla="*/ 460233 h 568686"/>
              <a:gd name="connsiteX18" fmla="*/ 204080 w 606298"/>
              <a:gd name="connsiteY18" fmla="*/ 449202 h 568686"/>
              <a:gd name="connsiteX19" fmla="*/ 123488 w 606298"/>
              <a:gd name="connsiteY19" fmla="*/ 426955 h 568686"/>
              <a:gd name="connsiteX20" fmla="*/ 469069 w 606298"/>
              <a:gd name="connsiteY20" fmla="*/ 346681 h 568686"/>
              <a:gd name="connsiteX21" fmla="*/ 450777 w 606298"/>
              <a:gd name="connsiteY21" fmla="*/ 374953 h 568686"/>
              <a:gd name="connsiteX22" fmla="*/ 449292 w 606298"/>
              <a:gd name="connsiteY22" fmla="*/ 377178 h 568686"/>
              <a:gd name="connsiteX23" fmla="*/ 425523 w 606298"/>
              <a:gd name="connsiteY23" fmla="*/ 409250 h 568686"/>
              <a:gd name="connsiteX24" fmla="*/ 479189 w 606298"/>
              <a:gd name="connsiteY24" fmla="*/ 391360 h 568686"/>
              <a:gd name="connsiteX25" fmla="*/ 469069 w 606298"/>
              <a:gd name="connsiteY25" fmla="*/ 346681 h 568686"/>
              <a:gd name="connsiteX26" fmla="*/ 137229 w 606298"/>
              <a:gd name="connsiteY26" fmla="*/ 346681 h 568686"/>
              <a:gd name="connsiteX27" fmla="*/ 127109 w 606298"/>
              <a:gd name="connsiteY27" fmla="*/ 391360 h 568686"/>
              <a:gd name="connsiteX28" fmla="*/ 180868 w 606298"/>
              <a:gd name="connsiteY28" fmla="*/ 409250 h 568686"/>
              <a:gd name="connsiteX29" fmla="*/ 157006 w 606298"/>
              <a:gd name="connsiteY29" fmla="*/ 377178 h 568686"/>
              <a:gd name="connsiteX30" fmla="*/ 155521 w 606298"/>
              <a:gd name="connsiteY30" fmla="*/ 375046 h 568686"/>
              <a:gd name="connsiteX31" fmla="*/ 137229 w 606298"/>
              <a:gd name="connsiteY31" fmla="*/ 346681 h 568686"/>
              <a:gd name="connsiteX32" fmla="*/ 303114 w 606298"/>
              <a:gd name="connsiteY32" fmla="*/ 237523 h 568686"/>
              <a:gd name="connsiteX33" fmla="*/ 350005 w 606298"/>
              <a:gd name="connsiteY33" fmla="*/ 284343 h 568686"/>
              <a:gd name="connsiteX34" fmla="*/ 303114 w 606298"/>
              <a:gd name="connsiteY34" fmla="*/ 331163 h 568686"/>
              <a:gd name="connsiteX35" fmla="*/ 256223 w 606298"/>
              <a:gd name="connsiteY35" fmla="*/ 284343 h 568686"/>
              <a:gd name="connsiteX36" fmla="*/ 303114 w 606298"/>
              <a:gd name="connsiteY36" fmla="*/ 237523 h 568686"/>
              <a:gd name="connsiteX37" fmla="*/ 517257 w 606298"/>
              <a:gd name="connsiteY37" fmla="*/ 210604 h 568686"/>
              <a:gd name="connsiteX38" fmla="*/ 516792 w 606298"/>
              <a:gd name="connsiteY38" fmla="*/ 213292 h 568686"/>
              <a:gd name="connsiteX39" fmla="*/ 490888 w 606298"/>
              <a:gd name="connsiteY39" fmla="*/ 303392 h 568686"/>
              <a:gd name="connsiteX40" fmla="*/ 511500 w 606298"/>
              <a:gd name="connsiteY40" fmla="*/ 374953 h 568686"/>
              <a:gd name="connsiteX41" fmla="*/ 572130 w 606298"/>
              <a:gd name="connsiteY41" fmla="*/ 290971 h 568686"/>
              <a:gd name="connsiteX42" fmla="*/ 517257 w 606298"/>
              <a:gd name="connsiteY42" fmla="*/ 210604 h 568686"/>
              <a:gd name="connsiteX43" fmla="*/ 89041 w 606298"/>
              <a:gd name="connsiteY43" fmla="*/ 210604 h 568686"/>
              <a:gd name="connsiteX44" fmla="*/ 34168 w 606298"/>
              <a:gd name="connsiteY44" fmla="*/ 290971 h 568686"/>
              <a:gd name="connsiteX45" fmla="*/ 94798 w 606298"/>
              <a:gd name="connsiteY45" fmla="*/ 374953 h 568686"/>
              <a:gd name="connsiteX46" fmla="*/ 115410 w 606298"/>
              <a:gd name="connsiteY46" fmla="*/ 303392 h 568686"/>
              <a:gd name="connsiteX47" fmla="*/ 89506 w 606298"/>
              <a:gd name="connsiteY47" fmla="*/ 213292 h 568686"/>
              <a:gd name="connsiteX48" fmla="*/ 419952 w 606298"/>
              <a:gd name="connsiteY48" fmla="*/ 171487 h 568686"/>
              <a:gd name="connsiteX49" fmla="*/ 438893 w 606298"/>
              <a:gd name="connsiteY49" fmla="*/ 199666 h 568686"/>
              <a:gd name="connsiteX50" fmla="*/ 470833 w 606298"/>
              <a:gd name="connsiteY50" fmla="*/ 256952 h 568686"/>
              <a:gd name="connsiteX51" fmla="*/ 484017 w 606298"/>
              <a:gd name="connsiteY51" fmla="*/ 200407 h 568686"/>
              <a:gd name="connsiteX52" fmla="*/ 484946 w 606298"/>
              <a:gd name="connsiteY52" fmla="*/ 193085 h 568686"/>
              <a:gd name="connsiteX53" fmla="*/ 419952 w 606298"/>
              <a:gd name="connsiteY53" fmla="*/ 171487 h 568686"/>
              <a:gd name="connsiteX54" fmla="*/ 186346 w 606298"/>
              <a:gd name="connsiteY54" fmla="*/ 171487 h 568686"/>
              <a:gd name="connsiteX55" fmla="*/ 121352 w 606298"/>
              <a:gd name="connsiteY55" fmla="*/ 193085 h 568686"/>
              <a:gd name="connsiteX56" fmla="*/ 122281 w 606298"/>
              <a:gd name="connsiteY56" fmla="*/ 200407 h 568686"/>
              <a:gd name="connsiteX57" fmla="*/ 135465 w 606298"/>
              <a:gd name="connsiteY57" fmla="*/ 256952 h 568686"/>
              <a:gd name="connsiteX58" fmla="*/ 167405 w 606298"/>
              <a:gd name="connsiteY58" fmla="*/ 199666 h 568686"/>
              <a:gd name="connsiteX59" fmla="*/ 186346 w 606298"/>
              <a:gd name="connsiteY59" fmla="*/ 171487 h 568686"/>
              <a:gd name="connsiteX60" fmla="*/ 303149 w 606298"/>
              <a:gd name="connsiteY60" fmla="*/ 159459 h 568686"/>
              <a:gd name="connsiteX61" fmla="*/ 236113 w 606298"/>
              <a:gd name="connsiteY61" fmla="*/ 162866 h 568686"/>
              <a:gd name="connsiteX62" fmla="*/ 196559 w 606298"/>
              <a:gd name="connsiteY62" fmla="*/ 218020 h 568686"/>
              <a:gd name="connsiteX63" fmla="*/ 153385 w 606298"/>
              <a:gd name="connsiteY63" fmla="*/ 301260 h 568686"/>
              <a:gd name="connsiteX64" fmla="*/ 184118 w 606298"/>
              <a:gd name="connsiteY64" fmla="*/ 356321 h 568686"/>
              <a:gd name="connsiteX65" fmla="*/ 222835 w 606298"/>
              <a:gd name="connsiteY65" fmla="*/ 406284 h 568686"/>
              <a:gd name="connsiteX66" fmla="*/ 227385 w 606298"/>
              <a:gd name="connsiteY66" fmla="*/ 411104 h 568686"/>
              <a:gd name="connsiteX67" fmla="*/ 234813 w 606298"/>
              <a:gd name="connsiteY67" fmla="*/ 419169 h 568686"/>
              <a:gd name="connsiteX68" fmla="*/ 294607 w 606298"/>
              <a:gd name="connsiteY68" fmla="*/ 422691 h 568686"/>
              <a:gd name="connsiteX69" fmla="*/ 311784 w 606298"/>
              <a:gd name="connsiteY69" fmla="*/ 422691 h 568686"/>
              <a:gd name="connsiteX70" fmla="*/ 371485 w 606298"/>
              <a:gd name="connsiteY70" fmla="*/ 419169 h 568686"/>
              <a:gd name="connsiteX71" fmla="*/ 378913 w 606298"/>
              <a:gd name="connsiteY71" fmla="*/ 411104 h 568686"/>
              <a:gd name="connsiteX72" fmla="*/ 383463 w 606298"/>
              <a:gd name="connsiteY72" fmla="*/ 406284 h 568686"/>
              <a:gd name="connsiteX73" fmla="*/ 422273 w 606298"/>
              <a:gd name="connsiteY73" fmla="*/ 356321 h 568686"/>
              <a:gd name="connsiteX74" fmla="*/ 452913 w 606298"/>
              <a:gd name="connsiteY74" fmla="*/ 301260 h 568686"/>
              <a:gd name="connsiteX75" fmla="*/ 409831 w 606298"/>
              <a:gd name="connsiteY75" fmla="*/ 218020 h 568686"/>
              <a:gd name="connsiteX76" fmla="*/ 370185 w 606298"/>
              <a:gd name="connsiteY76" fmla="*/ 162866 h 568686"/>
              <a:gd name="connsiteX77" fmla="*/ 303149 w 606298"/>
              <a:gd name="connsiteY77" fmla="*/ 159459 h 568686"/>
              <a:gd name="connsiteX78" fmla="*/ 303149 w 606298"/>
              <a:gd name="connsiteY78" fmla="*/ 95754 h 568686"/>
              <a:gd name="connsiteX79" fmla="*/ 269631 w 606298"/>
              <a:gd name="connsiteY79" fmla="*/ 125788 h 568686"/>
              <a:gd name="connsiteX80" fmla="*/ 336667 w 606298"/>
              <a:gd name="connsiteY80" fmla="*/ 125788 h 568686"/>
              <a:gd name="connsiteX81" fmla="*/ 303149 w 606298"/>
              <a:gd name="connsiteY81" fmla="*/ 95754 h 568686"/>
              <a:gd name="connsiteX82" fmla="*/ 413453 w 606298"/>
              <a:gd name="connsiteY82" fmla="*/ 34112 h 568686"/>
              <a:gd name="connsiteX83" fmla="*/ 326454 w 606298"/>
              <a:gd name="connsiteY83" fmla="*/ 70078 h 568686"/>
              <a:gd name="connsiteX84" fmla="*/ 388012 w 606298"/>
              <a:gd name="connsiteY84" fmla="*/ 130608 h 568686"/>
              <a:gd name="connsiteX85" fmla="*/ 490424 w 606298"/>
              <a:gd name="connsiteY85" fmla="*/ 158138 h 568686"/>
              <a:gd name="connsiteX86" fmla="*/ 490424 w 606298"/>
              <a:gd name="connsiteY86" fmla="*/ 156933 h 568686"/>
              <a:gd name="connsiteX87" fmla="*/ 453841 w 606298"/>
              <a:gd name="connsiteY87" fmla="*/ 45143 h 568686"/>
              <a:gd name="connsiteX88" fmla="*/ 413453 w 606298"/>
              <a:gd name="connsiteY88" fmla="*/ 34112 h 568686"/>
              <a:gd name="connsiteX89" fmla="*/ 192845 w 606298"/>
              <a:gd name="connsiteY89" fmla="*/ 34112 h 568686"/>
              <a:gd name="connsiteX90" fmla="*/ 152549 w 606298"/>
              <a:gd name="connsiteY90" fmla="*/ 45143 h 568686"/>
              <a:gd name="connsiteX91" fmla="*/ 115874 w 606298"/>
              <a:gd name="connsiteY91" fmla="*/ 156933 h 568686"/>
              <a:gd name="connsiteX92" fmla="*/ 115967 w 606298"/>
              <a:gd name="connsiteY92" fmla="*/ 158138 h 568686"/>
              <a:gd name="connsiteX93" fmla="*/ 218286 w 606298"/>
              <a:gd name="connsiteY93" fmla="*/ 130608 h 568686"/>
              <a:gd name="connsiteX94" fmla="*/ 279937 w 606298"/>
              <a:gd name="connsiteY94" fmla="*/ 70078 h 568686"/>
              <a:gd name="connsiteX95" fmla="*/ 192845 w 606298"/>
              <a:gd name="connsiteY95" fmla="*/ 34112 h 568686"/>
              <a:gd name="connsiteX96" fmla="*/ 192845 w 606298"/>
              <a:gd name="connsiteY96" fmla="*/ 0 h 568686"/>
              <a:gd name="connsiteX97" fmla="*/ 303149 w 606298"/>
              <a:gd name="connsiteY97" fmla="*/ 44494 h 568686"/>
              <a:gd name="connsiteX98" fmla="*/ 413453 w 606298"/>
              <a:gd name="connsiteY98" fmla="*/ 0 h 568686"/>
              <a:gd name="connsiteX99" fmla="*/ 472411 w 606298"/>
              <a:gd name="connsiteY99" fmla="*/ 16500 h 568686"/>
              <a:gd name="connsiteX100" fmla="*/ 515214 w 606298"/>
              <a:gd name="connsiteY100" fmla="*/ 78050 h 568686"/>
              <a:gd name="connsiteX101" fmla="*/ 524127 w 606298"/>
              <a:gd name="connsiteY101" fmla="*/ 167964 h 568686"/>
              <a:gd name="connsiteX102" fmla="*/ 524127 w 606298"/>
              <a:gd name="connsiteY102" fmla="*/ 174824 h 568686"/>
              <a:gd name="connsiteX103" fmla="*/ 606298 w 606298"/>
              <a:gd name="connsiteY103" fmla="*/ 290971 h 568686"/>
              <a:gd name="connsiteX104" fmla="*/ 516607 w 606298"/>
              <a:gd name="connsiteY104" fmla="*/ 411382 h 568686"/>
              <a:gd name="connsiteX105" fmla="*/ 516792 w 606298"/>
              <a:gd name="connsiteY105" fmla="*/ 413792 h 568686"/>
              <a:gd name="connsiteX106" fmla="*/ 464519 w 606298"/>
              <a:gd name="connsiteY106" fmla="*/ 553299 h 568686"/>
              <a:gd name="connsiteX107" fmla="*/ 408903 w 606298"/>
              <a:gd name="connsiteY107" fmla="*/ 568686 h 568686"/>
              <a:gd name="connsiteX108" fmla="*/ 303149 w 606298"/>
              <a:gd name="connsiteY108" fmla="*/ 532628 h 568686"/>
              <a:gd name="connsiteX109" fmla="*/ 197395 w 606298"/>
              <a:gd name="connsiteY109" fmla="*/ 568686 h 568686"/>
              <a:gd name="connsiteX110" fmla="*/ 141779 w 606298"/>
              <a:gd name="connsiteY110" fmla="*/ 553299 h 568686"/>
              <a:gd name="connsiteX111" fmla="*/ 89506 w 606298"/>
              <a:gd name="connsiteY111" fmla="*/ 413700 h 568686"/>
              <a:gd name="connsiteX112" fmla="*/ 89784 w 606298"/>
              <a:gd name="connsiteY112" fmla="*/ 411382 h 568686"/>
              <a:gd name="connsiteX113" fmla="*/ 0 w 606298"/>
              <a:gd name="connsiteY113" fmla="*/ 290971 h 568686"/>
              <a:gd name="connsiteX114" fmla="*/ 82171 w 606298"/>
              <a:gd name="connsiteY114" fmla="*/ 174824 h 568686"/>
              <a:gd name="connsiteX115" fmla="*/ 82171 w 606298"/>
              <a:gd name="connsiteY115" fmla="*/ 167964 h 568686"/>
              <a:gd name="connsiteX116" fmla="*/ 91084 w 606298"/>
              <a:gd name="connsiteY116" fmla="*/ 78050 h 568686"/>
              <a:gd name="connsiteX117" fmla="*/ 133887 w 606298"/>
              <a:gd name="connsiteY117" fmla="*/ 16500 h 568686"/>
              <a:gd name="connsiteX118" fmla="*/ 192845 w 606298"/>
              <a:gd name="connsiteY118" fmla="*/ 0 h 5686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606298" h="568686">
                <a:moveTo>
                  <a:pt x="258582" y="455598"/>
                </a:moveTo>
                <a:cubicBezTo>
                  <a:pt x="273159" y="469039"/>
                  <a:pt x="288200" y="480811"/>
                  <a:pt x="303149" y="490637"/>
                </a:cubicBezTo>
                <a:cubicBezTo>
                  <a:pt x="318190" y="480811"/>
                  <a:pt x="333139" y="469039"/>
                  <a:pt x="347716" y="455598"/>
                </a:cubicBezTo>
                <a:cubicBezTo>
                  <a:pt x="335274" y="456432"/>
                  <a:pt x="323483" y="456896"/>
                  <a:pt x="311784" y="456896"/>
                </a:cubicBezTo>
                <a:lnTo>
                  <a:pt x="294607" y="456896"/>
                </a:lnTo>
                <a:cubicBezTo>
                  <a:pt x="282908" y="456896"/>
                  <a:pt x="271024" y="456432"/>
                  <a:pt x="258582" y="455598"/>
                </a:cubicBezTo>
                <a:close/>
                <a:moveTo>
                  <a:pt x="482810" y="426955"/>
                </a:moveTo>
                <a:cubicBezTo>
                  <a:pt x="458020" y="436688"/>
                  <a:pt x="431001" y="444104"/>
                  <a:pt x="402311" y="449202"/>
                </a:cubicBezTo>
                <a:lnTo>
                  <a:pt x="391633" y="460233"/>
                </a:lnTo>
                <a:cubicBezTo>
                  <a:pt x="373249" y="479421"/>
                  <a:pt x="353751" y="496384"/>
                  <a:pt x="333696" y="510752"/>
                </a:cubicBezTo>
                <a:cubicBezTo>
                  <a:pt x="360436" y="525768"/>
                  <a:pt x="385877" y="533647"/>
                  <a:pt x="407603" y="533647"/>
                </a:cubicBezTo>
                <a:cubicBezTo>
                  <a:pt x="421995" y="533647"/>
                  <a:pt x="434808" y="530218"/>
                  <a:pt x="445578" y="523358"/>
                </a:cubicBezTo>
                <a:cubicBezTo>
                  <a:pt x="470833" y="507507"/>
                  <a:pt x="484017" y="473303"/>
                  <a:pt x="482810" y="426955"/>
                </a:cubicBezTo>
                <a:close/>
                <a:moveTo>
                  <a:pt x="123488" y="426955"/>
                </a:moveTo>
                <a:cubicBezTo>
                  <a:pt x="122281" y="473303"/>
                  <a:pt x="135465" y="507507"/>
                  <a:pt x="160720" y="523358"/>
                </a:cubicBezTo>
                <a:cubicBezTo>
                  <a:pt x="171490" y="530218"/>
                  <a:pt x="184303" y="533647"/>
                  <a:pt x="198788" y="533647"/>
                </a:cubicBezTo>
                <a:cubicBezTo>
                  <a:pt x="220421" y="533647"/>
                  <a:pt x="245862" y="525768"/>
                  <a:pt x="272602" y="510752"/>
                </a:cubicBezTo>
                <a:cubicBezTo>
                  <a:pt x="252547" y="496384"/>
                  <a:pt x="233142" y="479421"/>
                  <a:pt x="214665" y="460233"/>
                </a:cubicBezTo>
                <a:lnTo>
                  <a:pt x="204080" y="449202"/>
                </a:lnTo>
                <a:cubicBezTo>
                  <a:pt x="175297" y="444104"/>
                  <a:pt x="148278" y="436688"/>
                  <a:pt x="123488" y="426955"/>
                </a:cubicBezTo>
                <a:close/>
                <a:moveTo>
                  <a:pt x="469069" y="346681"/>
                </a:moveTo>
                <a:cubicBezTo>
                  <a:pt x="463591" y="356043"/>
                  <a:pt x="457555" y="365313"/>
                  <a:pt x="450777" y="374953"/>
                </a:cubicBezTo>
                <a:lnTo>
                  <a:pt x="449292" y="377178"/>
                </a:lnTo>
                <a:cubicBezTo>
                  <a:pt x="437686" y="393770"/>
                  <a:pt x="434529" y="398405"/>
                  <a:pt x="425523" y="409250"/>
                </a:cubicBezTo>
                <a:cubicBezTo>
                  <a:pt x="444464" y="404523"/>
                  <a:pt x="462476" y="398497"/>
                  <a:pt x="479189" y="391360"/>
                </a:cubicBezTo>
                <a:cubicBezTo>
                  <a:pt x="476961" y="376992"/>
                  <a:pt x="473525" y="361976"/>
                  <a:pt x="469069" y="346681"/>
                </a:cubicBezTo>
                <a:close/>
                <a:moveTo>
                  <a:pt x="137229" y="346681"/>
                </a:moveTo>
                <a:cubicBezTo>
                  <a:pt x="132773" y="361976"/>
                  <a:pt x="129337" y="376992"/>
                  <a:pt x="127109" y="391360"/>
                </a:cubicBezTo>
                <a:cubicBezTo>
                  <a:pt x="143822" y="398497"/>
                  <a:pt x="161834" y="404523"/>
                  <a:pt x="180868" y="409250"/>
                </a:cubicBezTo>
                <a:cubicBezTo>
                  <a:pt x="171769" y="398312"/>
                  <a:pt x="168426" y="393492"/>
                  <a:pt x="157006" y="377178"/>
                </a:cubicBezTo>
                <a:lnTo>
                  <a:pt x="155521" y="375046"/>
                </a:lnTo>
                <a:cubicBezTo>
                  <a:pt x="148743" y="365313"/>
                  <a:pt x="142800" y="356043"/>
                  <a:pt x="137229" y="346681"/>
                </a:cubicBezTo>
                <a:close/>
                <a:moveTo>
                  <a:pt x="303114" y="237523"/>
                </a:moveTo>
                <a:cubicBezTo>
                  <a:pt x="329011" y="237523"/>
                  <a:pt x="350005" y="258485"/>
                  <a:pt x="350005" y="284343"/>
                </a:cubicBezTo>
                <a:cubicBezTo>
                  <a:pt x="350005" y="310201"/>
                  <a:pt x="329011" y="331163"/>
                  <a:pt x="303114" y="331163"/>
                </a:cubicBezTo>
                <a:cubicBezTo>
                  <a:pt x="277217" y="331163"/>
                  <a:pt x="256223" y="310201"/>
                  <a:pt x="256223" y="284343"/>
                </a:cubicBezTo>
                <a:cubicBezTo>
                  <a:pt x="256223" y="258485"/>
                  <a:pt x="277217" y="237523"/>
                  <a:pt x="303114" y="237523"/>
                </a:cubicBezTo>
                <a:close/>
                <a:moveTo>
                  <a:pt x="517257" y="210604"/>
                </a:moveTo>
                <a:lnTo>
                  <a:pt x="516792" y="213292"/>
                </a:lnTo>
                <a:cubicBezTo>
                  <a:pt x="511593" y="245550"/>
                  <a:pt x="503144" y="275027"/>
                  <a:pt x="490888" y="303392"/>
                </a:cubicBezTo>
                <a:cubicBezTo>
                  <a:pt x="500173" y="327771"/>
                  <a:pt x="507043" y="351872"/>
                  <a:pt x="511500" y="374953"/>
                </a:cubicBezTo>
                <a:cubicBezTo>
                  <a:pt x="550682" y="351223"/>
                  <a:pt x="572130" y="321560"/>
                  <a:pt x="572130" y="290971"/>
                </a:cubicBezTo>
                <a:cubicBezTo>
                  <a:pt x="572130" y="262143"/>
                  <a:pt x="552725" y="233778"/>
                  <a:pt x="517257" y="210604"/>
                </a:cubicBezTo>
                <a:close/>
                <a:moveTo>
                  <a:pt x="89041" y="210604"/>
                </a:moveTo>
                <a:cubicBezTo>
                  <a:pt x="53573" y="233778"/>
                  <a:pt x="34168" y="262143"/>
                  <a:pt x="34168" y="290971"/>
                </a:cubicBezTo>
                <a:cubicBezTo>
                  <a:pt x="34168" y="321560"/>
                  <a:pt x="55616" y="351223"/>
                  <a:pt x="94798" y="374953"/>
                </a:cubicBezTo>
                <a:cubicBezTo>
                  <a:pt x="99255" y="351872"/>
                  <a:pt x="106218" y="327771"/>
                  <a:pt x="115410" y="303392"/>
                </a:cubicBezTo>
                <a:cubicBezTo>
                  <a:pt x="103247" y="275027"/>
                  <a:pt x="94705" y="245550"/>
                  <a:pt x="89506" y="213292"/>
                </a:cubicBezTo>
                <a:close/>
                <a:moveTo>
                  <a:pt x="419952" y="171487"/>
                </a:moveTo>
                <a:cubicBezTo>
                  <a:pt x="426451" y="180571"/>
                  <a:pt x="432765" y="190026"/>
                  <a:pt x="438893" y="199666"/>
                </a:cubicBezTo>
                <a:cubicBezTo>
                  <a:pt x="450777" y="218576"/>
                  <a:pt x="461548" y="237856"/>
                  <a:pt x="470833" y="256952"/>
                </a:cubicBezTo>
                <a:cubicBezTo>
                  <a:pt x="477146" y="237949"/>
                  <a:pt x="481510" y="219410"/>
                  <a:pt x="484017" y="200407"/>
                </a:cubicBezTo>
                <a:lnTo>
                  <a:pt x="484946" y="193085"/>
                </a:lnTo>
                <a:cubicBezTo>
                  <a:pt x="465633" y="184278"/>
                  <a:pt x="443814" y="177048"/>
                  <a:pt x="419952" y="171487"/>
                </a:cubicBezTo>
                <a:close/>
                <a:moveTo>
                  <a:pt x="186346" y="171487"/>
                </a:moveTo>
                <a:cubicBezTo>
                  <a:pt x="162577" y="177048"/>
                  <a:pt x="140758" y="184278"/>
                  <a:pt x="121352" y="193085"/>
                </a:cubicBezTo>
                <a:lnTo>
                  <a:pt x="122281" y="200407"/>
                </a:lnTo>
                <a:cubicBezTo>
                  <a:pt x="124881" y="219410"/>
                  <a:pt x="129152" y="237949"/>
                  <a:pt x="135465" y="256952"/>
                </a:cubicBezTo>
                <a:cubicBezTo>
                  <a:pt x="144750" y="237856"/>
                  <a:pt x="155521" y="218576"/>
                  <a:pt x="167405" y="199666"/>
                </a:cubicBezTo>
                <a:cubicBezTo>
                  <a:pt x="173533" y="190026"/>
                  <a:pt x="179847" y="180571"/>
                  <a:pt x="186346" y="171487"/>
                </a:cubicBezTo>
                <a:close/>
                <a:moveTo>
                  <a:pt x="303149" y="159459"/>
                </a:moveTo>
                <a:cubicBezTo>
                  <a:pt x="279473" y="159459"/>
                  <a:pt x="255797" y="160595"/>
                  <a:pt x="236113" y="162866"/>
                </a:cubicBezTo>
                <a:cubicBezTo>
                  <a:pt x="222000" y="180200"/>
                  <a:pt x="208630" y="198739"/>
                  <a:pt x="196559" y="218020"/>
                </a:cubicBezTo>
                <a:cubicBezTo>
                  <a:pt x="179754" y="244438"/>
                  <a:pt x="165270" y="272432"/>
                  <a:pt x="153385" y="301260"/>
                </a:cubicBezTo>
                <a:cubicBezTo>
                  <a:pt x="162020" y="318965"/>
                  <a:pt x="172047" y="337040"/>
                  <a:pt x="184118" y="356321"/>
                </a:cubicBezTo>
                <a:cubicBezTo>
                  <a:pt x="199809" y="381534"/>
                  <a:pt x="207980" y="390340"/>
                  <a:pt x="222835" y="406284"/>
                </a:cubicBezTo>
                <a:cubicBezTo>
                  <a:pt x="224321" y="407767"/>
                  <a:pt x="225807" y="409436"/>
                  <a:pt x="227385" y="411104"/>
                </a:cubicBezTo>
                <a:lnTo>
                  <a:pt x="234813" y="419169"/>
                </a:lnTo>
                <a:cubicBezTo>
                  <a:pt x="254218" y="421486"/>
                  <a:pt x="274273" y="422691"/>
                  <a:pt x="294607" y="422691"/>
                </a:cubicBezTo>
                <a:lnTo>
                  <a:pt x="311784" y="422691"/>
                </a:lnTo>
                <a:cubicBezTo>
                  <a:pt x="332025" y="422691"/>
                  <a:pt x="352080" y="421486"/>
                  <a:pt x="371485" y="419169"/>
                </a:cubicBezTo>
                <a:lnTo>
                  <a:pt x="378913" y="411104"/>
                </a:lnTo>
                <a:cubicBezTo>
                  <a:pt x="380491" y="409436"/>
                  <a:pt x="382070" y="407767"/>
                  <a:pt x="383463" y="406284"/>
                </a:cubicBezTo>
                <a:cubicBezTo>
                  <a:pt x="398318" y="390340"/>
                  <a:pt x="406489" y="381534"/>
                  <a:pt x="422273" y="356321"/>
                </a:cubicBezTo>
                <a:cubicBezTo>
                  <a:pt x="434343" y="337040"/>
                  <a:pt x="444371" y="318965"/>
                  <a:pt x="452913" y="301260"/>
                </a:cubicBezTo>
                <a:cubicBezTo>
                  <a:pt x="441028" y="272432"/>
                  <a:pt x="426544" y="244438"/>
                  <a:pt x="409831" y="218020"/>
                </a:cubicBezTo>
                <a:cubicBezTo>
                  <a:pt x="397668" y="198739"/>
                  <a:pt x="384391" y="180200"/>
                  <a:pt x="370185" y="162866"/>
                </a:cubicBezTo>
                <a:cubicBezTo>
                  <a:pt x="350502" y="160595"/>
                  <a:pt x="326825" y="159459"/>
                  <a:pt x="303149" y="159459"/>
                </a:cubicBezTo>
                <a:close/>
                <a:moveTo>
                  <a:pt x="303149" y="95754"/>
                </a:moveTo>
                <a:cubicBezTo>
                  <a:pt x="291729" y="104931"/>
                  <a:pt x="280494" y="115035"/>
                  <a:pt x="269631" y="125788"/>
                </a:cubicBezTo>
                <a:cubicBezTo>
                  <a:pt x="288758" y="124861"/>
                  <a:pt x="317540" y="124861"/>
                  <a:pt x="336667" y="125788"/>
                </a:cubicBezTo>
                <a:cubicBezTo>
                  <a:pt x="325897" y="115035"/>
                  <a:pt x="314662" y="104931"/>
                  <a:pt x="303149" y="95754"/>
                </a:cubicBezTo>
                <a:close/>
                <a:moveTo>
                  <a:pt x="413453" y="34112"/>
                </a:moveTo>
                <a:cubicBezTo>
                  <a:pt x="388941" y="34112"/>
                  <a:pt x="359693" y="46162"/>
                  <a:pt x="326454" y="70078"/>
                </a:cubicBezTo>
                <a:cubicBezTo>
                  <a:pt x="347530" y="87226"/>
                  <a:pt x="368235" y="107619"/>
                  <a:pt x="388012" y="130608"/>
                </a:cubicBezTo>
                <a:cubicBezTo>
                  <a:pt x="425801" y="136077"/>
                  <a:pt x="460155" y="145346"/>
                  <a:pt x="490424" y="158138"/>
                </a:cubicBezTo>
                <a:lnTo>
                  <a:pt x="490424" y="156933"/>
                </a:lnTo>
                <a:cubicBezTo>
                  <a:pt x="493023" y="105117"/>
                  <a:pt x="478632" y="61179"/>
                  <a:pt x="453841" y="45143"/>
                </a:cubicBezTo>
                <a:cubicBezTo>
                  <a:pt x="442607" y="37820"/>
                  <a:pt x="428958" y="34112"/>
                  <a:pt x="413453" y="34112"/>
                </a:cubicBezTo>
                <a:close/>
                <a:moveTo>
                  <a:pt x="192845" y="34112"/>
                </a:moveTo>
                <a:cubicBezTo>
                  <a:pt x="177340" y="34112"/>
                  <a:pt x="163784" y="37820"/>
                  <a:pt x="152549" y="45143"/>
                </a:cubicBezTo>
                <a:cubicBezTo>
                  <a:pt x="127759" y="61179"/>
                  <a:pt x="113368" y="105117"/>
                  <a:pt x="115874" y="156933"/>
                </a:cubicBezTo>
                <a:lnTo>
                  <a:pt x="115967" y="158138"/>
                </a:lnTo>
                <a:cubicBezTo>
                  <a:pt x="146143" y="145346"/>
                  <a:pt x="180497" y="136077"/>
                  <a:pt x="218286" y="130608"/>
                </a:cubicBezTo>
                <a:cubicBezTo>
                  <a:pt x="238062" y="107619"/>
                  <a:pt x="258768" y="87226"/>
                  <a:pt x="279937" y="70078"/>
                </a:cubicBezTo>
                <a:cubicBezTo>
                  <a:pt x="246697" y="46162"/>
                  <a:pt x="217450" y="34112"/>
                  <a:pt x="192845" y="34112"/>
                </a:cubicBezTo>
                <a:close/>
                <a:moveTo>
                  <a:pt x="192845" y="0"/>
                </a:moveTo>
                <a:cubicBezTo>
                  <a:pt x="225342" y="0"/>
                  <a:pt x="262482" y="14924"/>
                  <a:pt x="303149" y="44494"/>
                </a:cubicBezTo>
                <a:cubicBezTo>
                  <a:pt x="343816" y="14924"/>
                  <a:pt x="380956" y="0"/>
                  <a:pt x="413453" y="0"/>
                </a:cubicBezTo>
                <a:cubicBezTo>
                  <a:pt x="435643" y="0"/>
                  <a:pt x="455513" y="5562"/>
                  <a:pt x="472411" y="16500"/>
                </a:cubicBezTo>
                <a:cubicBezTo>
                  <a:pt x="491445" y="28828"/>
                  <a:pt x="506208" y="50148"/>
                  <a:pt x="515214" y="78050"/>
                </a:cubicBezTo>
                <a:cubicBezTo>
                  <a:pt x="523756" y="104468"/>
                  <a:pt x="526820" y="135613"/>
                  <a:pt x="524127" y="167964"/>
                </a:cubicBezTo>
                <a:lnTo>
                  <a:pt x="524127" y="174824"/>
                </a:lnTo>
                <a:cubicBezTo>
                  <a:pt x="577144" y="205506"/>
                  <a:pt x="606298" y="246662"/>
                  <a:pt x="606298" y="290971"/>
                </a:cubicBezTo>
                <a:cubicBezTo>
                  <a:pt x="606298" y="337597"/>
                  <a:pt x="574451" y="380236"/>
                  <a:pt x="516607" y="411382"/>
                </a:cubicBezTo>
                <a:cubicBezTo>
                  <a:pt x="516700" y="412216"/>
                  <a:pt x="516792" y="412958"/>
                  <a:pt x="516792" y="413792"/>
                </a:cubicBezTo>
                <a:cubicBezTo>
                  <a:pt x="521528" y="479513"/>
                  <a:pt x="503051" y="529105"/>
                  <a:pt x="464519" y="553299"/>
                </a:cubicBezTo>
                <a:cubicBezTo>
                  <a:pt x="448363" y="563495"/>
                  <a:pt x="429701" y="568686"/>
                  <a:pt x="408903" y="568686"/>
                </a:cubicBezTo>
                <a:cubicBezTo>
                  <a:pt x="376870" y="568686"/>
                  <a:pt x="340381" y="556172"/>
                  <a:pt x="303149" y="532628"/>
                </a:cubicBezTo>
                <a:cubicBezTo>
                  <a:pt x="266010" y="556172"/>
                  <a:pt x="229428" y="568686"/>
                  <a:pt x="197395" y="568686"/>
                </a:cubicBezTo>
                <a:cubicBezTo>
                  <a:pt x="176690" y="568686"/>
                  <a:pt x="157935" y="563495"/>
                  <a:pt x="141779" y="553299"/>
                </a:cubicBezTo>
                <a:cubicBezTo>
                  <a:pt x="103340" y="529105"/>
                  <a:pt x="84770" y="479513"/>
                  <a:pt x="89506" y="413700"/>
                </a:cubicBezTo>
                <a:cubicBezTo>
                  <a:pt x="89598" y="412958"/>
                  <a:pt x="89691" y="412124"/>
                  <a:pt x="89784" y="411382"/>
                </a:cubicBezTo>
                <a:cubicBezTo>
                  <a:pt x="31847" y="380236"/>
                  <a:pt x="0" y="337597"/>
                  <a:pt x="0" y="290971"/>
                </a:cubicBezTo>
                <a:cubicBezTo>
                  <a:pt x="0" y="246662"/>
                  <a:pt x="29154" y="205506"/>
                  <a:pt x="82171" y="174824"/>
                </a:cubicBezTo>
                <a:lnTo>
                  <a:pt x="82171" y="167964"/>
                </a:lnTo>
                <a:cubicBezTo>
                  <a:pt x="79478" y="135613"/>
                  <a:pt x="82542" y="104468"/>
                  <a:pt x="91084" y="78050"/>
                </a:cubicBezTo>
                <a:cubicBezTo>
                  <a:pt x="100090" y="50148"/>
                  <a:pt x="114946" y="28828"/>
                  <a:pt x="133887" y="16500"/>
                </a:cubicBezTo>
                <a:cubicBezTo>
                  <a:pt x="150785" y="5562"/>
                  <a:pt x="170655" y="0"/>
                  <a:pt x="19284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cs typeface="+mn-ea"/>
              <a:sym typeface="+mn-lt"/>
            </a:endParaRPr>
          </a:p>
        </p:txBody>
      </p:sp>
      <p:sp>
        <p:nvSpPr>
          <p:cNvPr id="48" name="椭圆 45">
            <a:extLst>
              <a:ext uri="{FF2B5EF4-FFF2-40B4-BE49-F238E27FC236}">
                <a16:creationId xmlns:a16="http://schemas.microsoft.com/office/drawing/2014/main" id="{93F18B5F-F9D3-4703-C2A0-59279FEE95EF}"/>
              </a:ext>
            </a:extLst>
          </p:cNvPr>
          <p:cNvSpPr/>
          <p:nvPr/>
        </p:nvSpPr>
        <p:spPr>
          <a:xfrm>
            <a:off x="8551177" y="2313474"/>
            <a:ext cx="755387" cy="733741"/>
          </a:xfrm>
          <a:custGeom>
            <a:avLst/>
            <a:gdLst>
              <a:gd name="connsiteX0" fmla="*/ 357006 w 608274"/>
              <a:gd name="connsiteY0" fmla="*/ 315793 h 590844"/>
              <a:gd name="connsiteX1" fmla="*/ 344664 w 608274"/>
              <a:gd name="connsiteY1" fmla="*/ 351821 h 590844"/>
              <a:gd name="connsiteX2" fmla="*/ 552405 w 608274"/>
              <a:gd name="connsiteY2" fmla="*/ 559238 h 590844"/>
              <a:gd name="connsiteX3" fmla="*/ 554572 w 608274"/>
              <a:gd name="connsiteY3" fmla="*/ 560178 h 590844"/>
              <a:gd name="connsiteX4" fmla="*/ 554666 w 608274"/>
              <a:gd name="connsiteY4" fmla="*/ 560178 h 590844"/>
              <a:gd name="connsiteX5" fmla="*/ 556928 w 608274"/>
              <a:gd name="connsiteY5" fmla="*/ 559238 h 590844"/>
              <a:gd name="connsiteX6" fmla="*/ 576618 w 608274"/>
              <a:gd name="connsiteY6" fmla="*/ 539578 h 590844"/>
              <a:gd name="connsiteX7" fmla="*/ 577560 w 608274"/>
              <a:gd name="connsiteY7" fmla="*/ 537320 h 590844"/>
              <a:gd name="connsiteX8" fmla="*/ 576618 w 608274"/>
              <a:gd name="connsiteY8" fmla="*/ 535063 h 590844"/>
              <a:gd name="connsiteX9" fmla="*/ 347019 w 608274"/>
              <a:gd name="connsiteY9" fmla="*/ 272617 h 590844"/>
              <a:gd name="connsiteX10" fmla="*/ 361339 w 608274"/>
              <a:gd name="connsiteY10" fmla="*/ 276756 h 590844"/>
              <a:gd name="connsiteX11" fmla="*/ 370572 w 608274"/>
              <a:gd name="connsiteY11" fmla="*/ 285974 h 590844"/>
              <a:gd name="connsiteX12" fmla="*/ 598287 w 608274"/>
              <a:gd name="connsiteY12" fmla="*/ 513333 h 590844"/>
              <a:gd name="connsiteX13" fmla="*/ 608274 w 608274"/>
              <a:gd name="connsiteY13" fmla="*/ 537320 h 590844"/>
              <a:gd name="connsiteX14" fmla="*/ 598287 w 608274"/>
              <a:gd name="connsiteY14" fmla="*/ 561213 h 590844"/>
              <a:gd name="connsiteX15" fmla="*/ 578691 w 608274"/>
              <a:gd name="connsiteY15" fmla="*/ 580873 h 590844"/>
              <a:gd name="connsiteX16" fmla="*/ 554666 w 608274"/>
              <a:gd name="connsiteY16" fmla="*/ 590844 h 590844"/>
              <a:gd name="connsiteX17" fmla="*/ 554572 w 608274"/>
              <a:gd name="connsiteY17" fmla="*/ 590844 h 590844"/>
              <a:gd name="connsiteX18" fmla="*/ 530736 w 608274"/>
              <a:gd name="connsiteY18" fmla="*/ 580873 h 590844"/>
              <a:gd name="connsiteX19" fmla="*/ 316211 w 608274"/>
              <a:gd name="connsiteY19" fmla="*/ 366683 h 590844"/>
              <a:gd name="connsiteX20" fmla="*/ 312442 w 608274"/>
              <a:gd name="connsiteY20" fmla="*/ 350880 h 590844"/>
              <a:gd name="connsiteX21" fmla="*/ 327328 w 608274"/>
              <a:gd name="connsiteY21" fmla="*/ 307610 h 590844"/>
              <a:gd name="connsiteX22" fmla="*/ 335902 w 608274"/>
              <a:gd name="connsiteY22" fmla="*/ 282588 h 590844"/>
              <a:gd name="connsiteX23" fmla="*/ 347019 w 608274"/>
              <a:gd name="connsiteY23" fmla="*/ 272617 h 590844"/>
              <a:gd name="connsiteX24" fmla="*/ 74870 w 608274"/>
              <a:gd name="connsiteY24" fmla="*/ 82350 h 590844"/>
              <a:gd name="connsiteX25" fmla="*/ 426850 w 608274"/>
              <a:gd name="connsiteY25" fmla="*/ 82350 h 590844"/>
              <a:gd name="connsiteX26" fmla="*/ 426850 w 608274"/>
              <a:gd name="connsiteY26" fmla="*/ 306027 h 590844"/>
              <a:gd name="connsiteX27" fmla="*/ 379461 w 608274"/>
              <a:gd name="connsiteY27" fmla="*/ 258714 h 590844"/>
              <a:gd name="connsiteX28" fmla="*/ 341210 w 608274"/>
              <a:gd name="connsiteY28" fmla="*/ 247709 h 590844"/>
              <a:gd name="connsiteX29" fmla="*/ 315867 w 608274"/>
              <a:gd name="connsiteY29" fmla="*/ 265957 h 590844"/>
              <a:gd name="connsiteX30" fmla="*/ 204507 w 608274"/>
              <a:gd name="connsiteY30" fmla="*/ 235763 h 590844"/>
              <a:gd name="connsiteX31" fmla="*/ 195274 w 608274"/>
              <a:gd name="connsiteY31" fmla="*/ 230590 h 590844"/>
              <a:gd name="connsiteX32" fmla="*/ 213740 w 608274"/>
              <a:gd name="connsiteY32" fmla="*/ 231154 h 590844"/>
              <a:gd name="connsiteX33" fmla="*/ 225517 w 608274"/>
              <a:gd name="connsiteY33" fmla="*/ 231719 h 590844"/>
              <a:gd name="connsiteX34" fmla="*/ 248599 w 608274"/>
              <a:gd name="connsiteY34" fmla="*/ 232377 h 590844"/>
              <a:gd name="connsiteX35" fmla="*/ 322085 w 608274"/>
              <a:gd name="connsiteY35" fmla="*/ 227674 h 590844"/>
              <a:gd name="connsiteX36" fmla="*/ 361749 w 608274"/>
              <a:gd name="connsiteY36" fmla="*/ 186852 h 590844"/>
              <a:gd name="connsiteX37" fmla="*/ 323216 w 608274"/>
              <a:gd name="connsiteY37" fmla="*/ 133049 h 590844"/>
              <a:gd name="connsiteX38" fmla="*/ 205167 w 608274"/>
              <a:gd name="connsiteY38" fmla="*/ 122514 h 590844"/>
              <a:gd name="connsiteX39" fmla="*/ 158248 w 608274"/>
              <a:gd name="connsiteY39" fmla="*/ 124395 h 590844"/>
              <a:gd name="connsiteX40" fmla="*/ 157683 w 608274"/>
              <a:gd name="connsiteY40" fmla="*/ 124395 h 590844"/>
              <a:gd name="connsiteX41" fmla="*/ 137239 w 608274"/>
              <a:gd name="connsiteY41" fmla="*/ 144336 h 590844"/>
              <a:gd name="connsiteX42" fmla="*/ 157212 w 608274"/>
              <a:gd name="connsiteY42" fmla="*/ 165312 h 590844"/>
              <a:gd name="connsiteX43" fmla="*/ 208087 w 608274"/>
              <a:gd name="connsiteY43" fmla="*/ 163336 h 590844"/>
              <a:gd name="connsiteX44" fmla="*/ 306634 w 608274"/>
              <a:gd name="connsiteY44" fmla="*/ 170485 h 590844"/>
              <a:gd name="connsiteX45" fmla="*/ 321049 w 608274"/>
              <a:gd name="connsiteY45" fmla="*/ 183465 h 590844"/>
              <a:gd name="connsiteX46" fmla="*/ 311251 w 608274"/>
              <a:gd name="connsiteY46" fmla="*/ 188263 h 590844"/>
              <a:gd name="connsiteX47" fmla="*/ 250200 w 608274"/>
              <a:gd name="connsiteY47" fmla="*/ 191461 h 590844"/>
              <a:gd name="connsiteX48" fmla="*/ 225517 w 608274"/>
              <a:gd name="connsiteY48" fmla="*/ 190896 h 590844"/>
              <a:gd name="connsiteX49" fmla="*/ 216755 w 608274"/>
              <a:gd name="connsiteY49" fmla="*/ 190426 h 590844"/>
              <a:gd name="connsiteX50" fmla="*/ 156929 w 608274"/>
              <a:gd name="connsiteY50" fmla="*/ 206040 h 590844"/>
              <a:gd name="connsiteX51" fmla="*/ 150335 w 608274"/>
              <a:gd name="connsiteY51" fmla="*/ 236516 h 590844"/>
              <a:gd name="connsiteX52" fmla="*/ 187078 w 608274"/>
              <a:gd name="connsiteY52" fmla="*/ 272823 h 590844"/>
              <a:gd name="connsiteX53" fmla="*/ 300887 w 608274"/>
              <a:gd name="connsiteY53" fmla="*/ 305839 h 590844"/>
              <a:gd name="connsiteX54" fmla="*/ 291277 w 608274"/>
              <a:gd name="connsiteY54" fmla="*/ 334057 h 590844"/>
              <a:gd name="connsiteX55" fmla="*/ 74870 w 608274"/>
              <a:gd name="connsiteY55" fmla="*/ 334057 h 590844"/>
              <a:gd name="connsiteX56" fmla="*/ 41731 w 608274"/>
              <a:gd name="connsiteY56" fmla="*/ 0 h 590844"/>
              <a:gd name="connsiteX57" fmla="*/ 459894 w 608274"/>
              <a:gd name="connsiteY57" fmla="*/ 0 h 590844"/>
              <a:gd name="connsiteX58" fmla="*/ 501720 w 608274"/>
              <a:gd name="connsiteY58" fmla="*/ 41669 h 590844"/>
              <a:gd name="connsiteX59" fmla="*/ 501720 w 608274"/>
              <a:gd name="connsiteY59" fmla="*/ 374737 h 590844"/>
              <a:gd name="connsiteX60" fmla="*/ 501155 w 608274"/>
              <a:gd name="connsiteY60" fmla="*/ 380193 h 590844"/>
              <a:gd name="connsiteX61" fmla="*/ 457539 w 608274"/>
              <a:gd name="connsiteY61" fmla="*/ 336643 h 590844"/>
              <a:gd name="connsiteX62" fmla="*/ 457539 w 608274"/>
              <a:gd name="connsiteY62" fmla="*/ 66971 h 590844"/>
              <a:gd name="connsiteX63" fmla="*/ 442184 w 608274"/>
              <a:gd name="connsiteY63" fmla="*/ 51639 h 590844"/>
              <a:gd name="connsiteX64" fmla="*/ 59536 w 608274"/>
              <a:gd name="connsiteY64" fmla="*/ 51639 h 590844"/>
              <a:gd name="connsiteX65" fmla="*/ 44181 w 608274"/>
              <a:gd name="connsiteY65" fmla="*/ 66971 h 590844"/>
              <a:gd name="connsiteX66" fmla="*/ 44181 w 608274"/>
              <a:gd name="connsiteY66" fmla="*/ 349341 h 590844"/>
              <a:gd name="connsiteX67" fmla="*/ 59536 w 608274"/>
              <a:gd name="connsiteY67" fmla="*/ 364673 h 590844"/>
              <a:gd name="connsiteX68" fmla="*/ 287128 w 608274"/>
              <a:gd name="connsiteY68" fmla="*/ 364673 h 590844"/>
              <a:gd name="connsiteX69" fmla="*/ 298055 w 608274"/>
              <a:gd name="connsiteY69" fmla="*/ 384708 h 590844"/>
              <a:gd name="connsiteX70" fmla="*/ 329801 w 608274"/>
              <a:gd name="connsiteY70" fmla="*/ 416406 h 590844"/>
              <a:gd name="connsiteX71" fmla="*/ 41731 w 608274"/>
              <a:gd name="connsiteY71" fmla="*/ 416406 h 590844"/>
              <a:gd name="connsiteX72" fmla="*/ 0 w 608274"/>
              <a:gd name="connsiteY72" fmla="*/ 374737 h 590844"/>
              <a:gd name="connsiteX73" fmla="*/ 0 w 608274"/>
              <a:gd name="connsiteY73" fmla="*/ 41669 h 590844"/>
              <a:gd name="connsiteX74" fmla="*/ 41731 w 608274"/>
              <a:gd name="connsiteY74" fmla="*/ 0 h 590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608274" h="590844">
                <a:moveTo>
                  <a:pt x="357006" y="315793"/>
                </a:moveTo>
                <a:lnTo>
                  <a:pt x="344664" y="351821"/>
                </a:lnTo>
                <a:lnTo>
                  <a:pt x="552405" y="559238"/>
                </a:lnTo>
                <a:cubicBezTo>
                  <a:pt x="552971" y="559802"/>
                  <a:pt x="553818" y="560178"/>
                  <a:pt x="554572" y="560178"/>
                </a:cubicBezTo>
                <a:lnTo>
                  <a:pt x="554666" y="560178"/>
                </a:lnTo>
                <a:cubicBezTo>
                  <a:pt x="555514" y="560178"/>
                  <a:pt x="556362" y="559802"/>
                  <a:pt x="556928" y="559238"/>
                </a:cubicBezTo>
                <a:lnTo>
                  <a:pt x="576618" y="539578"/>
                </a:lnTo>
                <a:cubicBezTo>
                  <a:pt x="577372" y="538825"/>
                  <a:pt x="577560" y="537885"/>
                  <a:pt x="577560" y="537320"/>
                </a:cubicBezTo>
                <a:cubicBezTo>
                  <a:pt x="577560" y="536756"/>
                  <a:pt x="577372" y="535815"/>
                  <a:pt x="576618" y="535063"/>
                </a:cubicBezTo>
                <a:close/>
                <a:moveTo>
                  <a:pt x="347019" y="272617"/>
                </a:moveTo>
                <a:cubicBezTo>
                  <a:pt x="352106" y="271394"/>
                  <a:pt x="357571" y="272993"/>
                  <a:pt x="361339" y="276756"/>
                </a:cubicBezTo>
                <a:lnTo>
                  <a:pt x="370572" y="285974"/>
                </a:lnTo>
                <a:lnTo>
                  <a:pt x="598287" y="513333"/>
                </a:lnTo>
                <a:cubicBezTo>
                  <a:pt x="604694" y="519730"/>
                  <a:pt x="608274" y="528290"/>
                  <a:pt x="608274" y="537320"/>
                </a:cubicBezTo>
                <a:cubicBezTo>
                  <a:pt x="608274" y="546351"/>
                  <a:pt x="604694" y="554817"/>
                  <a:pt x="598287" y="561213"/>
                </a:cubicBezTo>
                <a:lnTo>
                  <a:pt x="578691" y="580873"/>
                </a:lnTo>
                <a:cubicBezTo>
                  <a:pt x="572284" y="587269"/>
                  <a:pt x="563805" y="590844"/>
                  <a:pt x="554666" y="590844"/>
                </a:cubicBezTo>
                <a:lnTo>
                  <a:pt x="554572" y="590844"/>
                </a:lnTo>
                <a:cubicBezTo>
                  <a:pt x="545622" y="590844"/>
                  <a:pt x="537143" y="587269"/>
                  <a:pt x="530736" y="580873"/>
                </a:cubicBezTo>
                <a:lnTo>
                  <a:pt x="316211" y="366683"/>
                </a:lnTo>
                <a:cubicBezTo>
                  <a:pt x="312066" y="362544"/>
                  <a:pt x="310558" y="356430"/>
                  <a:pt x="312442" y="350880"/>
                </a:cubicBezTo>
                <a:lnTo>
                  <a:pt x="327328" y="307610"/>
                </a:lnTo>
                <a:lnTo>
                  <a:pt x="335902" y="282588"/>
                </a:lnTo>
                <a:cubicBezTo>
                  <a:pt x="337598" y="277602"/>
                  <a:pt x="341837" y="273840"/>
                  <a:pt x="347019" y="272617"/>
                </a:cubicBezTo>
                <a:close/>
                <a:moveTo>
                  <a:pt x="74870" y="82350"/>
                </a:moveTo>
                <a:lnTo>
                  <a:pt x="426850" y="82350"/>
                </a:lnTo>
                <a:lnTo>
                  <a:pt x="426850" y="306027"/>
                </a:lnTo>
                <a:lnTo>
                  <a:pt x="379461" y="258714"/>
                </a:lnTo>
                <a:cubicBezTo>
                  <a:pt x="369474" y="248650"/>
                  <a:pt x="354966" y="244511"/>
                  <a:pt x="341210" y="247709"/>
                </a:cubicBezTo>
                <a:cubicBezTo>
                  <a:pt x="330564" y="250249"/>
                  <a:pt x="321520" y="256927"/>
                  <a:pt x="315867" y="265957"/>
                </a:cubicBezTo>
                <a:cubicBezTo>
                  <a:pt x="275073" y="263229"/>
                  <a:pt x="245113" y="254764"/>
                  <a:pt x="204507" y="235763"/>
                </a:cubicBezTo>
                <a:cubicBezTo>
                  <a:pt x="200550" y="233882"/>
                  <a:pt x="197535" y="232095"/>
                  <a:pt x="195274" y="230590"/>
                </a:cubicBezTo>
                <a:cubicBezTo>
                  <a:pt x="201398" y="230308"/>
                  <a:pt x="209500" y="230872"/>
                  <a:pt x="213740" y="231154"/>
                </a:cubicBezTo>
                <a:cubicBezTo>
                  <a:pt x="218262" y="231531"/>
                  <a:pt x="222313" y="231719"/>
                  <a:pt x="225517" y="231719"/>
                </a:cubicBezTo>
                <a:cubicBezTo>
                  <a:pt x="232959" y="231719"/>
                  <a:pt x="240779" y="232095"/>
                  <a:pt x="248599" y="232377"/>
                </a:cubicBezTo>
                <a:cubicBezTo>
                  <a:pt x="272812" y="233318"/>
                  <a:pt x="297966" y="234258"/>
                  <a:pt x="322085" y="227674"/>
                </a:cubicBezTo>
                <a:cubicBezTo>
                  <a:pt x="355813" y="218456"/>
                  <a:pt x="361089" y="196070"/>
                  <a:pt x="361749" y="186852"/>
                </a:cubicBezTo>
                <a:cubicBezTo>
                  <a:pt x="363351" y="165594"/>
                  <a:pt x="347900" y="143960"/>
                  <a:pt x="323216" y="133049"/>
                </a:cubicBezTo>
                <a:cubicBezTo>
                  <a:pt x="286190" y="116776"/>
                  <a:pt x="245019" y="119692"/>
                  <a:pt x="205167" y="122514"/>
                </a:cubicBezTo>
                <a:cubicBezTo>
                  <a:pt x="188585" y="123737"/>
                  <a:pt x="172851" y="124866"/>
                  <a:pt x="158248" y="124395"/>
                </a:cubicBezTo>
                <a:lnTo>
                  <a:pt x="157683" y="124395"/>
                </a:lnTo>
                <a:cubicBezTo>
                  <a:pt x="146660" y="124395"/>
                  <a:pt x="137522" y="133237"/>
                  <a:pt x="137239" y="144336"/>
                </a:cubicBezTo>
                <a:cubicBezTo>
                  <a:pt x="136956" y="155623"/>
                  <a:pt x="145907" y="165030"/>
                  <a:pt x="157212" y="165312"/>
                </a:cubicBezTo>
                <a:cubicBezTo>
                  <a:pt x="173699" y="165688"/>
                  <a:pt x="191223" y="164465"/>
                  <a:pt x="208087" y="163336"/>
                </a:cubicBezTo>
                <a:cubicBezTo>
                  <a:pt x="242946" y="160891"/>
                  <a:pt x="278935" y="158257"/>
                  <a:pt x="306634" y="170485"/>
                </a:cubicBezTo>
                <a:cubicBezTo>
                  <a:pt x="316809" y="174906"/>
                  <a:pt x="320955" y="181866"/>
                  <a:pt x="321049" y="183465"/>
                </a:cubicBezTo>
                <a:cubicBezTo>
                  <a:pt x="320672" y="184124"/>
                  <a:pt x="318034" y="186381"/>
                  <a:pt x="311251" y="188263"/>
                </a:cubicBezTo>
                <a:cubicBezTo>
                  <a:pt x="293256" y="193248"/>
                  <a:pt x="271398" y="192307"/>
                  <a:pt x="250200" y="191461"/>
                </a:cubicBezTo>
                <a:cubicBezTo>
                  <a:pt x="241815" y="191178"/>
                  <a:pt x="233525" y="190896"/>
                  <a:pt x="225517" y="190896"/>
                </a:cubicBezTo>
                <a:cubicBezTo>
                  <a:pt x="223067" y="190896"/>
                  <a:pt x="220052" y="190614"/>
                  <a:pt x="216755" y="190426"/>
                </a:cubicBezTo>
                <a:cubicBezTo>
                  <a:pt x="198477" y="189015"/>
                  <a:pt x="170873" y="187134"/>
                  <a:pt x="156929" y="206040"/>
                </a:cubicBezTo>
                <a:cubicBezTo>
                  <a:pt x="150052" y="215258"/>
                  <a:pt x="147697" y="226075"/>
                  <a:pt x="150335" y="236516"/>
                </a:cubicBezTo>
                <a:cubicBezTo>
                  <a:pt x="154857" y="254387"/>
                  <a:pt x="172851" y="266145"/>
                  <a:pt x="187078" y="272823"/>
                </a:cubicBezTo>
                <a:cubicBezTo>
                  <a:pt x="228437" y="292200"/>
                  <a:pt x="260752" y="301888"/>
                  <a:pt x="300887" y="305839"/>
                </a:cubicBezTo>
                <a:lnTo>
                  <a:pt x="291277" y="334057"/>
                </a:lnTo>
                <a:lnTo>
                  <a:pt x="74870" y="334057"/>
                </a:lnTo>
                <a:close/>
                <a:moveTo>
                  <a:pt x="41731" y="0"/>
                </a:moveTo>
                <a:lnTo>
                  <a:pt x="459894" y="0"/>
                </a:lnTo>
                <a:cubicBezTo>
                  <a:pt x="482974" y="0"/>
                  <a:pt x="501720" y="18624"/>
                  <a:pt x="501720" y="41669"/>
                </a:cubicBezTo>
                <a:lnTo>
                  <a:pt x="501720" y="374737"/>
                </a:lnTo>
                <a:cubicBezTo>
                  <a:pt x="501720" y="376618"/>
                  <a:pt x="501343" y="378311"/>
                  <a:pt x="501155" y="380193"/>
                </a:cubicBezTo>
                <a:lnTo>
                  <a:pt x="457539" y="336643"/>
                </a:lnTo>
                <a:lnTo>
                  <a:pt x="457539" y="66971"/>
                </a:lnTo>
                <a:cubicBezTo>
                  <a:pt x="457539" y="58506"/>
                  <a:pt x="450663" y="51639"/>
                  <a:pt x="442184" y="51639"/>
                </a:cubicBezTo>
                <a:lnTo>
                  <a:pt x="59536" y="51639"/>
                </a:lnTo>
                <a:cubicBezTo>
                  <a:pt x="51057" y="51639"/>
                  <a:pt x="44181" y="58506"/>
                  <a:pt x="44181" y="66971"/>
                </a:cubicBezTo>
                <a:lnTo>
                  <a:pt x="44181" y="349341"/>
                </a:lnTo>
                <a:cubicBezTo>
                  <a:pt x="44181" y="357806"/>
                  <a:pt x="51057" y="364673"/>
                  <a:pt x="59536" y="364673"/>
                </a:cubicBezTo>
                <a:lnTo>
                  <a:pt x="287128" y="364673"/>
                </a:lnTo>
                <a:cubicBezTo>
                  <a:pt x="288729" y="372198"/>
                  <a:pt x="292497" y="379158"/>
                  <a:pt x="298055" y="384708"/>
                </a:cubicBezTo>
                <a:lnTo>
                  <a:pt x="329801" y="416406"/>
                </a:lnTo>
                <a:lnTo>
                  <a:pt x="41731" y="416406"/>
                </a:lnTo>
                <a:cubicBezTo>
                  <a:pt x="18746" y="416406"/>
                  <a:pt x="0" y="397688"/>
                  <a:pt x="0" y="374737"/>
                </a:cubicBezTo>
                <a:lnTo>
                  <a:pt x="0" y="41669"/>
                </a:lnTo>
                <a:cubicBezTo>
                  <a:pt x="0" y="18624"/>
                  <a:pt x="18746" y="0"/>
                  <a:pt x="4173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cs typeface="+mn-ea"/>
              <a:sym typeface="+mn-lt"/>
            </a:endParaRPr>
          </a:p>
        </p:txBody>
      </p:sp>
      <p:sp>
        <p:nvSpPr>
          <p:cNvPr id="20" name="任意多边形 47">
            <a:extLst>
              <a:ext uri="{FF2B5EF4-FFF2-40B4-BE49-F238E27FC236}">
                <a16:creationId xmlns:a16="http://schemas.microsoft.com/office/drawing/2014/main" id="{6DDC2A7E-A57B-07CB-6F4D-96ED079A4F48}"/>
              </a:ext>
            </a:extLst>
          </p:cNvPr>
          <p:cNvSpPr/>
          <p:nvPr/>
        </p:nvSpPr>
        <p:spPr>
          <a:xfrm rot="18900000" flipV="1">
            <a:off x="99493" y="160716"/>
            <a:ext cx="1257992" cy="771874"/>
          </a:xfrm>
          <a:custGeom>
            <a:avLst/>
            <a:gdLst>
              <a:gd name="connsiteX0" fmla="*/ 0 w 1667713"/>
              <a:gd name="connsiteY0" fmla="*/ 456881 h 1023269"/>
              <a:gd name="connsiteX1" fmla="*/ 412332 w 1667713"/>
              <a:gd name="connsiteY1" fmla="*/ 44549 h 1023269"/>
              <a:gd name="connsiteX2" fmla="*/ 412333 w 1667713"/>
              <a:gd name="connsiteY2" fmla="*/ 44549 h 1023269"/>
              <a:gd name="connsiteX3" fmla="*/ 456882 w 1667713"/>
              <a:gd name="connsiteY3" fmla="*/ 0 h 1023269"/>
              <a:gd name="connsiteX4" fmla="*/ 1514743 w 1667713"/>
              <a:gd name="connsiteY4" fmla="*/ 0 h 1023269"/>
              <a:gd name="connsiteX5" fmla="*/ 1667713 w 1667713"/>
              <a:gd name="connsiteY5" fmla="*/ 152970 h 1023269"/>
              <a:gd name="connsiteX6" fmla="*/ 1667713 w 1667713"/>
              <a:gd name="connsiteY6" fmla="*/ 704806 h 1023269"/>
              <a:gd name="connsiteX7" fmla="*/ 1349251 w 1667713"/>
              <a:gd name="connsiteY7" fmla="*/ 1023269 h 1023269"/>
              <a:gd name="connsiteX8" fmla="*/ 1349251 w 1667713"/>
              <a:gd name="connsiteY8" fmla="*/ 318462 h 1023269"/>
              <a:gd name="connsiteX9" fmla="*/ 138420 w 1667713"/>
              <a:gd name="connsiteY9" fmla="*/ 318462 h 1023269"/>
              <a:gd name="connsiteX10" fmla="*/ 1 w 1667713"/>
              <a:gd name="connsiteY10" fmla="*/ 456881 h 10232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7713" h="1023269">
                <a:moveTo>
                  <a:pt x="0" y="456881"/>
                </a:moveTo>
                <a:lnTo>
                  <a:pt x="412332" y="44549"/>
                </a:lnTo>
                <a:lnTo>
                  <a:pt x="412333" y="44549"/>
                </a:lnTo>
                <a:lnTo>
                  <a:pt x="456882" y="0"/>
                </a:lnTo>
                <a:lnTo>
                  <a:pt x="1514743" y="0"/>
                </a:lnTo>
                <a:cubicBezTo>
                  <a:pt x="1599226" y="1"/>
                  <a:pt x="1667713" y="68487"/>
                  <a:pt x="1667713" y="152970"/>
                </a:cubicBezTo>
                <a:lnTo>
                  <a:pt x="1667713" y="704806"/>
                </a:lnTo>
                <a:lnTo>
                  <a:pt x="1349251" y="1023269"/>
                </a:lnTo>
                <a:lnTo>
                  <a:pt x="1349251" y="318462"/>
                </a:lnTo>
                <a:lnTo>
                  <a:pt x="138420" y="318462"/>
                </a:lnTo>
                <a:lnTo>
                  <a:pt x="1" y="456881"/>
                </a:lnTo>
                <a:close/>
              </a:path>
            </a:pathLst>
          </a:cu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1" name="任意多边形 48">
            <a:extLst>
              <a:ext uri="{FF2B5EF4-FFF2-40B4-BE49-F238E27FC236}">
                <a16:creationId xmlns:a16="http://schemas.microsoft.com/office/drawing/2014/main" id="{9DAA552E-8DFA-EB7F-88FE-F84CE84E5C66}"/>
              </a:ext>
            </a:extLst>
          </p:cNvPr>
          <p:cNvSpPr/>
          <p:nvPr/>
        </p:nvSpPr>
        <p:spPr>
          <a:xfrm rot="18900000" flipV="1">
            <a:off x="-102618" y="95709"/>
            <a:ext cx="926781" cy="721545"/>
          </a:xfrm>
          <a:custGeom>
            <a:avLst/>
            <a:gdLst>
              <a:gd name="connsiteX0" fmla="*/ 303771 w 1228628"/>
              <a:gd name="connsiteY0" fmla="*/ 32819 h 956548"/>
              <a:gd name="connsiteX1" fmla="*/ 303771 w 1228628"/>
              <a:gd name="connsiteY1" fmla="*/ 32820 h 956548"/>
              <a:gd name="connsiteX2" fmla="*/ 336591 w 1228628"/>
              <a:gd name="connsiteY2" fmla="*/ 0 h 956548"/>
              <a:gd name="connsiteX3" fmla="*/ 1115933 w 1228628"/>
              <a:gd name="connsiteY3" fmla="*/ 0 h 956548"/>
              <a:gd name="connsiteX4" fmla="*/ 1228628 w 1228628"/>
              <a:gd name="connsiteY4" fmla="*/ 112695 h 956548"/>
              <a:gd name="connsiteX5" fmla="*/ 1228628 w 1228628"/>
              <a:gd name="connsiteY5" fmla="*/ 721932 h 956548"/>
              <a:gd name="connsiteX6" fmla="*/ 994013 w 1228628"/>
              <a:gd name="connsiteY6" fmla="*/ 956548 h 956548"/>
              <a:gd name="connsiteX7" fmla="*/ 994013 w 1228628"/>
              <a:gd name="connsiteY7" fmla="*/ 234616 h 956548"/>
              <a:gd name="connsiteX8" fmla="*/ 101975 w 1228628"/>
              <a:gd name="connsiteY8" fmla="*/ 234616 h 956548"/>
              <a:gd name="connsiteX9" fmla="*/ 0 w 1228628"/>
              <a:gd name="connsiteY9" fmla="*/ 336591 h 9565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8628" h="956548">
                <a:moveTo>
                  <a:pt x="303771" y="32819"/>
                </a:moveTo>
                <a:lnTo>
                  <a:pt x="303771" y="32820"/>
                </a:lnTo>
                <a:lnTo>
                  <a:pt x="336591" y="0"/>
                </a:lnTo>
                <a:lnTo>
                  <a:pt x="1115933" y="0"/>
                </a:lnTo>
                <a:cubicBezTo>
                  <a:pt x="1178173" y="0"/>
                  <a:pt x="1228628" y="50456"/>
                  <a:pt x="1228628" y="112695"/>
                </a:cubicBezTo>
                <a:lnTo>
                  <a:pt x="1228628" y="721932"/>
                </a:lnTo>
                <a:lnTo>
                  <a:pt x="994013" y="956548"/>
                </a:lnTo>
                <a:lnTo>
                  <a:pt x="994013" y="234616"/>
                </a:lnTo>
                <a:lnTo>
                  <a:pt x="101975" y="234616"/>
                </a:lnTo>
                <a:lnTo>
                  <a:pt x="0" y="336591"/>
                </a:lnTo>
                <a:close/>
              </a:path>
            </a:pathLst>
          </a:custGeom>
          <a:solidFill>
            <a:schemeClr val="accent2">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pic>
        <p:nvPicPr>
          <p:cNvPr id="6" name="图片 5">
            <a:extLst>
              <a:ext uri="{FF2B5EF4-FFF2-40B4-BE49-F238E27FC236}">
                <a16:creationId xmlns:a16="http://schemas.microsoft.com/office/drawing/2014/main" id="{8BEBEE1F-7813-679E-67F6-8A0E91D908E7}"/>
              </a:ext>
            </a:extLst>
          </p:cNvPr>
          <p:cNvPicPr>
            <a:picLocks noChangeAspect="1"/>
          </p:cNvPicPr>
          <p:nvPr/>
        </p:nvPicPr>
        <p:blipFill>
          <a:blip r:embed="rId3"/>
          <a:srcRect t="1" r="2382" b="1260"/>
          <a:stretch/>
        </p:blipFill>
        <p:spPr>
          <a:xfrm>
            <a:off x="233505" y="1325956"/>
            <a:ext cx="11724990" cy="987518"/>
          </a:xfrm>
          <a:prstGeom prst="rect">
            <a:avLst/>
          </a:prstGeom>
        </p:spPr>
      </p:pic>
      <p:pic>
        <p:nvPicPr>
          <p:cNvPr id="7" name="图片 6">
            <a:extLst>
              <a:ext uri="{FF2B5EF4-FFF2-40B4-BE49-F238E27FC236}">
                <a16:creationId xmlns:a16="http://schemas.microsoft.com/office/drawing/2014/main" id="{EC9BDBFE-0348-D524-6684-6563EBE7E333}"/>
              </a:ext>
            </a:extLst>
          </p:cNvPr>
          <p:cNvPicPr>
            <a:picLocks noChangeAspect="1"/>
          </p:cNvPicPr>
          <p:nvPr/>
        </p:nvPicPr>
        <p:blipFill>
          <a:blip r:embed="rId4"/>
          <a:stretch>
            <a:fillRect/>
          </a:stretch>
        </p:blipFill>
        <p:spPr>
          <a:xfrm>
            <a:off x="6673622" y="3553862"/>
            <a:ext cx="3086100" cy="1238250"/>
          </a:xfrm>
          <a:prstGeom prst="rect">
            <a:avLst/>
          </a:prstGeom>
        </p:spPr>
      </p:pic>
      <p:pic>
        <p:nvPicPr>
          <p:cNvPr id="9" name="图片 8">
            <a:extLst>
              <a:ext uri="{FF2B5EF4-FFF2-40B4-BE49-F238E27FC236}">
                <a16:creationId xmlns:a16="http://schemas.microsoft.com/office/drawing/2014/main" id="{543FEFCF-71C6-55AF-BBCC-A98118FB0AE3}"/>
              </a:ext>
            </a:extLst>
          </p:cNvPr>
          <p:cNvPicPr>
            <a:picLocks noChangeAspect="1"/>
          </p:cNvPicPr>
          <p:nvPr/>
        </p:nvPicPr>
        <p:blipFill>
          <a:blip r:embed="rId5"/>
          <a:stretch>
            <a:fillRect/>
          </a:stretch>
        </p:blipFill>
        <p:spPr>
          <a:xfrm>
            <a:off x="2972092" y="2676938"/>
            <a:ext cx="1551787" cy="4008783"/>
          </a:xfrm>
          <a:prstGeom prst="rect">
            <a:avLst/>
          </a:prstGeom>
        </p:spPr>
      </p:pic>
    </p:spTree>
    <p:extLst>
      <p:ext uri="{BB962C8B-B14F-4D97-AF65-F5344CB8AC3E}">
        <p14:creationId xmlns:p14="http://schemas.microsoft.com/office/powerpoint/2010/main" val="109046454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F17E6A-7A31-6AB4-B081-C24011E1DB77}"/>
            </a:ext>
          </a:extLst>
        </p:cNvPr>
        <p:cNvGrpSpPr/>
        <p:nvPr/>
      </p:nvGrpSpPr>
      <p:grpSpPr>
        <a:xfrm>
          <a:off x="0" y="0"/>
          <a:ext cx="0" cy="0"/>
          <a:chOff x="0" y="0"/>
          <a:chExt cx="0" cy="0"/>
        </a:xfrm>
      </p:grpSpPr>
      <p:sp>
        <p:nvSpPr>
          <p:cNvPr id="16" name="任意多边形 15">
            <a:extLst>
              <a:ext uri="{FF2B5EF4-FFF2-40B4-BE49-F238E27FC236}">
                <a16:creationId xmlns:a16="http://schemas.microsoft.com/office/drawing/2014/main" id="{9A83C2CE-9220-7CD1-E933-2310E9C2D50B}"/>
              </a:ext>
            </a:extLst>
          </p:cNvPr>
          <p:cNvSpPr/>
          <p:nvPr/>
        </p:nvSpPr>
        <p:spPr>
          <a:xfrm rot="2700000">
            <a:off x="5484939" y="2060669"/>
            <a:ext cx="1028637" cy="1033775"/>
          </a:xfrm>
          <a:custGeom>
            <a:avLst/>
            <a:gdLst>
              <a:gd name="connsiteX0" fmla="*/ 1163668 w 4706557"/>
              <a:gd name="connsiteY0" fmla="*/ 125724 h 4730065"/>
              <a:gd name="connsiteX1" fmla="*/ 1163670 w 4706557"/>
              <a:gd name="connsiteY1" fmla="*/ 125724 h 4730065"/>
              <a:gd name="connsiteX2" fmla="*/ 1289393 w 4706557"/>
              <a:gd name="connsiteY2" fmla="*/ 1 h 4730065"/>
              <a:gd name="connsiteX3" fmla="*/ 4274851 w 4706557"/>
              <a:gd name="connsiteY3" fmla="*/ 0 h 4730065"/>
              <a:gd name="connsiteX4" fmla="*/ 4706557 w 4706557"/>
              <a:gd name="connsiteY4" fmla="*/ 431706 h 4730065"/>
              <a:gd name="connsiteX5" fmla="*/ 4706557 w 4706557"/>
              <a:gd name="connsiteY5" fmla="*/ 3440672 h 4730065"/>
              <a:gd name="connsiteX6" fmla="*/ 3542888 w 4706557"/>
              <a:gd name="connsiteY6" fmla="*/ 4604342 h 4730065"/>
              <a:gd name="connsiteX7" fmla="*/ 3542888 w 4706557"/>
              <a:gd name="connsiteY7" fmla="*/ 4604340 h 4730065"/>
              <a:gd name="connsiteX8" fmla="*/ 3417163 w 4706557"/>
              <a:gd name="connsiteY8" fmla="*/ 4730065 h 4730065"/>
              <a:gd name="connsiteX9" fmla="*/ 3417163 w 4706557"/>
              <a:gd name="connsiteY9" fmla="*/ 1289392 h 4730065"/>
              <a:gd name="connsiteX10" fmla="*/ 0 w 4706557"/>
              <a:gd name="connsiteY10" fmla="*/ 1289392 h 4730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706557" h="4730065">
                <a:moveTo>
                  <a:pt x="1163668" y="125724"/>
                </a:moveTo>
                <a:lnTo>
                  <a:pt x="1163670" y="125724"/>
                </a:lnTo>
                <a:lnTo>
                  <a:pt x="1289393" y="1"/>
                </a:lnTo>
                <a:lnTo>
                  <a:pt x="4274851" y="0"/>
                </a:lnTo>
                <a:cubicBezTo>
                  <a:pt x="4513275" y="1"/>
                  <a:pt x="4706557" y="193282"/>
                  <a:pt x="4706557" y="431706"/>
                </a:cubicBezTo>
                <a:lnTo>
                  <a:pt x="4706557" y="3440672"/>
                </a:lnTo>
                <a:lnTo>
                  <a:pt x="3542888" y="4604342"/>
                </a:lnTo>
                <a:lnTo>
                  <a:pt x="3542888" y="4604340"/>
                </a:lnTo>
                <a:lnTo>
                  <a:pt x="3417163" y="4730065"/>
                </a:lnTo>
                <a:lnTo>
                  <a:pt x="3417163" y="1289392"/>
                </a:lnTo>
                <a:lnTo>
                  <a:pt x="0" y="1289392"/>
                </a:lnTo>
                <a:close/>
              </a:path>
            </a:pathLst>
          </a:custGeom>
          <a:solidFill>
            <a:schemeClr val="bg1">
              <a:lumMod val="95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0" name="任意多边形 19">
            <a:extLst>
              <a:ext uri="{FF2B5EF4-FFF2-40B4-BE49-F238E27FC236}">
                <a16:creationId xmlns:a16="http://schemas.microsoft.com/office/drawing/2014/main" id="{1B1439EA-121C-116E-22CC-2758B994D5DC}"/>
              </a:ext>
            </a:extLst>
          </p:cNvPr>
          <p:cNvSpPr/>
          <p:nvPr/>
        </p:nvSpPr>
        <p:spPr>
          <a:xfrm rot="2700000">
            <a:off x="-2095382" y="209360"/>
            <a:ext cx="6410492" cy="6427355"/>
          </a:xfrm>
          <a:custGeom>
            <a:avLst/>
            <a:gdLst>
              <a:gd name="connsiteX0" fmla="*/ 0 w 6410492"/>
              <a:gd name="connsiteY0" fmla="*/ 1578016 h 6427355"/>
              <a:gd name="connsiteX1" fmla="*/ 1146670 w 6410492"/>
              <a:gd name="connsiteY1" fmla="*/ 431345 h 6427355"/>
              <a:gd name="connsiteX2" fmla="*/ 1146671 w 6410492"/>
              <a:gd name="connsiteY2" fmla="*/ 431345 h 6427355"/>
              <a:gd name="connsiteX3" fmla="*/ 1578016 w 6410492"/>
              <a:gd name="connsiteY3" fmla="*/ 0 h 6427355"/>
              <a:gd name="connsiteX4" fmla="*/ 5764900 w 6410492"/>
              <a:gd name="connsiteY4" fmla="*/ 0 h 6427355"/>
              <a:gd name="connsiteX5" fmla="*/ 6410492 w 6410492"/>
              <a:gd name="connsiteY5" fmla="*/ 645592 h 6427355"/>
              <a:gd name="connsiteX6" fmla="*/ 6410491 w 6410492"/>
              <a:gd name="connsiteY6" fmla="*/ 4866202 h 6427355"/>
              <a:gd name="connsiteX7" fmla="*/ 4849339 w 6410492"/>
              <a:gd name="connsiteY7" fmla="*/ 6427355 h 6427355"/>
              <a:gd name="connsiteX8" fmla="*/ 4238944 w 6410492"/>
              <a:gd name="connsiteY8" fmla="*/ 5816960 h 6427355"/>
              <a:gd name="connsiteX9" fmla="*/ 4238943 w 6410492"/>
              <a:gd name="connsiteY9" fmla="*/ 2171546 h 6427355"/>
              <a:gd name="connsiteX10" fmla="*/ 593530 w 6410492"/>
              <a:gd name="connsiteY10" fmla="*/ 2171546 h 6427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410492" h="6427355">
                <a:moveTo>
                  <a:pt x="0" y="1578016"/>
                </a:moveTo>
                <a:lnTo>
                  <a:pt x="1146670" y="431345"/>
                </a:lnTo>
                <a:lnTo>
                  <a:pt x="1146671" y="431345"/>
                </a:lnTo>
                <a:lnTo>
                  <a:pt x="1578016" y="0"/>
                </a:lnTo>
                <a:lnTo>
                  <a:pt x="5764900" y="0"/>
                </a:lnTo>
                <a:cubicBezTo>
                  <a:pt x="6121450" y="0"/>
                  <a:pt x="6410492" y="289042"/>
                  <a:pt x="6410492" y="645592"/>
                </a:cubicBezTo>
                <a:lnTo>
                  <a:pt x="6410491" y="4866202"/>
                </a:lnTo>
                <a:lnTo>
                  <a:pt x="4849339" y="6427355"/>
                </a:lnTo>
                <a:lnTo>
                  <a:pt x="4238944" y="5816960"/>
                </a:lnTo>
                <a:lnTo>
                  <a:pt x="4238943" y="2171546"/>
                </a:lnTo>
                <a:lnTo>
                  <a:pt x="593530" y="2171546"/>
                </a:lnTo>
                <a:close/>
              </a:path>
            </a:pathLst>
          </a:custGeom>
          <a:solidFill>
            <a:srgbClr val="3333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6" name="任意多边形 5">
            <a:extLst>
              <a:ext uri="{FF2B5EF4-FFF2-40B4-BE49-F238E27FC236}">
                <a16:creationId xmlns:a16="http://schemas.microsoft.com/office/drawing/2014/main" id="{0FAFD194-A7CF-EBD3-D685-0BE75D4E6407}"/>
              </a:ext>
            </a:extLst>
          </p:cNvPr>
          <p:cNvSpPr/>
          <p:nvPr/>
        </p:nvSpPr>
        <p:spPr>
          <a:xfrm rot="2700000">
            <a:off x="1827643" y="44906"/>
            <a:ext cx="3850328" cy="3869559"/>
          </a:xfrm>
          <a:custGeom>
            <a:avLst/>
            <a:gdLst>
              <a:gd name="connsiteX0" fmla="*/ 1163668 w 4706557"/>
              <a:gd name="connsiteY0" fmla="*/ 125724 h 4730065"/>
              <a:gd name="connsiteX1" fmla="*/ 1163670 w 4706557"/>
              <a:gd name="connsiteY1" fmla="*/ 125724 h 4730065"/>
              <a:gd name="connsiteX2" fmla="*/ 1289393 w 4706557"/>
              <a:gd name="connsiteY2" fmla="*/ 1 h 4730065"/>
              <a:gd name="connsiteX3" fmla="*/ 4274851 w 4706557"/>
              <a:gd name="connsiteY3" fmla="*/ 0 h 4730065"/>
              <a:gd name="connsiteX4" fmla="*/ 4706557 w 4706557"/>
              <a:gd name="connsiteY4" fmla="*/ 431706 h 4730065"/>
              <a:gd name="connsiteX5" fmla="*/ 4706557 w 4706557"/>
              <a:gd name="connsiteY5" fmla="*/ 3440672 h 4730065"/>
              <a:gd name="connsiteX6" fmla="*/ 3542888 w 4706557"/>
              <a:gd name="connsiteY6" fmla="*/ 4604342 h 4730065"/>
              <a:gd name="connsiteX7" fmla="*/ 3542888 w 4706557"/>
              <a:gd name="connsiteY7" fmla="*/ 4604340 h 4730065"/>
              <a:gd name="connsiteX8" fmla="*/ 3417163 w 4706557"/>
              <a:gd name="connsiteY8" fmla="*/ 4730065 h 4730065"/>
              <a:gd name="connsiteX9" fmla="*/ 3417163 w 4706557"/>
              <a:gd name="connsiteY9" fmla="*/ 1289392 h 4730065"/>
              <a:gd name="connsiteX10" fmla="*/ 0 w 4706557"/>
              <a:gd name="connsiteY10" fmla="*/ 1289392 h 4730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706557" h="4730065">
                <a:moveTo>
                  <a:pt x="1163668" y="125724"/>
                </a:moveTo>
                <a:lnTo>
                  <a:pt x="1163670" y="125724"/>
                </a:lnTo>
                <a:lnTo>
                  <a:pt x="1289393" y="1"/>
                </a:lnTo>
                <a:lnTo>
                  <a:pt x="4274851" y="0"/>
                </a:lnTo>
                <a:cubicBezTo>
                  <a:pt x="4513275" y="1"/>
                  <a:pt x="4706557" y="193282"/>
                  <a:pt x="4706557" y="431706"/>
                </a:cubicBezTo>
                <a:lnTo>
                  <a:pt x="4706557" y="3440672"/>
                </a:lnTo>
                <a:lnTo>
                  <a:pt x="3542888" y="4604342"/>
                </a:lnTo>
                <a:lnTo>
                  <a:pt x="3542888" y="4604340"/>
                </a:lnTo>
                <a:lnTo>
                  <a:pt x="3417163" y="4730065"/>
                </a:lnTo>
                <a:lnTo>
                  <a:pt x="3417163" y="1289392"/>
                </a:lnTo>
                <a:lnTo>
                  <a:pt x="0" y="1289392"/>
                </a:lnTo>
                <a:close/>
              </a:path>
            </a:pathLst>
          </a:custGeom>
          <a:solidFill>
            <a:srgbClr val="5D999F">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2" name="任意多边形 11">
            <a:extLst>
              <a:ext uri="{FF2B5EF4-FFF2-40B4-BE49-F238E27FC236}">
                <a16:creationId xmlns:a16="http://schemas.microsoft.com/office/drawing/2014/main" id="{E59FFABD-A5A7-5DE2-903E-25C7EC91A4CA}"/>
              </a:ext>
            </a:extLst>
          </p:cNvPr>
          <p:cNvSpPr/>
          <p:nvPr/>
        </p:nvSpPr>
        <p:spPr>
          <a:xfrm rot="18900000" flipH="1">
            <a:off x="11525844" y="5786883"/>
            <a:ext cx="1174416" cy="953193"/>
          </a:xfrm>
          <a:custGeom>
            <a:avLst/>
            <a:gdLst>
              <a:gd name="connsiteX0" fmla="*/ 1038 w 1174416"/>
              <a:gd name="connsiteY0" fmla="*/ 0 h 953193"/>
              <a:gd name="connsiteX1" fmla="*/ 0 w 1174416"/>
              <a:gd name="connsiteY1" fmla="*/ 1038 h 953193"/>
              <a:gd name="connsiteX2" fmla="*/ 441710 w 1174416"/>
              <a:gd name="connsiteY2" fmla="*/ 442748 h 953193"/>
              <a:gd name="connsiteX3" fmla="*/ 731667 w 1174416"/>
              <a:gd name="connsiteY3" fmla="*/ 442748 h 953193"/>
              <a:gd name="connsiteX4" fmla="*/ 731667 w 1174416"/>
              <a:gd name="connsiteY4" fmla="*/ 732705 h 953193"/>
              <a:gd name="connsiteX5" fmla="*/ 952155 w 1174416"/>
              <a:gd name="connsiteY5" fmla="*/ 953193 h 953193"/>
              <a:gd name="connsiteX6" fmla="*/ 1174416 w 1174416"/>
              <a:gd name="connsiteY6" fmla="*/ 730932 h 953193"/>
              <a:gd name="connsiteX7" fmla="*/ 1174416 w 1174416"/>
              <a:gd name="connsiteY7" fmla="*/ 148239 h 953193"/>
              <a:gd name="connsiteX8" fmla="*/ 1026178 w 1174416"/>
              <a:gd name="connsiteY8" fmla="*/ 0 h 9531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74416" h="953193">
                <a:moveTo>
                  <a:pt x="1038" y="0"/>
                </a:moveTo>
                <a:lnTo>
                  <a:pt x="0" y="1038"/>
                </a:lnTo>
                <a:lnTo>
                  <a:pt x="441710" y="442748"/>
                </a:lnTo>
                <a:lnTo>
                  <a:pt x="731667" y="442748"/>
                </a:lnTo>
                <a:lnTo>
                  <a:pt x="731667" y="732705"/>
                </a:lnTo>
                <a:lnTo>
                  <a:pt x="952155" y="953193"/>
                </a:lnTo>
                <a:lnTo>
                  <a:pt x="1174416" y="730932"/>
                </a:lnTo>
                <a:lnTo>
                  <a:pt x="1174416" y="148239"/>
                </a:lnTo>
                <a:cubicBezTo>
                  <a:pt x="1174416" y="66369"/>
                  <a:pt x="1108048" y="0"/>
                  <a:pt x="1026178" y="0"/>
                </a:cubicBezTo>
                <a:close/>
              </a:path>
            </a:pathLst>
          </a:custGeom>
          <a:solidFill>
            <a:schemeClr val="accent2">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3" name="文本框 12">
            <a:extLst>
              <a:ext uri="{FF2B5EF4-FFF2-40B4-BE49-F238E27FC236}">
                <a16:creationId xmlns:a16="http://schemas.microsoft.com/office/drawing/2014/main" id="{1621AB16-C349-297D-874A-5419C91A0D5A}"/>
              </a:ext>
            </a:extLst>
          </p:cNvPr>
          <p:cNvSpPr txBox="1"/>
          <p:nvPr/>
        </p:nvSpPr>
        <p:spPr>
          <a:xfrm>
            <a:off x="6148614" y="3328693"/>
            <a:ext cx="2006062" cy="646331"/>
          </a:xfrm>
          <a:prstGeom prst="rect">
            <a:avLst/>
          </a:prstGeom>
          <a:noFill/>
        </p:spPr>
        <p:txBody>
          <a:bodyPr wrap="none" rtlCol="0">
            <a:spAutoFit/>
            <a:scene3d>
              <a:camera prst="orthographicFront"/>
              <a:lightRig rig="threePt" dir="t"/>
            </a:scene3d>
            <a:sp3d contourW="12700"/>
          </a:bodyPr>
          <a:lstStyle/>
          <a:p>
            <a:r>
              <a:rPr lang="en-US" altLang="zh-CN" sz="3600" dirty="0">
                <a:solidFill>
                  <a:schemeClr val="accent1"/>
                </a:solidFill>
                <a:cs typeface="+mn-ea"/>
                <a:sym typeface="+mn-lt"/>
              </a:rPr>
              <a:t>PART 04</a:t>
            </a:r>
            <a:endParaRPr lang="zh-CN" altLang="en-US" sz="3600" dirty="0">
              <a:solidFill>
                <a:schemeClr val="accent1"/>
              </a:solidFill>
              <a:cs typeface="+mn-ea"/>
              <a:sym typeface="+mn-lt"/>
            </a:endParaRPr>
          </a:p>
        </p:txBody>
      </p:sp>
      <p:sp>
        <p:nvSpPr>
          <p:cNvPr id="14" name="文本框 13">
            <a:extLst>
              <a:ext uri="{FF2B5EF4-FFF2-40B4-BE49-F238E27FC236}">
                <a16:creationId xmlns:a16="http://schemas.microsoft.com/office/drawing/2014/main" id="{352EC17D-ED19-707A-5499-AC599A3C375C}"/>
              </a:ext>
            </a:extLst>
          </p:cNvPr>
          <p:cNvSpPr txBox="1"/>
          <p:nvPr/>
        </p:nvSpPr>
        <p:spPr>
          <a:xfrm>
            <a:off x="6110514" y="4131820"/>
            <a:ext cx="5091413" cy="769441"/>
          </a:xfrm>
          <a:prstGeom prst="rect">
            <a:avLst/>
          </a:prstGeom>
          <a:noFill/>
        </p:spPr>
        <p:txBody>
          <a:bodyPr wrap="square" rtlCol="0">
            <a:spAutoFit/>
            <a:scene3d>
              <a:camera prst="orthographicFront"/>
              <a:lightRig rig="threePt" dir="t"/>
            </a:scene3d>
            <a:sp3d contourW="12700"/>
          </a:bodyPr>
          <a:lstStyle/>
          <a:p>
            <a:r>
              <a:rPr lang="en-US" altLang="zh-CN" sz="4400" b="1" dirty="0" err="1">
                <a:solidFill>
                  <a:schemeClr val="accent3"/>
                </a:solidFill>
                <a:cs typeface="+mn-ea"/>
                <a:sym typeface="+mn-lt"/>
              </a:rPr>
              <a:t>XGBoost</a:t>
            </a:r>
            <a:endParaRPr lang="zh-CN" altLang="en-US" sz="4400" b="1" dirty="0">
              <a:solidFill>
                <a:schemeClr val="accent3"/>
              </a:solidFill>
              <a:cs typeface="+mn-ea"/>
              <a:sym typeface="+mn-lt"/>
            </a:endParaRPr>
          </a:p>
        </p:txBody>
      </p:sp>
      <p:sp>
        <p:nvSpPr>
          <p:cNvPr id="17" name="任意多边形 16">
            <a:extLst>
              <a:ext uri="{FF2B5EF4-FFF2-40B4-BE49-F238E27FC236}">
                <a16:creationId xmlns:a16="http://schemas.microsoft.com/office/drawing/2014/main" id="{C59961EF-1900-75DD-57B0-F500C89C9006}"/>
              </a:ext>
            </a:extLst>
          </p:cNvPr>
          <p:cNvSpPr/>
          <p:nvPr/>
        </p:nvSpPr>
        <p:spPr>
          <a:xfrm rot="2700000">
            <a:off x="9435201" y="912906"/>
            <a:ext cx="1461465" cy="1468765"/>
          </a:xfrm>
          <a:custGeom>
            <a:avLst/>
            <a:gdLst>
              <a:gd name="connsiteX0" fmla="*/ 1163668 w 4706557"/>
              <a:gd name="connsiteY0" fmla="*/ 125724 h 4730065"/>
              <a:gd name="connsiteX1" fmla="*/ 1163670 w 4706557"/>
              <a:gd name="connsiteY1" fmla="*/ 125724 h 4730065"/>
              <a:gd name="connsiteX2" fmla="*/ 1289393 w 4706557"/>
              <a:gd name="connsiteY2" fmla="*/ 1 h 4730065"/>
              <a:gd name="connsiteX3" fmla="*/ 4274851 w 4706557"/>
              <a:gd name="connsiteY3" fmla="*/ 0 h 4730065"/>
              <a:gd name="connsiteX4" fmla="*/ 4706557 w 4706557"/>
              <a:gd name="connsiteY4" fmla="*/ 431706 h 4730065"/>
              <a:gd name="connsiteX5" fmla="*/ 4706557 w 4706557"/>
              <a:gd name="connsiteY5" fmla="*/ 3440672 h 4730065"/>
              <a:gd name="connsiteX6" fmla="*/ 3542888 w 4706557"/>
              <a:gd name="connsiteY6" fmla="*/ 4604342 h 4730065"/>
              <a:gd name="connsiteX7" fmla="*/ 3542888 w 4706557"/>
              <a:gd name="connsiteY7" fmla="*/ 4604340 h 4730065"/>
              <a:gd name="connsiteX8" fmla="*/ 3417163 w 4706557"/>
              <a:gd name="connsiteY8" fmla="*/ 4730065 h 4730065"/>
              <a:gd name="connsiteX9" fmla="*/ 3417163 w 4706557"/>
              <a:gd name="connsiteY9" fmla="*/ 1289392 h 4730065"/>
              <a:gd name="connsiteX10" fmla="*/ 0 w 4706557"/>
              <a:gd name="connsiteY10" fmla="*/ 1289392 h 4730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706557" h="4730065">
                <a:moveTo>
                  <a:pt x="1163668" y="125724"/>
                </a:moveTo>
                <a:lnTo>
                  <a:pt x="1163670" y="125724"/>
                </a:lnTo>
                <a:lnTo>
                  <a:pt x="1289393" y="1"/>
                </a:lnTo>
                <a:lnTo>
                  <a:pt x="4274851" y="0"/>
                </a:lnTo>
                <a:cubicBezTo>
                  <a:pt x="4513275" y="1"/>
                  <a:pt x="4706557" y="193282"/>
                  <a:pt x="4706557" y="431706"/>
                </a:cubicBezTo>
                <a:lnTo>
                  <a:pt x="4706557" y="3440672"/>
                </a:lnTo>
                <a:lnTo>
                  <a:pt x="3542888" y="4604342"/>
                </a:lnTo>
                <a:lnTo>
                  <a:pt x="3542888" y="4604340"/>
                </a:lnTo>
                <a:lnTo>
                  <a:pt x="3417163" y="4730065"/>
                </a:lnTo>
                <a:lnTo>
                  <a:pt x="3417163" y="1289392"/>
                </a:lnTo>
                <a:lnTo>
                  <a:pt x="0" y="1289392"/>
                </a:lnTo>
                <a:close/>
              </a:path>
            </a:pathLst>
          </a:custGeom>
          <a:solidFill>
            <a:schemeClr val="accent1">
              <a:lumMod val="20000"/>
              <a:lumOff val="8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8" name="任意多边形 17">
            <a:extLst>
              <a:ext uri="{FF2B5EF4-FFF2-40B4-BE49-F238E27FC236}">
                <a16:creationId xmlns:a16="http://schemas.microsoft.com/office/drawing/2014/main" id="{A48F2358-53F9-7C6A-23DB-627470D51718}"/>
              </a:ext>
            </a:extLst>
          </p:cNvPr>
          <p:cNvSpPr/>
          <p:nvPr/>
        </p:nvSpPr>
        <p:spPr>
          <a:xfrm rot="2700000">
            <a:off x="10767277" y="5635597"/>
            <a:ext cx="602495" cy="605504"/>
          </a:xfrm>
          <a:custGeom>
            <a:avLst/>
            <a:gdLst>
              <a:gd name="connsiteX0" fmla="*/ 1163668 w 4706557"/>
              <a:gd name="connsiteY0" fmla="*/ 125724 h 4730065"/>
              <a:gd name="connsiteX1" fmla="*/ 1163670 w 4706557"/>
              <a:gd name="connsiteY1" fmla="*/ 125724 h 4730065"/>
              <a:gd name="connsiteX2" fmla="*/ 1289393 w 4706557"/>
              <a:gd name="connsiteY2" fmla="*/ 1 h 4730065"/>
              <a:gd name="connsiteX3" fmla="*/ 4274851 w 4706557"/>
              <a:gd name="connsiteY3" fmla="*/ 0 h 4730065"/>
              <a:gd name="connsiteX4" fmla="*/ 4706557 w 4706557"/>
              <a:gd name="connsiteY4" fmla="*/ 431706 h 4730065"/>
              <a:gd name="connsiteX5" fmla="*/ 4706557 w 4706557"/>
              <a:gd name="connsiteY5" fmla="*/ 3440672 h 4730065"/>
              <a:gd name="connsiteX6" fmla="*/ 3542888 w 4706557"/>
              <a:gd name="connsiteY6" fmla="*/ 4604342 h 4730065"/>
              <a:gd name="connsiteX7" fmla="*/ 3542888 w 4706557"/>
              <a:gd name="connsiteY7" fmla="*/ 4604340 h 4730065"/>
              <a:gd name="connsiteX8" fmla="*/ 3417163 w 4706557"/>
              <a:gd name="connsiteY8" fmla="*/ 4730065 h 4730065"/>
              <a:gd name="connsiteX9" fmla="*/ 3417163 w 4706557"/>
              <a:gd name="connsiteY9" fmla="*/ 1289392 h 4730065"/>
              <a:gd name="connsiteX10" fmla="*/ 0 w 4706557"/>
              <a:gd name="connsiteY10" fmla="*/ 1289392 h 4730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706557" h="4730065">
                <a:moveTo>
                  <a:pt x="1163668" y="125724"/>
                </a:moveTo>
                <a:lnTo>
                  <a:pt x="1163670" y="125724"/>
                </a:lnTo>
                <a:lnTo>
                  <a:pt x="1289393" y="1"/>
                </a:lnTo>
                <a:lnTo>
                  <a:pt x="4274851" y="0"/>
                </a:lnTo>
                <a:cubicBezTo>
                  <a:pt x="4513275" y="1"/>
                  <a:pt x="4706557" y="193282"/>
                  <a:pt x="4706557" y="431706"/>
                </a:cubicBezTo>
                <a:lnTo>
                  <a:pt x="4706557" y="3440672"/>
                </a:lnTo>
                <a:lnTo>
                  <a:pt x="3542888" y="4604342"/>
                </a:lnTo>
                <a:lnTo>
                  <a:pt x="3542888" y="4604340"/>
                </a:lnTo>
                <a:lnTo>
                  <a:pt x="3417163" y="4730065"/>
                </a:lnTo>
                <a:lnTo>
                  <a:pt x="3417163" y="1289392"/>
                </a:lnTo>
                <a:lnTo>
                  <a:pt x="0" y="1289392"/>
                </a:lnTo>
                <a:close/>
              </a:path>
            </a:pathLst>
          </a:custGeom>
          <a:solidFill>
            <a:schemeClr val="bg1">
              <a:lumMod val="95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Tree>
    <p:extLst>
      <p:ext uri="{BB962C8B-B14F-4D97-AF65-F5344CB8AC3E}">
        <p14:creationId xmlns:p14="http://schemas.microsoft.com/office/powerpoint/2010/main" val="14269472"/>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94C1E3-E6DB-2A84-BB9A-201E6CC8AA38}"/>
            </a:ext>
          </a:extLst>
        </p:cNvPr>
        <p:cNvGrpSpPr/>
        <p:nvPr/>
      </p:nvGrpSpPr>
      <p:grpSpPr>
        <a:xfrm>
          <a:off x="0" y="0"/>
          <a:ext cx="0" cy="0"/>
          <a:chOff x="0" y="0"/>
          <a:chExt cx="0" cy="0"/>
        </a:xfrm>
      </p:grpSpPr>
      <p:sp>
        <p:nvSpPr>
          <p:cNvPr id="47" name="椭圆 13">
            <a:extLst>
              <a:ext uri="{FF2B5EF4-FFF2-40B4-BE49-F238E27FC236}">
                <a16:creationId xmlns:a16="http://schemas.microsoft.com/office/drawing/2014/main" id="{73349270-F011-1D38-DD17-CDF58E017DC6}"/>
              </a:ext>
            </a:extLst>
          </p:cNvPr>
          <p:cNvSpPr/>
          <p:nvPr/>
        </p:nvSpPr>
        <p:spPr>
          <a:xfrm>
            <a:off x="5229135" y="2326081"/>
            <a:ext cx="755387" cy="708526"/>
          </a:xfrm>
          <a:custGeom>
            <a:avLst/>
            <a:gdLst>
              <a:gd name="connsiteX0" fmla="*/ 258582 w 606298"/>
              <a:gd name="connsiteY0" fmla="*/ 455598 h 568686"/>
              <a:gd name="connsiteX1" fmla="*/ 303149 w 606298"/>
              <a:gd name="connsiteY1" fmla="*/ 490637 h 568686"/>
              <a:gd name="connsiteX2" fmla="*/ 347716 w 606298"/>
              <a:gd name="connsiteY2" fmla="*/ 455598 h 568686"/>
              <a:gd name="connsiteX3" fmla="*/ 311784 w 606298"/>
              <a:gd name="connsiteY3" fmla="*/ 456896 h 568686"/>
              <a:gd name="connsiteX4" fmla="*/ 294607 w 606298"/>
              <a:gd name="connsiteY4" fmla="*/ 456896 h 568686"/>
              <a:gd name="connsiteX5" fmla="*/ 258582 w 606298"/>
              <a:gd name="connsiteY5" fmla="*/ 455598 h 568686"/>
              <a:gd name="connsiteX6" fmla="*/ 482810 w 606298"/>
              <a:gd name="connsiteY6" fmla="*/ 426955 h 568686"/>
              <a:gd name="connsiteX7" fmla="*/ 402311 w 606298"/>
              <a:gd name="connsiteY7" fmla="*/ 449202 h 568686"/>
              <a:gd name="connsiteX8" fmla="*/ 391633 w 606298"/>
              <a:gd name="connsiteY8" fmla="*/ 460233 h 568686"/>
              <a:gd name="connsiteX9" fmla="*/ 333696 w 606298"/>
              <a:gd name="connsiteY9" fmla="*/ 510752 h 568686"/>
              <a:gd name="connsiteX10" fmla="*/ 407603 w 606298"/>
              <a:gd name="connsiteY10" fmla="*/ 533647 h 568686"/>
              <a:gd name="connsiteX11" fmla="*/ 445578 w 606298"/>
              <a:gd name="connsiteY11" fmla="*/ 523358 h 568686"/>
              <a:gd name="connsiteX12" fmla="*/ 482810 w 606298"/>
              <a:gd name="connsiteY12" fmla="*/ 426955 h 568686"/>
              <a:gd name="connsiteX13" fmla="*/ 123488 w 606298"/>
              <a:gd name="connsiteY13" fmla="*/ 426955 h 568686"/>
              <a:gd name="connsiteX14" fmla="*/ 160720 w 606298"/>
              <a:gd name="connsiteY14" fmla="*/ 523358 h 568686"/>
              <a:gd name="connsiteX15" fmla="*/ 198788 w 606298"/>
              <a:gd name="connsiteY15" fmla="*/ 533647 h 568686"/>
              <a:gd name="connsiteX16" fmla="*/ 272602 w 606298"/>
              <a:gd name="connsiteY16" fmla="*/ 510752 h 568686"/>
              <a:gd name="connsiteX17" fmla="*/ 214665 w 606298"/>
              <a:gd name="connsiteY17" fmla="*/ 460233 h 568686"/>
              <a:gd name="connsiteX18" fmla="*/ 204080 w 606298"/>
              <a:gd name="connsiteY18" fmla="*/ 449202 h 568686"/>
              <a:gd name="connsiteX19" fmla="*/ 123488 w 606298"/>
              <a:gd name="connsiteY19" fmla="*/ 426955 h 568686"/>
              <a:gd name="connsiteX20" fmla="*/ 469069 w 606298"/>
              <a:gd name="connsiteY20" fmla="*/ 346681 h 568686"/>
              <a:gd name="connsiteX21" fmla="*/ 450777 w 606298"/>
              <a:gd name="connsiteY21" fmla="*/ 374953 h 568686"/>
              <a:gd name="connsiteX22" fmla="*/ 449292 w 606298"/>
              <a:gd name="connsiteY22" fmla="*/ 377178 h 568686"/>
              <a:gd name="connsiteX23" fmla="*/ 425523 w 606298"/>
              <a:gd name="connsiteY23" fmla="*/ 409250 h 568686"/>
              <a:gd name="connsiteX24" fmla="*/ 479189 w 606298"/>
              <a:gd name="connsiteY24" fmla="*/ 391360 h 568686"/>
              <a:gd name="connsiteX25" fmla="*/ 469069 w 606298"/>
              <a:gd name="connsiteY25" fmla="*/ 346681 h 568686"/>
              <a:gd name="connsiteX26" fmla="*/ 137229 w 606298"/>
              <a:gd name="connsiteY26" fmla="*/ 346681 h 568686"/>
              <a:gd name="connsiteX27" fmla="*/ 127109 w 606298"/>
              <a:gd name="connsiteY27" fmla="*/ 391360 h 568686"/>
              <a:gd name="connsiteX28" fmla="*/ 180868 w 606298"/>
              <a:gd name="connsiteY28" fmla="*/ 409250 h 568686"/>
              <a:gd name="connsiteX29" fmla="*/ 157006 w 606298"/>
              <a:gd name="connsiteY29" fmla="*/ 377178 h 568686"/>
              <a:gd name="connsiteX30" fmla="*/ 155521 w 606298"/>
              <a:gd name="connsiteY30" fmla="*/ 375046 h 568686"/>
              <a:gd name="connsiteX31" fmla="*/ 137229 w 606298"/>
              <a:gd name="connsiteY31" fmla="*/ 346681 h 568686"/>
              <a:gd name="connsiteX32" fmla="*/ 303114 w 606298"/>
              <a:gd name="connsiteY32" fmla="*/ 237523 h 568686"/>
              <a:gd name="connsiteX33" fmla="*/ 350005 w 606298"/>
              <a:gd name="connsiteY33" fmla="*/ 284343 h 568686"/>
              <a:gd name="connsiteX34" fmla="*/ 303114 w 606298"/>
              <a:gd name="connsiteY34" fmla="*/ 331163 h 568686"/>
              <a:gd name="connsiteX35" fmla="*/ 256223 w 606298"/>
              <a:gd name="connsiteY35" fmla="*/ 284343 h 568686"/>
              <a:gd name="connsiteX36" fmla="*/ 303114 w 606298"/>
              <a:gd name="connsiteY36" fmla="*/ 237523 h 568686"/>
              <a:gd name="connsiteX37" fmla="*/ 517257 w 606298"/>
              <a:gd name="connsiteY37" fmla="*/ 210604 h 568686"/>
              <a:gd name="connsiteX38" fmla="*/ 516792 w 606298"/>
              <a:gd name="connsiteY38" fmla="*/ 213292 h 568686"/>
              <a:gd name="connsiteX39" fmla="*/ 490888 w 606298"/>
              <a:gd name="connsiteY39" fmla="*/ 303392 h 568686"/>
              <a:gd name="connsiteX40" fmla="*/ 511500 w 606298"/>
              <a:gd name="connsiteY40" fmla="*/ 374953 h 568686"/>
              <a:gd name="connsiteX41" fmla="*/ 572130 w 606298"/>
              <a:gd name="connsiteY41" fmla="*/ 290971 h 568686"/>
              <a:gd name="connsiteX42" fmla="*/ 517257 w 606298"/>
              <a:gd name="connsiteY42" fmla="*/ 210604 h 568686"/>
              <a:gd name="connsiteX43" fmla="*/ 89041 w 606298"/>
              <a:gd name="connsiteY43" fmla="*/ 210604 h 568686"/>
              <a:gd name="connsiteX44" fmla="*/ 34168 w 606298"/>
              <a:gd name="connsiteY44" fmla="*/ 290971 h 568686"/>
              <a:gd name="connsiteX45" fmla="*/ 94798 w 606298"/>
              <a:gd name="connsiteY45" fmla="*/ 374953 h 568686"/>
              <a:gd name="connsiteX46" fmla="*/ 115410 w 606298"/>
              <a:gd name="connsiteY46" fmla="*/ 303392 h 568686"/>
              <a:gd name="connsiteX47" fmla="*/ 89506 w 606298"/>
              <a:gd name="connsiteY47" fmla="*/ 213292 h 568686"/>
              <a:gd name="connsiteX48" fmla="*/ 419952 w 606298"/>
              <a:gd name="connsiteY48" fmla="*/ 171487 h 568686"/>
              <a:gd name="connsiteX49" fmla="*/ 438893 w 606298"/>
              <a:gd name="connsiteY49" fmla="*/ 199666 h 568686"/>
              <a:gd name="connsiteX50" fmla="*/ 470833 w 606298"/>
              <a:gd name="connsiteY50" fmla="*/ 256952 h 568686"/>
              <a:gd name="connsiteX51" fmla="*/ 484017 w 606298"/>
              <a:gd name="connsiteY51" fmla="*/ 200407 h 568686"/>
              <a:gd name="connsiteX52" fmla="*/ 484946 w 606298"/>
              <a:gd name="connsiteY52" fmla="*/ 193085 h 568686"/>
              <a:gd name="connsiteX53" fmla="*/ 419952 w 606298"/>
              <a:gd name="connsiteY53" fmla="*/ 171487 h 568686"/>
              <a:gd name="connsiteX54" fmla="*/ 186346 w 606298"/>
              <a:gd name="connsiteY54" fmla="*/ 171487 h 568686"/>
              <a:gd name="connsiteX55" fmla="*/ 121352 w 606298"/>
              <a:gd name="connsiteY55" fmla="*/ 193085 h 568686"/>
              <a:gd name="connsiteX56" fmla="*/ 122281 w 606298"/>
              <a:gd name="connsiteY56" fmla="*/ 200407 h 568686"/>
              <a:gd name="connsiteX57" fmla="*/ 135465 w 606298"/>
              <a:gd name="connsiteY57" fmla="*/ 256952 h 568686"/>
              <a:gd name="connsiteX58" fmla="*/ 167405 w 606298"/>
              <a:gd name="connsiteY58" fmla="*/ 199666 h 568686"/>
              <a:gd name="connsiteX59" fmla="*/ 186346 w 606298"/>
              <a:gd name="connsiteY59" fmla="*/ 171487 h 568686"/>
              <a:gd name="connsiteX60" fmla="*/ 303149 w 606298"/>
              <a:gd name="connsiteY60" fmla="*/ 159459 h 568686"/>
              <a:gd name="connsiteX61" fmla="*/ 236113 w 606298"/>
              <a:gd name="connsiteY61" fmla="*/ 162866 h 568686"/>
              <a:gd name="connsiteX62" fmla="*/ 196559 w 606298"/>
              <a:gd name="connsiteY62" fmla="*/ 218020 h 568686"/>
              <a:gd name="connsiteX63" fmla="*/ 153385 w 606298"/>
              <a:gd name="connsiteY63" fmla="*/ 301260 h 568686"/>
              <a:gd name="connsiteX64" fmla="*/ 184118 w 606298"/>
              <a:gd name="connsiteY64" fmla="*/ 356321 h 568686"/>
              <a:gd name="connsiteX65" fmla="*/ 222835 w 606298"/>
              <a:gd name="connsiteY65" fmla="*/ 406284 h 568686"/>
              <a:gd name="connsiteX66" fmla="*/ 227385 w 606298"/>
              <a:gd name="connsiteY66" fmla="*/ 411104 h 568686"/>
              <a:gd name="connsiteX67" fmla="*/ 234813 w 606298"/>
              <a:gd name="connsiteY67" fmla="*/ 419169 h 568686"/>
              <a:gd name="connsiteX68" fmla="*/ 294607 w 606298"/>
              <a:gd name="connsiteY68" fmla="*/ 422691 h 568686"/>
              <a:gd name="connsiteX69" fmla="*/ 311784 w 606298"/>
              <a:gd name="connsiteY69" fmla="*/ 422691 h 568686"/>
              <a:gd name="connsiteX70" fmla="*/ 371485 w 606298"/>
              <a:gd name="connsiteY70" fmla="*/ 419169 h 568686"/>
              <a:gd name="connsiteX71" fmla="*/ 378913 w 606298"/>
              <a:gd name="connsiteY71" fmla="*/ 411104 h 568686"/>
              <a:gd name="connsiteX72" fmla="*/ 383463 w 606298"/>
              <a:gd name="connsiteY72" fmla="*/ 406284 h 568686"/>
              <a:gd name="connsiteX73" fmla="*/ 422273 w 606298"/>
              <a:gd name="connsiteY73" fmla="*/ 356321 h 568686"/>
              <a:gd name="connsiteX74" fmla="*/ 452913 w 606298"/>
              <a:gd name="connsiteY74" fmla="*/ 301260 h 568686"/>
              <a:gd name="connsiteX75" fmla="*/ 409831 w 606298"/>
              <a:gd name="connsiteY75" fmla="*/ 218020 h 568686"/>
              <a:gd name="connsiteX76" fmla="*/ 370185 w 606298"/>
              <a:gd name="connsiteY76" fmla="*/ 162866 h 568686"/>
              <a:gd name="connsiteX77" fmla="*/ 303149 w 606298"/>
              <a:gd name="connsiteY77" fmla="*/ 159459 h 568686"/>
              <a:gd name="connsiteX78" fmla="*/ 303149 w 606298"/>
              <a:gd name="connsiteY78" fmla="*/ 95754 h 568686"/>
              <a:gd name="connsiteX79" fmla="*/ 269631 w 606298"/>
              <a:gd name="connsiteY79" fmla="*/ 125788 h 568686"/>
              <a:gd name="connsiteX80" fmla="*/ 336667 w 606298"/>
              <a:gd name="connsiteY80" fmla="*/ 125788 h 568686"/>
              <a:gd name="connsiteX81" fmla="*/ 303149 w 606298"/>
              <a:gd name="connsiteY81" fmla="*/ 95754 h 568686"/>
              <a:gd name="connsiteX82" fmla="*/ 413453 w 606298"/>
              <a:gd name="connsiteY82" fmla="*/ 34112 h 568686"/>
              <a:gd name="connsiteX83" fmla="*/ 326454 w 606298"/>
              <a:gd name="connsiteY83" fmla="*/ 70078 h 568686"/>
              <a:gd name="connsiteX84" fmla="*/ 388012 w 606298"/>
              <a:gd name="connsiteY84" fmla="*/ 130608 h 568686"/>
              <a:gd name="connsiteX85" fmla="*/ 490424 w 606298"/>
              <a:gd name="connsiteY85" fmla="*/ 158138 h 568686"/>
              <a:gd name="connsiteX86" fmla="*/ 490424 w 606298"/>
              <a:gd name="connsiteY86" fmla="*/ 156933 h 568686"/>
              <a:gd name="connsiteX87" fmla="*/ 453841 w 606298"/>
              <a:gd name="connsiteY87" fmla="*/ 45143 h 568686"/>
              <a:gd name="connsiteX88" fmla="*/ 413453 w 606298"/>
              <a:gd name="connsiteY88" fmla="*/ 34112 h 568686"/>
              <a:gd name="connsiteX89" fmla="*/ 192845 w 606298"/>
              <a:gd name="connsiteY89" fmla="*/ 34112 h 568686"/>
              <a:gd name="connsiteX90" fmla="*/ 152549 w 606298"/>
              <a:gd name="connsiteY90" fmla="*/ 45143 h 568686"/>
              <a:gd name="connsiteX91" fmla="*/ 115874 w 606298"/>
              <a:gd name="connsiteY91" fmla="*/ 156933 h 568686"/>
              <a:gd name="connsiteX92" fmla="*/ 115967 w 606298"/>
              <a:gd name="connsiteY92" fmla="*/ 158138 h 568686"/>
              <a:gd name="connsiteX93" fmla="*/ 218286 w 606298"/>
              <a:gd name="connsiteY93" fmla="*/ 130608 h 568686"/>
              <a:gd name="connsiteX94" fmla="*/ 279937 w 606298"/>
              <a:gd name="connsiteY94" fmla="*/ 70078 h 568686"/>
              <a:gd name="connsiteX95" fmla="*/ 192845 w 606298"/>
              <a:gd name="connsiteY95" fmla="*/ 34112 h 568686"/>
              <a:gd name="connsiteX96" fmla="*/ 192845 w 606298"/>
              <a:gd name="connsiteY96" fmla="*/ 0 h 568686"/>
              <a:gd name="connsiteX97" fmla="*/ 303149 w 606298"/>
              <a:gd name="connsiteY97" fmla="*/ 44494 h 568686"/>
              <a:gd name="connsiteX98" fmla="*/ 413453 w 606298"/>
              <a:gd name="connsiteY98" fmla="*/ 0 h 568686"/>
              <a:gd name="connsiteX99" fmla="*/ 472411 w 606298"/>
              <a:gd name="connsiteY99" fmla="*/ 16500 h 568686"/>
              <a:gd name="connsiteX100" fmla="*/ 515214 w 606298"/>
              <a:gd name="connsiteY100" fmla="*/ 78050 h 568686"/>
              <a:gd name="connsiteX101" fmla="*/ 524127 w 606298"/>
              <a:gd name="connsiteY101" fmla="*/ 167964 h 568686"/>
              <a:gd name="connsiteX102" fmla="*/ 524127 w 606298"/>
              <a:gd name="connsiteY102" fmla="*/ 174824 h 568686"/>
              <a:gd name="connsiteX103" fmla="*/ 606298 w 606298"/>
              <a:gd name="connsiteY103" fmla="*/ 290971 h 568686"/>
              <a:gd name="connsiteX104" fmla="*/ 516607 w 606298"/>
              <a:gd name="connsiteY104" fmla="*/ 411382 h 568686"/>
              <a:gd name="connsiteX105" fmla="*/ 516792 w 606298"/>
              <a:gd name="connsiteY105" fmla="*/ 413792 h 568686"/>
              <a:gd name="connsiteX106" fmla="*/ 464519 w 606298"/>
              <a:gd name="connsiteY106" fmla="*/ 553299 h 568686"/>
              <a:gd name="connsiteX107" fmla="*/ 408903 w 606298"/>
              <a:gd name="connsiteY107" fmla="*/ 568686 h 568686"/>
              <a:gd name="connsiteX108" fmla="*/ 303149 w 606298"/>
              <a:gd name="connsiteY108" fmla="*/ 532628 h 568686"/>
              <a:gd name="connsiteX109" fmla="*/ 197395 w 606298"/>
              <a:gd name="connsiteY109" fmla="*/ 568686 h 568686"/>
              <a:gd name="connsiteX110" fmla="*/ 141779 w 606298"/>
              <a:gd name="connsiteY110" fmla="*/ 553299 h 568686"/>
              <a:gd name="connsiteX111" fmla="*/ 89506 w 606298"/>
              <a:gd name="connsiteY111" fmla="*/ 413700 h 568686"/>
              <a:gd name="connsiteX112" fmla="*/ 89784 w 606298"/>
              <a:gd name="connsiteY112" fmla="*/ 411382 h 568686"/>
              <a:gd name="connsiteX113" fmla="*/ 0 w 606298"/>
              <a:gd name="connsiteY113" fmla="*/ 290971 h 568686"/>
              <a:gd name="connsiteX114" fmla="*/ 82171 w 606298"/>
              <a:gd name="connsiteY114" fmla="*/ 174824 h 568686"/>
              <a:gd name="connsiteX115" fmla="*/ 82171 w 606298"/>
              <a:gd name="connsiteY115" fmla="*/ 167964 h 568686"/>
              <a:gd name="connsiteX116" fmla="*/ 91084 w 606298"/>
              <a:gd name="connsiteY116" fmla="*/ 78050 h 568686"/>
              <a:gd name="connsiteX117" fmla="*/ 133887 w 606298"/>
              <a:gd name="connsiteY117" fmla="*/ 16500 h 568686"/>
              <a:gd name="connsiteX118" fmla="*/ 192845 w 606298"/>
              <a:gd name="connsiteY118" fmla="*/ 0 h 5686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606298" h="568686">
                <a:moveTo>
                  <a:pt x="258582" y="455598"/>
                </a:moveTo>
                <a:cubicBezTo>
                  <a:pt x="273159" y="469039"/>
                  <a:pt x="288200" y="480811"/>
                  <a:pt x="303149" y="490637"/>
                </a:cubicBezTo>
                <a:cubicBezTo>
                  <a:pt x="318190" y="480811"/>
                  <a:pt x="333139" y="469039"/>
                  <a:pt x="347716" y="455598"/>
                </a:cubicBezTo>
                <a:cubicBezTo>
                  <a:pt x="335274" y="456432"/>
                  <a:pt x="323483" y="456896"/>
                  <a:pt x="311784" y="456896"/>
                </a:cubicBezTo>
                <a:lnTo>
                  <a:pt x="294607" y="456896"/>
                </a:lnTo>
                <a:cubicBezTo>
                  <a:pt x="282908" y="456896"/>
                  <a:pt x="271024" y="456432"/>
                  <a:pt x="258582" y="455598"/>
                </a:cubicBezTo>
                <a:close/>
                <a:moveTo>
                  <a:pt x="482810" y="426955"/>
                </a:moveTo>
                <a:cubicBezTo>
                  <a:pt x="458020" y="436688"/>
                  <a:pt x="431001" y="444104"/>
                  <a:pt x="402311" y="449202"/>
                </a:cubicBezTo>
                <a:lnTo>
                  <a:pt x="391633" y="460233"/>
                </a:lnTo>
                <a:cubicBezTo>
                  <a:pt x="373249" y="479421"/>
                  <a:pt x="353751" y="496384"/>
                  <a:pt x="333696" y="510752"/>
                </a:cubicBezTo>
                <a:cubicBezTo>
                  <a:pt x="360436" y="525768"/>
                  <a:pt x="385877" y="533647"/>
                  <a:pt x="407603" y="533647"/>
                </a:cubicBezTo>
                <a:cubicBezTo>
                  <a:pt x="421995" y="533647"/>
                  <a:pt x="434808" y="530218"/>
                  <a:pt x="445578" y="523358"/>
                </a:cubicBezTo>
                <a:cubicBezTo>
                  <a:pt x="470833" y="507507"/>
                  <a:pt x="484017" y="473303"/>
                  <a:pt x="482810" y="426955"/>
                </a:cubicBezTo>
                <a:close/>
                <a:moveTo>
                  <a:pt x="123488" y="426955"/>
                </a:moveTo>
                <a:cubicBezTo>
                  <a:pt x="122281" y="473303"/>
                  <a:pt x="135465" y="507507"/>
                  <a:pt x="160720" y="523358"/>
                </a:cubicBezTo>
                <a:cubicBezTo>
                  <a:pt x="171490" y="530218"/>
                  <a:pt x="184303" y="533647"/>
                  <a:pt x="198788" y="533647"/>
                </a:cubicBezTo>
                <a:cubicBezTo>
                  <a:pt x="220421" y="533647"/>
                  <a:pt x="245862" y="525768"/>
                  <a:pt x="272602" y="510752"/>
                </a:cubicBezTo>
                <a:cubicBezTo>
                  <a:pt x="252547" y="496384"/>
                  <a:pt x="233142" y="479421"/>
                  <a:pt x="214665" y="460233"/>
                </a:cubicBezTo>
                <a:lnTo>
                  <a:pt x="204080" y="449202"/>
                </a:lnTo>
                <a:cubicBezTo>
                  <a:pt x="175297" y="444104"/>
                  <a:pt x="148278" y="436688"/>
                  <a:pt x="123488" y="426955"/>
                </a:cubicBezTo>
                <a:close/>
                <a:moveTo>
                  <a:pt x="469069" y="346681"/>
                </a:moveTo>
                <a:cubicBezTo>
                  <a:pt x="463591" y="356043"/>
                  <a:pt x="457555" y="365313"/>
                  <a:pt x="450777" y="374953"/>
                </a:cubicBezTo>
                <a:lnTo>
                  <a:pt x="449292" y="377178"/>
                </a:lnTo>
                <a:cubicBezTo>
                  <a:pt x="437686" y="393770"/>
                  <a:pt x="434529" y="398405"/>
                  <a:pt x="425523" y="409250"/>
                </a:cubicBezTo>
                <a:cubicBezTo>
                  <a:pt x="444464" y="404523"/>
                  <a:pt x="462476" y="398497"/>
                  <a:pt x="479189" y="391360"/>
                </a:cubicBezTo>
                <a:cubicBezTo>
                  <a:pt x="476961" y="376992"/>
                  <a:pt x="473525" y="361976"/>
                  <a:pt x="469069" y="346681"/>
                </a:cubicBezTo>
                <a:close/>
                <a:moveTo>
                  <a:pt x="137229" y="346681"/>
                </a:moveTo>
                <a:cubicBezTo>
                  <a:pt x="132773" y="361976"/>
                  <a:pt x="129337" y="376992"/>
                  <a:pt x="127109" y="391360"/>
                </a:cubicBezTo>
                <a:cubicBezTo>
                  <a:pt x="143822" y="398497"/>
                  <a:pt x="161834" y="404523"/>
                  <a:pt x="180868" y="409250"/>
                </a:cubicBezTo>
                <a:cubicBezTo>
                  <a:pt x="171769" y="398312"/>
                  <a:pt x="168426" y="393492"/>
                  <a:pt x="157006" y="377178"/>
                </a:cubicBezTo>
                <a:lnTo>
                  <a:pt x="155521" y="375046"/>
                </a:lnTo>
                <a:cubicBezTo>
                  <a:pt x="148743" y="365313"/>
                  <a:pt x="142800" y="356043"/>
                  <a:pt x="137229" y="346681"/>
                </a:cubicBezTo>
                <a:close/>
                <a:moveTo>
                  <a:pt x="303114" y="237523"/>
                </a:moveTo>
                <a:cubicBezTo>
                  <a:pt x="329011" y="237523"/>
                  <a:pt x="350005" y="258485"/>
                  <a:pt x="350005" y="284343"/>
                </a:cubicBezTo>
                <a:cubicBezTo>
                  <a:pt x="350005" y="310201"/>
                  <a:pt x="329011" y="331163"/>
                  <a:pt x="303114" y="331163"/>
                </a:cubicBezTo>
                <a:cubicBezTo>
                  <a:pt x="277217" y="331163"/>
                  <a:pt x="256223" y="310201"/>
                  <a:pt x="256223" y="284343"/>
                </a:cubicBezTo>
                <a:cubicBezTo>
                  <a:pt x="256223" y="258485"/>
                  <a:pt x="277217" y="237523"/>
                  <a:pt x="303114" y="237523"/>
                </a:cubicBezTo>
                <a:close/>
                <a:moveTo>
                  <a:pt x="517257" y="210604"/>
                </a:moveTo>
                <a:lnTo>
                  <a:pt x="516792" y="213292"/>
                </a:lnTo>
                <a:cubicBezTo>
                  <a:pt x="511593" y="245550"/>
                  <a:pt x="503144" y="275027"/>
                  <a:pt x="490888" y="303392"/>
                </a:cubicBezTo>
                <a:cubicBezTo>
                  <a:pt x="500173" y="327771"/>
                  <a:pt x="507043" y="351872"/>
                  <a:pt x="511500" y="374953"/>
                </a:cubicBezTo>
                <a:cubicBezTo>
                  <a:pt x="550682" y="351223"/>
                  <a:pt x="572130" y="321560"/>
                  <a:pt x="572130" y="290971"/>
                </a:cubicBezTo>
                <a:cubicBezTo>
                  <a:pt x="572130" y="262143"/>
                  <a:pt x="552725" y="233778"/>
                  <a:pt x="517257" y="210604"/>
                </a:cubicBezTo>
                <a:close/>
                <a:moveTo>
                  <a:pt x="89041" y="210604"/>
                </a:moveTo>
                <a:cubicBezTo>
                  <a:pt x="53573" y="233778"/>
                  <a:pt x="34168" y="262143"/>
                  <a:pt x="34168" y="290971"/>
                </a:cubicBezTo>
                <a:cubicBezTo>
                  <a:pt x="34168" y="321560"/>
                  <a:pt x="55616" y="351223"/>
                  <a:pt x="94798" y="374953"/>
                </a:cubicBezTo>
                <a:cubicBezTo>
                  <a:pt x="99255" y="351872"/>
                  <a:pt x="106218" y="327771"/>
                  <a:pt x="115410" y="303392"/>
                </a:cubicBezTo>
                <a:cubicBezTo>
                  <a:pt x="103247" y="275027"/>
                  <a:pt x="94705" y="245550"/>
                  <a:pt x="89506" y="213292"/>
                </a:cubicBezTo>
                <a:close/>
                <a:moveTo>
                  <a:pt x="419952" y="171487"/>
                </a:moveTo>
                <a:cubicBezTo>
                  <a:pt x="426451" y="180571"/>
                  <a:pt x="432765" y="190026"/>
                  <a:pt x="438893" y="199666"/>
                </a:cubicBezTo>
                <a:cubicBezTo>
                  <a:pt x="450777" y="218576"/>
                  <a:pt x="461548" y="237856"/>
                  <a:pt x="470833" y="256952"/>
                </a:cubicBezTo>
                <a:cubicBezTo>
                  <a:pt x="477146" y="237949"/>
                  <a:pt x="481510" y="219410"/>
                  <a:pt x="484017" y="200407"/>
                </a:cubicBezTo>
                <a:lnTo>
                  <a:pt x="484946" y="193085"/>
                </a:lnTo>
                <a:cubicBezTo>
                  <a:pt x="465633" y="184278"/>
                  <a:pt x="443814" y="177048"/>
                  <a:pt x="419952" y="171487"/>
                </a:cubicBezTo>
                <a:close/>
                <a:moveTo>
                  <a:pt x="186346" y="171487"/>
                </a:moveTo>
                <a:cubicBezTo>
                  <a:pt x="162577" y="177048"/>
                  <a:pt x="140758" y="184278"/>
                  <a:pt x="121352" y="193085"/>
                </a:cubicBezTo>
                <a:lnTo>
                  <a:pt x="122281" y="200407"/>
                </a:lnTo>
                <a:cubicBezTo>
                  <a:pt x="124881" y="219410"/>
                  <a:pt x="129152" y="237949"/>
                  <a:pt x="135465" y="256952"/>
                </a:cubicBezTo>
                <a:cubicBezTo>
                  <a:pt x="144750" y="237856"/>
                  <a:pt x="155521" y="218576"/>
                  <a:pt x="167405" y="199666"/>
                </a:cubicBezTo>
                <a:cubicBezTo>
                  <a:pt x="173533" y="190026"/>
                  <a:pt x="179847" y="180571"/>
                  <a:pt x="186346" y="171487"/>
                </a:cubicBezTo>
                <a:close/>
                <a:moveTo>
                  <a:pt x="303149" y="159459"/>
                </a:moveTo>
                <a:cubicBezTo>
                  <a:pt x="279473" y="159459"/>
                  <a:pt x="255797" y="160595"/>
                  <a:pt x="236113" y="162866"/>
                </a:cubicBezTo>
                <a:cubicBezTo>
                  <a:pt x="222000" y="180200"/>
                  <a:pt x="208630" y="198739"/>
                  <a:pt x="196559" y="218020"/>
                </a:cubicBezTo>
                <a:cubicBezTo>
                  <a:pt x="179754" y="244438"/>
                  <a:pt x="165270" y="272432"/>
                  <a:pt x="153385" y="301260"/>
                </a:cubicBezTo>
                <a:cubicBezTo>
                  <a:pt x="162020" y="318965"/>
                  <a:pt x="172047" y="337040"/>
                  <a:pt x="184118" y="356321"/>
                </a:cubicBezTo>
                <a:cubicBezTo>
                  <a:pt x="199809" y="381534"/>
                  <a:pt x="207980" y="390340"/>
                  <a:pt x="222835" y="406284"/>
                </a:cubicBezTo>
                <a:cubicBezTo>
                  <a:pt x="224321" y="407767"/>
                  <a:pt x="225807" y="409436"/>
                  <a:pt x="227385" y="411104"/>
                </a:cubicBezTo>
                <a:lnTo>
                  <a:pt x="234813" y="419169"/>
                </a:lnTo>
                <a:cubicBezTo>
                  <a:pt x="254218" y="421486"/>
                  <a:pt x="274273" y="422691"/>
                  <a:pt x="294607" y="422691"/>
                </a:cubicBezTo>
                <a:lnTo>
                  <a:pt x="311784" y="422691"/>
                </a:lnTo>
                <a:cubicBezTo>
                  <a:pt x="332025" y="422691"/>
                  <a:pt x="352080" y="421486"/>
                  <a:pt x="371485" y="419169"/>
                </a:cubicBezTo>
                <a:lnTo>
                  <a:pt x="378913" y="411104"/>
                </a:lnTo>
                <a:cubicBezTo>
                  <a:pt x="380491" y="409436"/>
                  <a:pt x="382070" y="407767"/>
                  <a:pt x="383463" y="406284"/>
                </a:cubicBezTo>
                <a:cubicBezTo>
                  <a:pt x="398318" y="390340"/>
                  <a:pt x="406489" y="381534"/>
                  <a:pt x="422273" y="356321"/>
                </a:cubicBezTo>
                <a:cubicBezTo>
                  <a:pt x="434343" y="337040"/>
                  <a:pt x="444371" y="318965"/>
                  <a:pt x="452913" y="301260"/>
                </a:cubicBezTo>
                <a:cubicBezTo>
                  <a:pt x="441028" y="272432"/>
                  <a:pt x="426544" y="244438"/>
                  <a:pt x="409831" y="218020"/>
                </a:cubicBezTo>
                <a:cubicBezTo>
                  <a:pt x="397668" y="198739"/>
                  <a:pt x="384391" y="180200"/>
                  <a:pt x="370185" y="162866"/>
                </a:cubicBezTo>
                <a:cubicBezTo>
                  <a:pt x="350502" y="160595"/>
                  <a:pt x="326825" y="159459"/>
                  <a:pt x="303149" y="159459"/>
                </a:cubicBezTo>
                <a:close/>
                <a:moveTo>
                  <a:pt x="303149" y="95754"/>
                </a:moveTo>
                <a:cubicBezTo>
                  <a:pt x="291729" y="104931"/>
                  <a:pt x="280494" y="115035"/>
                  <a:pt x="269631" y="125788"/>
                </a:cubicBezTo>
                <a:cubicBezTo>
                  <a:pt x="288758" y="124861"/>
                  <a:pt x="317540" y="124861"/>
                  <a:pt x="336667" y="125788"/>
                </a:cubicBezTo>
                <a:cubicBezTo>
                  <a:pt x="325897" y="115035"/>
                  <a:pt x="314662" y="104931"/>
                  <a:pt x="303149" y="95754"/>
                </a:cubicBezTo>
                <a:close/>
                <a:moveTo>
                  <a:pt x="413453" y="34112"/>
                </a:moveTo>
                <a:cubicBezTo>
                  <a:pt x="388941" y="34112"/>
                  <a:pt x="359693" y="46162"/>
                  <a:pt x="326454" y="70078"/>
                </a:cubicBezTo>
                <a:cubicBezTo>
                  <a:pt x="347530" y="87226"/>
                  <a:pt x="368235" y="107619"/>
                  <a:pt x="388012" y="130608"/>
                </a:cubicBezTo>
                <a:cubicBezTo>
                  <a:pt x="425801" y="136077"/>
                  <a:pt x="460155" y="145346"/>
                  <a:pt x="490424" y="158138"/>
                </a:cubicBezTo>
                <a:lnTo>
                  <a:pt x="490424" y="156933"/>
                </a:lnTo>
                <a:cubicBezTo>
                  <a:pt x="493023" y="105117"/>
                  <a:pt x="478632" y="61179"/>
                  <a:pt x="453841" y="45143"/>
                </a:cubicBezTo>
                <a:cubicBezTo>
                  <a:pt x="442607" y="37820"/>
                  <a:pt x="428958" y="34112"/>
                  <a:pt x="413453" y="34112"/>
                </a:cubicBezTo>
                <a:close/>
                <a:moveTo>
                  <a:pt x="192845" y="34112"/>
                </a:moveTo>
                <a:cubicBezTo>
                  <a:pt x="177340" y="34112"/>
                  <a:pt x="163784" y="37820"/>
                  <a:pt x="152549" y="45143"/>
                </a:cubicBezTo>
                <a:cubicBezTo>
                  <a:pt x="127759" y="61179"/>
                  <a:pt x="113368" y="105117"/>
                  <a:pt x="115874" y="156933"/>
                </a:cubicBezTo>
                <a:lnTo>
                  <a:pt x="115967" y="158138"/>
                </a:lnTo>
                <a:cubicBezTo>
                  <a:pt x="146143" y="145346"/>
                  <a:pt x="180497" y="136077"/>
                  <a:pt x="218286" y="130608"/>
                </a:cubicBezTo>
                <a:cubicBezTo>
                  <a:pt x="238062" y="107619"/>
                  <a:pt x="258768" y="87226"/>
                  <a:pt x="279937" y="70078"/>
                </a:cubicBezTo>
                <a:cubicBezTo>
                  <a:pt x="246697" y="46162"/>
                  <a:pt x="217450" y="34112"/>
                  <a:pt x="192845" y="34112"/>
                </a:cubicBezTo>
                <a:close/>
                <a:moveTo>
                  <a:pt x="192845" y="0"/>
                </a:moveTo>
                <a:cubicBezTo>
                  <a:pt x="225342" y="0"/>
                  <a:pt x="262482" y="14924"/>
                  <a:pt x="303149" y="44494"/>
                </a:cubicBezTo>
                <a:cubicBezTo>
                  <a:pt x="343816" y="14924"/>
                  <a:pt x="380956" y="0"/>
                  <a:pt x="413453" y="0"/>
                </a:cubicBezTo>
                <a:cubicBezTo>
                  <a:pt x="435643" y="0"/>
                  <a:pt x="455513" y="5562"/>
                  <a:pt x="472411" y="16500"/>
                </a:cubicBezTo>
                <a:cubicBezTo>
                  <a:pt x="491445" y="28828"/>
                  <a:pt x="506208" y="50148"/>
                  <a:pt x="515214" y="78050"/>
                </a:cubicBezTo>
                <a:cubicBezTo>
                  <a:pt x="523756" y="104468"/>
                  <a:pt x="526820" y="135613"/>
                  <a:pt x="524127" y="167964"/>
                </a:cubicBezTo>
                <a:lnTo>
                  <a:pt x="524127" y="174824"/>
                </a:lnTo>
                <a:cubicBezTo>
                  <a:pt x="577144" y="205506"/>
                  <a:pt x="606298" y="246662"/>
                  <a:pt x="606298" y="290971"/>
                </a:cubicBezTo>
                <a:cubicBezTo>
                  <a:pt x="606298" y="337597"/>
                  <a:pt x="574451" y="380236"/>
                  <a:pt x="516607" y="411382"/>
                </a:cubicBezTo>
                <a:cubicBezTo>
                  <a:pt x="516700" y="412216"/>
                  <a:pt x="516792" y="412958"/>
                  <a:pt x="516792" y="413792"/>
                </a:cubicBezTo>
                <a:cubicBezTo>
                  <a:pt x="521528" y="479513"/>
                  <a:pt x="503051" y="529105"/>
                  <a:pt x="464519" y="553299"/>
                </a:cubicBezTo>
                <a:cubicBezTo>
                  <a:pt x="448363" y="563495"/>
                  <a:pt x="429701" y="568686"/>
                  <a:pt x="408903" y="568686"/>
                </a:cubicBezTo>
                <a:cubicBezTo>
                  <a:pt x="376870" y="568686"/>
                  <a:pt x="340381" y="556172"/>
                  <a:pt x="303149" y="532628"/>
                </a:cubicBezTo>
                <a:cubicBezTo>
                  <a:pt x="266010" y="556172"/>
                  <a:pt x="229428" y="568686"/>
                  <a:pt x="197395" y="568686"/>
                </a:cubicBezTo>
                <a:cubicBezTo>
                  <a:pt x="176690" y="568686"/>
                  <a:pt x="157935" y="563495"/>
                  <a:pt x="141779" y="553299"/>
                </a:cubicBezTo>
                <a:cubicBezTo>
                  <a:pt x="103340" y="529105"/>
                  <a:pt x="84770" y="479513"/>
                  <a:pt x="89506" y="413700"/>
                </a:cubicBezTo>
                <a:cubicBezTo>
                  <a:pt x="89598" y="412958"/>
                  <a:pt x="89691" y="412124"/>
                  <a:pt x="89784" y="411382"/>
                </a:cubicBezTo>
                <a:cubicBezTo>
                  <a:pt x="31847" y="380236"/>
                  <a:pt x="0" y="337597"/>
                  <a:pt x="0" y="290971"/>
                </a:cubicBezTo>
                <a:cubicBezTo>
                  <a:pt x="0" y="246662"/>
                  <a:pt x="29154" y="205506"/>
                  <a:pt x="82171" y="174824"/>
                </a:cubicBezTo>
                <a:lnTo>
                  <a:pt x="82171" y="167964"/>
                </a:lnTo>
                <a:cubicBezTo>
                  <a:pt x="79478" y="135613"/>
                  <a:pt x="82542" y="104468"/>
                  <a:pt x="91084" y="78050"/>
                </a:cubicBezTo>
                <a:cubicBezTo>
                  <a:pt x="100090" y="50148"/>
                  <a:pt x="114946" y="28828"/>
                  <a:pt x="133887" y="16500"/>
                </a:cubicBezTo>
                <a:cubicBezTo>
                  <a:pt x="150785" y="5562"/>
                  <a:pt x="170655" y="0"/>
                  <a:pt x="19284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cs typeface="+mn-ea"/>
              <a:sym typeface="+mn-lt"/>
            </a:endParaRPr>
          </a:p>
        </p:txBody>
      </p:sp>
      <p:sp>
        <p:nvSpPr>
          <p:cNvPr id="48" name="椭圆 45">
            <a:extLst>
              <a:ext uri="{FF2B5EF4-FFF2-40B4-BE49-F238E27FC236}">
                <a16:creationId xmlns:a16="http://schemas.microsoft.com/office/drawing/2014/main" id="{AB40E496-440F-39C3-1D16-A3A12C87261B}"/>
              </a:ext>
            </a:extLst>
          </p:cNvPr>
          <p:cNvSpPr/>
          <p:nvPr/>
        </p:nvSpPr>
        <p:spPr>
          <a:xfrm>
            <a:off x="8551177" y="2313474"/>
            <a:ext cx="755387" cy="733741"/>
          </a:xfrm>
          <a:custGeom>
            <a:avLst/>
            <a:gdLst>
              <a:gd name="connsiteX0" fmla="*/ 357006 w 608274"/>
              <a:gd name="connsiteY0" fmla="*/ 315793 h 590844"/>
              <a:gd name="connsiteX1" fmla="*/ 344664 w 608274"/>
              <a:gd name="connsiteY1" fmla="*/ 351821 h 590844"/>
              <a:gd name="connsiteX2" fmla="*/ 552405 w 608274"/>
              <a:gd name="connsiteY2" fmla="*/ 559238 h 590844"/>
              <a:gd name="connsiteX3" fmla="*/ 554572 w 608274"/>
              <a:gd name="connsiteY3" fmla="*/ 560178 h 590844"/>
              <a:gd name="connsiteX4" fmla="*/ 554666 w 608274"/>
              <a:gd name="connsiteY4" fmla="*/ 560178 h 590844"/>
              <a:gd name="connsiteX5" fmla="*/ 556928 w 608274"/>
              <a:gd name="connsiteY5" fmla="*/ 559238 h 590844"/>
              <a:gd name="connsiteX6" fmla="*/ 576618 w 608274"/>
              <a:gd name="connsiteY6" fmla="*/ 539578 h 590844"/>
              <a:gd name="connsiteX7" fmla="*/ 577560 w 608274"/>
              <a:gd name="connsiteY7" fmla="*/ 537320 h 590844"/>
              <a:gd name="connsiteX8" fmla="*/ 576618 w 608274"/>
              <a:gd name="connsiteY8" fmla="*/ 535063 h 590844"/>
              <a:gd name="connsiteX9" fmla="*/ 347019 w 608274"/>
              <a:gd name="connsiteY9" fmla="*/ 272617 h 590844"/>
              <a:gd name="connsiteX10" fmla="*/ 361339 w 608274"/>
              <a:gd name="connsiteY10" fmla="*/ 276756 h 590844"/>
              <a:gd name="connsiteX11" fmla="*/ 370572 w 608274"/>
              <a:gd name="connsiteY11" fmla="*/ 285974 h 590844"/>
              <a:gd name="connsiteX12" fmla="*/ 598287 w 608274"/>
              <a:gd name="connsiteY12" fmla="*/ 513333 h 590844"/>
              <a:gd name="connsiteX13" fmla="*/ 608274 w 608274"/>
              <a:gd name="connsiteY13" fmla="*/ 537320 h 590844"/>
              <a:gd name="connsiteX14" fmla="*/ 598287 w 608274"/>
              <a:gd name="connsiteY14" fmla="*/ 561213 h 590844"/>
              <a:gd name="connsiteX15" fmla="*/ 578691 w 608274"/>
              <a:gd name="connsiteY15" fmla="*/ 580873 h 590844"/>
              <a:gd name="connsiteX16" fmla="*/ 554666 w 608274"/>
              <a:gd name="connsiteY16" fmla="*/ 590844 h 590844"/>
              <a:gd name="connsiteX17" fmla="*/ 554572 w 608274"/>
              <a:gd name="connsiteY17" fmla="*/ 590844 h 590844"/>
              <a:gd name="connsiteX18" fmla="*/ 530736 w 608274"/>
              <a:gd name="connsiteY18" fmla="*/ 580873 h 590844"/>
              <a:gd name="connsiteX19" fmla="*/ 316211 w 608274"/>
              <a:gd name="connsiteY19" fmla="*/ 366683 h 590844"/>
              <a:gd name="connsiteX20" fmla="*/ 312442 w 608274"/>
              <a:gd name="connsiteY20" fmla="*/ 350880 h 590844"/>
              <a:gd name="connsiteX21" fmla="*/ 327328 w 608274"/>
              <a:gd name="connsiteY21" fmla="*/ 307610 h 590844"/>
              <a:gd name="connsiteX22" fmla="*/ 335902 w 608274"/>
              <a:gd name="connsiteY22" fmla="*/ 282588 h 590844"/>
              <a:gd name="connsiteX23" fmla="*/ 347019 w 608274"/>
              <a:gd name="connsiteY23" fmla="*/ 272617 h 590844"/>
              <a:gd name="connsiteX24" fmla="*/ 74870 w 608274"/>
              <a:gd name="connsiteY24" fmla="*/ 82350 h 590844"/>
              <a:gd name="connsiteX25" fmla="*/ 426850 w 608274"/>
              <a:gd name="connsiteY25" fmla="*/ 82350 h 590844"/>
              <a:gd name="connsiteX26" fmla="*/ 426850 w 608274"/>
              <a:gd name="connsiteY26" fmla="*/ 306027 h 590844"/>
              <a:gd name="connsiteX27" fmla="*/ 379461 w 608274"/>
              <a:gd name="connsiteY27" fmla="*/ 258714 h 590844"/>
              <a:gd name="connsiteX28" fmla="*/ 341210 w 608274"/>
              <a:gd name="connsiteY28" fmla="*/ 247709 h 590844"/>
              <a:gd name="connsiteX29" fmla="*/ 315867 w 608274"/>
              <a:gd name="connsiteY29" fmla="*/ 265957 h 590844"/>
              <a:gd name="connsiteX30" fmla="*/ 204507 w 608274"/>
              <a:gd name="connsiteY30" fmla="*/ 235763 h 590844"/>
              <a:gd name="connsiteX31" fmla="*/ 195274 w 608274"/>
              <a:gd name="connsiteY31" fmla="*/ 230590 h 590844"/>
              <a:gd name="connsiteX32" fmla="*/ 213740 w 608274"/>
              <a:gd name="connsiteY32" fmla="*/ 231154 h 590844"/>
              <a:gd name="connsiteX33" fmla="*/ 225517 w 608274"/>
              <a:gd name="connsiteY33" fmla="*/ 231719 h 590844"/>
              <a:gd name="connsiteX34" fmla="*/ 248599 w 608274"/>
              <a:gd name="connsiteY34" fmla="*/ 232377 h 590844"/>
              <a:gd name="connsiteX35" fmla="*/ 322085 w 608274"/>
              <a:gd name="connsiteY35" fmla="*/ 227674 h 590844"/>
              <a:gd name="connsiteX36" fmla="*/ 361749 w 608274"/>
              <a:gd name="connsiteY36" fmla="*/ 186852 h 590844"/>
              <a:gd name="connsiteX37" fmla="*/ 323216 w 608274"/>
              <a:gd name="connsiteY37" fmla="*/ 133049 h 590844"/>
              <a:gd name="connsiteX38" fmla="*/ 205167 w 608274"/>
              <a:gd name="connsiteY38" fmla="*/ 122514 h 590844"/>
              <a:gd name="connsiteX39" fmla="*/ 158248 w 608274"/>
              <a:gd name="connsiteY39" fmla="*/ 124395 h 590844"/>
              <a:gd name="connsiteX40" fmla="*/ 157683 w 608274"/>
              <a:gd name="connsiteY40" fmla="*/ 124395 h 590844"/>
              <a:gd name="connsiteX41" fmla="*/ 137239 w 608274"/>
              <a:gd name="connsiteY41" fmla="*/ 144336 h 590844"/>
              <a:gd name="connsiteX42" fmla="*/ 157212 w 608274"/>
              <a:gd name="connsiteY42" fmla="*/ 165312 h 590844"/>
              <a:gd name="connsiteX43" fmla="*/ 208087 w 608274"/>
              <a:gd name="connsiteY43" fmla="*/ 163336 h 590844"/>
              <a:gd name="connsiteX44" fmla="*/ 306634 w 608274"/>
              <a:gd name="connsiteY44" fmla="*/ 170485 h 590844"/>
              <a:gd name="connsiteX45" fmla="*/ 321049 w 608274"/>
              <a:gd name="connsiteY45" fmla="*/ 183465 h 590844"/>
              <a:gd name="connsiteX46" fmla="*/ 311251 w 608274"/>
              <a:gd name="connsiteY46" fmla="*/ 188263 h 590844"/>
              <a:gd name="connsiteX47" fmla="*/ 250200 w 608274"/>
              <a:gd name="connsiteY47" fmla="*/ 191461 h 590844"/>
              <a:gd name="connsiteX48" fmla="*/ 225517 w 608274"/>
              <a:gd name="connsiteY48" fmla="*/ 190896 h 590844"/>
              <a:gd name="connsiteX49" fmla="*/ 216755 w 608274"/>
              <a:gd name="connsiteY49" fmla="*/ 190426 h 590844"/>
              <a:gd name="connsiteX50" fmla="*/ 156929 w 608274"/>
              <a:gd name="connsiteY50" fmla="*/ 206040 h 590844"/>
              <a:gd name="connsiteX51" fmla="*/ 150335 w 608274"/>
              <a:gd name="connsiteY51" fmla="*/ 236516 h 590844"/>
              <a:gd name="connsiteX52" fmla="*/ 187078 w 608274"/>
              <a:gd name="connsiteY52" fmla="*/ 272823 h 590844"/>
              <a:gd name="connsiteX53" fmla="*/ 300887 w 608274"/>
              <a:gd name="connsiteY53" fmla="*/ 305839 h 590844"/>
              <a:gd name="connsiteX54" fmla="*/ 291277 w 608274"/>
              <a:gd name="connsiteY54" fmla="*/ 334057 h 590844"/>
              <a:gd name="connsiteX55" fmla="*/ 74870 w 608274"/>
              <a:gd name="connsiteY55" fmla="*/ 334057 h 590844"/>
              <a:gd name="connsiteX56" fmla="*/ 41731 w 608274"/>
              <a:gd name="connsiteY56" fmla="*/ 0 h 590844"/>
              <a:gd name="connsiteX57" fmla="*/ 459894 w 608274"/>
              <a:gd name="connsiteY57" fmla="*/ 0 h 590844"/>
              <a:gd name="connsiteX58" fmla="*/ 501720 w 608274"/>
              <a:gd name="connsiteY58" fmla="*/ 41669 h 590844"/>
              <a:gd name="connsiteX59" fmla="*/ 501720 w 608274"/>
              <a:gd name="connsiteY59" fmla="*/ 374737 h 590844"/>
              <a:gd name="connsiteX60" fmla="*/ 501155 w 608274"/>
              <a:gd name="connsiteY60" fmla="*/ 380193 h 590844"/>
              <a:gd name="connsiteX61" fmla="*/ 457539 w 608274"/>
              <a:gd name="connsiteY61" fmla="*/ 336643 h 590844"/>
              <a:gd name="connsiteX62" fmla="*/ 457539 w 608274"/>
              <a:gd name="connsiteY62" fmla="*/ 66971 h 590844"/>
              <a:gd name="connsiteX63" fmla="*/ 442184 w 608274"/>
              <a:gd name="connsiteY63" fmla="*/ 51639 h 590844"/>
              <a:gd name="connsiteX64" fmla="*/ 59536 w 608274"/>
              <a:gd name="connsiteY64" fmla="*/ 51639 h 590844"/>
              <a:gd name="connsiteX65" fmla="*/ 44181 w 608274"/>
              <a:gd name="connsiteY65" fmla="*/ 66971 h 590844"/>
              <a:gd name="connsiteX66" fmla="*/ 44181 w 608274"/>
              <a:gd name="connsiteY66" fmla="*/ 349341 h 590844"/>
              <a:gd name="connsiteX67" fmla="*/ 59536 w 608274"/>
              <a:gd name="connsiteY67" fmla="*/ 364673 h 590844"/>
              <a:gd name="connsiteX68" fmla="*/ 287128 w 608274"/>
              <a:gd name="connsiteY68" fmla="*/ 364673 h 590844"/>
              <a:gd name="connsiteX69" fmla="*/ 298055 w 608274"/>
              <a:gd name="connsiteY69" fmla="*/ 384708 h 590844"/>
              <a:gd name="connsiteX70" fmla="*/ 329801 w 608274"/>
              <a:gd name="connsiteY70" fmla="*/ 416406 h 590844"/>
              <a:gd name="connsiteX71" fmla="*/ 41731 w 608274"/>
              <a:gd name="connsiteY71" fmla="*/ 416406 h 590844"/>
              <a:gd name="connsiteX72" fmla="*/ 0 w 608274"/>
              <a:gd name="connsiteY72" fmla="*/ 374737 h 590844"/>
              <a:gd name="connsiteX73" fmla="*/ 0 w 608274"/>
              <a:gd name="connsiteY73" fmla="*/ 41669 h 590844"/>
              <a:gd name="connsiteX74" fmla="*/ 41731 w 608274"/>
              <a:gd name="connsiteY74" fmla="*/ 0 h 590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608274" h="590844">
                <a:moveTo>
                  <a:pt x="357006" y="315793"/>
                </a:moveTo>
                <a:lnTo>
                  <a:pt x="344664" y="351821"/>
                </a:lnTo>
                <a:lnTo>
                  <a:pt x="552405" y="559238"/>
                </a:lnTo>
                <a:cubicBezTo>
                  <a:pt x="552971" y="559802"/>
                  <a:pt x="553818" y="560178"/>
                  <a:pt x="554572" y="560178"/>
                </a:cubicBezTo>
                <a:lnTo>
                  <a:pt x="554666" y="560178"/>
                </a:lnTo>
                <a:cubicBezTo>
                  <a:pt x="555514" y="560178"/>
                  <a:pt x="556362" y="559802"/>
                  <a:pt x="556928" y="559238"/>
                </a:cubicBezTo>
                <a:lnTo>
                  <a:pt x="576618" y="539578"/>
                </a:lnTo>
                <a:cubicBezTo>
                  <a:pt x="577372" y="538825"/>
                  <a:pt x="577560" y="537885"/>
                  <a:pt x="577560" y="537320"/>
                </a:cubicBezTo>
                <a:cubicBezTo>
                  <a:pt x="577560" y="536756"/>
                  <a:pt x="577372" y="535815"/>
                  <a:pt x="576618" y="535063"/>
                </a:cubicBezTo>
                <a:close/>
                <a:moveTo>
                  <a:pt x="347019" y="272617"/>
                </a:moveTo>
                <a:cubicBezTo>
                  <a:pt x="352106" y="271394"/>
                  <a:pt x="357571" y="272993"/>
                  <a:pt x="361339" y="276756"/>
                </a:cubicBezTo>
                <a:lnTo>
                  <a:pt x="370572" y="285974"/>
                </a:lnTo>
                <a:lnTo>
                  <a:pt x="598287" y="513333"/>
                </a:lnTo>
                <a:cubicBezTo>
                  <a:pt x="604694" y="519730"/>
                  <a:pt x="608274" y="528290"/>
                  <a:pt x="608274" y="537320"/>
                </a:cubicBezTo>
                <a:cubicBezTo>
                  <a:pt x="608274" y="546351"/>
                  <a:pt x="604694" y="554817"/>
                  <a:pt x="598287" y="561213"/>
                </a:cubicBezTo>
                <a:lnTo>
                  <a:pt x="578691" y="580873"/>
                </a:lnTo>
                <a:cubicBezTo>
                  <a:pt x="572284" y="587269"/>
                  <a:pt x="563805" y="590844"/>
                  <a:pt x="554666" y="590844"/>
                </a:cubicBezTo>
                <a:lnTo>
                  <a:pt x="554572" y="590844"/>
                </a:lnTo>
                <a:cubicBezTo>
                  <a:pt x="545622" y="590844"/>
                  <a:pt x="537143" y="587269"/>
                  <a:pt x="530736" y="580873"/>
                </a:cubicBezTo>
                <a:lnTo>
                  <a:pt x="316211" y="366683"/>
                </a:lnTo>
                <a:cubicBezTo>
                  <a:pt x="312066" y="362544"/>
                  <a:pt x="310558" y="356430"/>
                  <a:pt x="312442" y="350880"/>
                </a:cubicBezTo>
                <a:lnTo>
                  <a:pt x="327328" y="307610"/>
                </a:lnTo>
                <a:lnTo>
                  <a:pt x="335902" y="282588"/>
                </a:lnTo>
                <a:cubicBezTo>
                  <a:pt x="337598" y="277602"/>
                  <a:pt x="341837" y="273840"/>
                  <a:pt x="347019" y="272617"/>
                </a:cubicBezTo>
                <a:close/>
                <a:moveTo>
                  <a:pt x="74870" y="82350"/>
                </a:moveTo>
                <a:lnTo>
                  <a:pt x="426850" y="82350"/>
                </a:lnTo>
                <a:lnTo>
                  <a:pt x="426850" y="306027"/>
                </a:lnTo>
                <a:lnTo>
                  <a:pt x="379461" y="258714"/>
                </a:lnTo>
                <a:cubicBezTo>
                  <a:pt x="369474" y="248650"/>
                  <a:pt x="354966" y="244511"/>
                  <a:pt x="341210" y="247709"/>
                </a:cubicBezTo>
                <a:cubicBezTo>
                  <a:pt x="330564" y="250249"/>
                  <a:pt x="321520" y="256927"/>
                  <a:pt x="315867" y="265957"/>
                </a:cubicBezTo>
                <a:cubicBezTo>
                  <a:pt x="275073" y="263229"/>
                  <a:pt x="245113" y="254764"/>
                  <a:pt x="204507" y="235763"/>
                </a:cubicBezTo>
                <a:cubicBezTo>
                  <a:pt x="200550" y="233882"/>
                  <a:pt x="197535" y="232095"/>
                  <a:pt x="195274" y="230590"/>
                </a:cubicBezTo>
                <a:cubicBezTo>
                  <a:pt x="201398" y="230308"/>
                  <a:pt x="209500" y="230872"/>
                  <a:pt x="213740" y="231154"/>
                </a:cubicBezTo>
                <a:cubicBezTo>
                  <a:pt x="218262" y="231531"/>
                  <a:pt x="222313" y="231719"/>
                  <a:pt x="225517" y="231719"/>
                </a:cubicBezTo>
                <a:cubicBezTo>
                  <a:pt x="232959" y="231719"/>
                  <a:pt x="240779" y="232095"/>
                  <a:pt x="248599" y="232377"/>
                </a:cubicBezTo>
                <a:cubicBezTo>
                  <a:pt x="272812" y="233318"/>
                  <a:pt x="297966" y="234258"/>
                  <a:pt x="322085" y="227674"/>
                </a:cubicBezTo>
                <a:cubicBezTo>
                  <a:pt x="355813" y="218456"/>
                  <a:pt x="361089" y="196070"/>
                  <a:pt x="361749" y="186852"/>
                </a:cubicBezTo>
                <a:cubicBezTo>
                  <a:pt x="363351" y="165594"/>
                  <a:pt x="347900" y="143960"/>
                  <a:pt x="323216" y="133049"/>
                </a:cubicBezTo>
                <a:cubicBezTo>
                  <a:pt x="286190" y="116776"/>
                  <a:pt x="245019" y="119692"/>
                  <a:pt x="205167" y="122514"/>
                </a:cubicBezTo>
                <a:cubicBezTo>
                  <a:pt x="188585" y="123737"/>
                  <a:pt x="172851" y="124866"/>
                  <a:pt x="158248" y="124395"/>
                </a:cubicBezTo>
                <a:lnTo>
                  <a:pt x="157683" y="124395"/>
                </a:lnTo>
                <a:cubicBezTo>
                  <a:pt x="146660" y="124395"/>
                  <a:pt x="137522" y="133237"/>
                  <a:pt x="137239" y="144336"/>
                </a:cubicBezTo>
                <a:cubicBezTo>
                  <a:pt x="136956" y="155623"/>
                  <a:pt x="145907" y="165030"/>
                  <a:pt x="157212" y="165312"/>
                </a:cubicBezTo>
                <a:cubicBezTo>
                  <a:pt x="173699" y="165688"/>
                  <a:pt x="191223" y="164465"/>
                  <a:pt x="208087" y="163336"/>
                </a:cubicBezTo>
                <a:cubicBezTo>
                  <a:pt x="242946" y="160891"/>
                  <a:pt x="278935" y="158257"/>
                  <a:pt x="306634" y="170485"/>
                </a:cubicBezTo>
                <a:cubicBezTo>
                  <a:pt x="316809" y="174906"/>
                  <a:pt x="320955" y="181866"/>
                  <a:pt x="321049" y="183465"/>
                </a:cubicBezTo>
                <a:cubicBezTo>
                  <a:pt x="320672" y="184124"/>
                  <a:pt x="318034" y="186381"/>
                  <a:pt x="311251" y="188263"/>
                </a:cubicBezTo>
                <a:cubicBezTo>
                  <a:pt x="293256" y="193248"/>
                  <a:pt x="271398" y="192307"/>
                  <a:pt x="250200" y="191461"/>
                </a:cubicBezTo>
                <a:cubicBezTo>
                  <a:pt x="241815" y="191178"/>
                  <a:pt x="233525" y="190896"/>
                  <a:pt x="225517" y="190896"/>
                </a:cubicBezTo>
                <a:cubicBezTo>
                  <a:pt x="223067" y="190896"/>
                  <a:pt x="220052" y="190614"/>
                  <a:pt x="216755" y="190426"/>
                </a:cubicBezTo>
                <a:cubicBezTo>
                  <a:pt x="198477" y="189015"/>
                  <a:pt x="170873" y="187134"/>
                  <a:pt x="156929" y="206040"/>
                </a:cubicBezTo>
                <a:cubicBezTo>
                  <a:pt x="150052" y="215258"/>
                  <a:pt x="147697" y="226075"/>
                  <a:pt x="150335" y="236516"/>
                </a:cubicBezTo>
                <a:cubicBezTo>
                  <a:pt x="154857" y="254387"/>
                  <a:pt x="172851" y="266145"/>
                  <a:pt x="187078" y="272823"/>
                </a:cubicBezTo>
                <a:cubicBezTo>
                  <a:pt x="228437" y="292200"/>
                  <a:pt x="260752" y="301888"/>
                  <a:pt x="300887" y="305839"/>
                </a:cubicBezTo>
                <a:lnTo>
                  <a:pt x="291277" y="334057"/>
                </a:lnTo>
                <a:lnTo>
                  <a:pt x="74870" y="334057"/>
                </a:lnTo>
                <a:close/>
                <a:moveTo>
                  <a:pt x="41731" y="0"/>
                </a:moveTo>
                <a:lnTo>
                  <a:pt x="459894" y="0"/>
                </a:lnTo>
                <a:cubicBezTo>
                  <a:pt x="482974" y="0"/>
                  <a:pt x="501720" y="18624"/>
                  <a:pt x="501720" y="41669"/>
                </a:cubicBezTo>
                <a:lnTo>
                  <a:pt x="501720" y="374737"/>
                </a:lnTo>
                <a:cubicBezTo>
                  <a:pt x="501720" y="376618"/>
                  <a:pt x="501343" y="378311"/>
                  <a:pt x="501155" y="380193"/>
                </a:cubicBezTo>
                <a:lnTo>
                  <a:pt x="457539" y="336643"/>
                </a:lnTo>
                <a:lnTo>
                  <a:pt x="457539" y="66971"/>
                </a:lnTo>
                <a:cubicBezTo>
                  <a:pt x="457539" y="58506"/>
                  <a:pt x="450663" y="51639"/>
                  <a:pt x="442184" y="51639"/>
                </a:cubicBezTo>
                <a:lnTo>
                  <a:pt x="59536" y="51639"/>
                </a:lnTo>
                <a:cubicBezTo>
                  <a:pt x="51057" y="51639"/>
                  <a:pt x="44181" y="58506"/>
                  <a:pt x="44181" y="66971"/>
                </a:cubicBezTo>
                <a:lnTo>
                  <a:pt x="44181" y="349341"/>
                </a:lnTo>
                <a:cubicBezTo>
                  <a:pt x="44181" y="357806"/>
                  <a:pt x="51057" y="364673"/>
                  <a:pt x="59536" y="364673"/>
                </a:cubicBezTo>
                <a:lnTo>
                  <a:pt x="287128" y="364673"/>
                </a:lnTo>
                <a:cubicBezTo>
                  <a:pt x="288729" y="372198"/>
                  <a:pt x="292497" y="379158"/>
                  <a:pt x="298055" y="384708"/>
                </a:cubicBezTo>
                <a:lnTo>
                  <a:pt x="329801" y="416406"/>
                </a:lnTo>
                <a:lnTo>
                  <a:pt x="41731" y="416406"/>
                </a:lnTo>
                <a:cubicBezTo>
                  <a:pt x="18746" y="416406"/>
                  <a:pt x="0" y="397688"/>
                  <a:pt x="0" y="374737"/>
                </a:cubicBezTo>
                <a:lnTo>
                  <a:pt x="0" y="41669"/>
                </a:lnTo>
                <a:cubicBezTo>
                  <a:pt x="0" y="18624"/>
                  <a:pt x="18746" y="0"/>
                  <a:pt x="4173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cs typeface="+mn-ea"/>
              <a:sym typeface="+mn-lt"/>
            </a:endParaRPr>
          </a:p>
        </p:txBody>
      </p:sp>
      <p:sp>
        <p:nvSpPr>
          <p:cNvPr id="20" name="任意多边形 47">
            <a:extLst>
              <a:ext uri="{FF2B5EF4-FFF2-40B4-BE49-F238E27FC236}">
                <a16:creationId xmlns:a16="http://schemas.microsoft.com/office/drawing/2014/main" id="{FB278A49-0D3E-BDE5-52E2-8148E660D538}"/>
              </a:ext>
            </a:extLst>
          </p:cNvPr>
          <p:cNvSpPr/>
          <p:nvPr/>
        </p:nvSpPr>
        <p:spPr>
          <a:xfrm rot="18900000" flipV="1">
            <a:off x="99493" y="160716"/>
            <a:ext cx="1257992" cy="771874"/>
          </a:xfrm>
          <a:custGeom>
            <a:avLst/>
            <a:gdLst>
              <a:gd name="connsiteX0" fmla="*/ 0 w 1667713"/>
              <a:gd name="connsiteY0" fmla="*/ 456881 h 1023269"/>
              <a:gd name="connsiteX1" fmla="*/ 412332 w 1667713"/>
              <a:gd name="connsiteY1" fmla="*/ 44549 h 1023269"/>
              <a:gd name="connsiteX2" fmla="*/ 412333 w 1667713"/>
              <a:gd name="connsiteY2" fmla="*/ 44549 h 1023269"/>
              <a:gd name="connsiteX3" fmla="*/ 456882 w 1667713"/>
              <a:gd name="connsiteY3" fmla="*/ 0 h 1023269"/>
              <a:gd name="connsiteX4" fmla="*/ 1514743 w 1667713"/>
              <a:gd name="connsiteY4" fmla="*/ 0 h 1023269"/>
              <a:gd name="connsiteX5" fmla="*/ 1667713 w 1667713"/>
              <a:gd name="connsiteY5" fmla="*/ 152970 h 1023269"/>
              <a:gd name="connsiteX6" fmla="*/ 1667713 w 1667713"/>
              <a:gd name="connsiteY6" fmla="*/ 704806 h 1023269"/>
              <a:gd name="connsiteX7" fmla="*/ 1349251 w 1667713"/>
              <a:gd name="connsiteY7" fmla="*/ 1023269 h 1023269"/>
              <a:gd name="connsiteX8" fmla="*/ 1349251 w 1667713"/>
              <a:gd name="connsiteY8" fmla="*/ 318462 h 1023269"/>
              <a:gd name="connsiteX9" fmla="*/ 138420 w 1667713"/>
              <a:gd name="connsiteY9" fmla="*/ 318462 h 1023269"/>
              <a:gd name="connsiteX10" fmla="*/ 1 w 1667713"/>
              <a:gd name="connsiteY10" fmla="*/ 456881 h 10232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7713" h="1023269">
                <a:moveTo>
                  <a:pt x="0" y="456881"/>
                </a:moveTo>
                <a:lnTo>
                  <a:pt x="412332" y="44549"/>
                </a:lnTo>
                <a:lnTo>
                  <a:pt x="412333" y="44549"/>
                </a:lnTo>
                <a:lnTo>
                  <a:pt x="456882" y="0"/>
                </a:lnTo>
                <a:lnTo>
                  <a:pt x="1514743" y="0"/>
                </a:lnTo>
                <a:cubicBezTo>
                  <a:pt x="1599226" y="1"/>
                  <a:pt x="1667713" y="68487"/>
                  <a:pt x="1667713" y="152970"/>
                </a:cubicBezTo>
                <a:lnTo>
                  <a:pt x="1667713" y="704806"/>
                </a:lnTo>
                <a:lnTo>
                  <a:pt x="1349251" y="1023269"/>
                </a:lnTo>
                <a:lnTo>
                  <a:pt x="1349251" y="318462"/>
                </a:lnTo>
                <a:lnTo>
                  <a:pt x="138420" y="318462"/>
                </a:lnTo>
                <a:lnTo>
                  <a:pt x="1" y="456881"/>
                </a:lnTo>
                <a:close/>
              </a:path>
            </a:pathLst>
          </a:cu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1" name="任意多边形 48">
            <a:extLst>
              <a:ext uri="{FF2B5EF4-FFF2-40B4-BE49-F238E27FC236}">
                <a16:creationId xmlns:a16="http://schemas.microsoft.com/office/drawing/2014/main" id="{3C90178A-FB00-F823-26C2-EF3FD4EAD85E}"/>
              </a:ext>
            </a:extLst>
          </p:cNvPr>
          <p:cNvSpPr/>
          <p:nvPr/>
        </p:nvSpPr>
        <p:spPr>
          <a:xfrm rot="18900000" flipV="1">
            <a:off x="-102618" y="95709"/>
            <a:ext cx="926781" cy="721545"/>
          </a:xfrm>
          <a:custGeom>
            <a:avLst/>
            <a:gdLst>
              <a:gd name="connsiteX0" fmla="*/ 303771 w 1228628"/>
              <a:gd name="connsiteY0" fmla="*/ 32819 h 956548"/>
              <a:gd name="connsiteX1" fmla="*/ 303771 w 1228628"/>
              <a:gd name="connsiteY1" fmla="*/ 32820 h 956548"/>
              <a:gd name="connsiteX2" fmla="*/ 336591 w 1228628"/>
              <a:gd name="connsiteY2" fmla="*/ 0 h 956548"/>
              <a:gd name="connsiteX3" fmla="*/ 1115933 w 1228628"/>
              <a:gd name="connsiteY3" fmla="*/ 0 h 956548"/>
              <a:gd name="connsiteX4" fmla="*/ 1228628 w 1228628"/>
              <a:gd name="connsiteY4" fmla="*/ 112695 h 956548"/>
              <a:gd name="connsiteX5" fmla="*/ 1228628 w 1228628"/>
              <a:gd name="connsiteY5" fmla="*/ 721932 h 956548"/>
              <a:gd name="connsiteX6" fmla="*/ 994013 w 1228628"/>
              <a:gd name="connsiteY6" fmla="*/ 956548 h 956548"/>
              <a:gd name="connsiteX7" fmla="*/ 994013 w 1228628"/>
              <a:gd name="connsiteY7" fmla="*/ 234616 h 956548"/>
              <a:gd name="connsiteX8" fmla="*/ 101975 w 1228628"/>
              <a:gd name="connsiteY8" fmla="*/ 234616 h 956548"/>
              <a:gd name="connsiteX9" fmla="*/ 0 w 1228628"/>
              <a:gd name="connsiteY9" fmla="*/ 336591 h 9565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8628" h="956548">
                <a:moveTo>
                  <a:pt x="303771" y="32819"/>
                </a:moveTo>
                <a:lnTo>
                  <a:pt x="303771" y="32820"/>
                </a:lnTo>
                <a:lnTo>
                  <a:pt x="336591" y="0"/>
                </a:lnTo>
                <a:lnTo>
                  <a:pt x="1115933" y="0"/>
                </a:lnTo>
                <a:cubicBezTo>
                  <a:pt x="1178173" y="0"/>
                  <a:pt x="1228628" y="50456"/>
                  <a:pt x="1228628" y="112695"/>
                </a:cubicBezTo>
                <a:lnTo>
                  <a:pt x="1228628" y="721932"/>
                </a:lnTo>
                <a:lnTo>
                  <a:pt x="994013" y="956548"/>
                </a:lnTo>
                <a:lnTo>
                  <a:pt x="994013" y="234616"/>
                </a:lnTo>
                <a:lnTo>
                  <a:pt x="101975" y="234616"/>
                </a:lnTo>
                <a:lnTo>
                  <a:pt x="0" y="336591"/>
                </a:lnTo>
                <a:close/>
              </a:path>
            </a:pathLst>
          </a:custGeom>
          <a:solidFill>
            <a:schemeClr val="accent2">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pic>
        <p:nvPicPr>
          <p:cNvPr id="3" name="图片 2">
            <a:extLst>
              <a:ext uri="{FF2B5EF4-FFF2-40B4-BE49-F238E27FC236}">
                <a16:creationId xmlns:a16="http://schemas.microsoft.com/office/drawing/2014/main" id="{5E16BBEB-7A87-0C1A-103F-BD26E96FCA59}"/>
              </a:ext>
            </a:extLst>
          </p:cNvPr>
          <p:cNvPicPr>
            <a:picLocks noChangeAspect="1"/>
          </p:cNvPicPr>
          <p:nvPr/>
        </p:nvPicPr>
        <p:blipFill>
          <a:blip r:embed="rId3"/>
          <a:stretch>
            <a:fillRect/>
          </a:stretch>
        </p:blipFill>
        <p:spPr>
          <a:xfrm>
            <a:off x="639437" y="1309044"/>
            <a:ext cx="10690170" cy="4396202"/>
          </a:xfrm>
          <a:prstGeom prst="rect">
            <a:avLst/>
          </a:prstGeom>
        </p:spPr>
      </p:pic>
    </p:spTree>
    <p:extLst>
      <p:ext uri="{BB962C8B-B14F-4D97-AF65-F5344CB8AC3E}">
        <p14:creationId xmlns:p14="http://schemas.microsoft.com/office/powerpoint/2010/main" val="243261527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FAA73C-8A3D-1397-C51C-F036CCE97E29}"/>
            </a:ext>
          </a:extLst>
        </p:cNvPr>
        <p:cNvGrpSpPr/>
        <p:nvPr/>
      </p:nvGrpSpPr>
      <p:grpSpPr>
        <a:xfrm>
          <a:off x="0" y="0"/>
          <a:ext cx="0" cy="0"/>
          <a:chOff x="0" y="0"/>
          <a:chExt cx="0" cy="0"/>
        </a:xfrm>
      </p:grpSpPr>
      <p:sp>
        <p:nvSpPr>
          <p:cNvPr id="47" name="椭圆 13">
            <a:extLst>
              <a:ext uri="{FF2B5EF4-FFF2-40B4-BE49-F238E27FC236}">
                <a16:creationId xmlns:a16="http://schemas.microsoft.com/office/drawing/2014/main" id="{F050362C-60B3-C717-FE50-6E2BAA2ABD4B}"/>
              </a:ext>
            </a:extLst>
          </p:cNvPr>
          <p:cNvSpPr/>
          <p:nvPr/>
        </p:nvSpPr>
        <p:spPr>
          <a:xfrm>
            <a:off x="5229135" y="2326081"/>
            <a:ext cx="755387" cy="708526"/>
          </a:xfrm>
          <a:custGeom>
            <a:avLst/>
            <a:gdLst>
              <a:gd name="connsiteX0" fmla="*/ 258582 w 606298"/>
              <a:gd name="connsiteY0" fmla="*/ 455598 h 568686"/>
              <a:gd name="connsiteX1" fmla="*/ 303149 w 606298"/>
              <a:gd name="connsiteY1" fmla="*/ 490637 h 568686"/>
              <a:gd name="connsiteX2" fmla="*/ 347716 w 606298"/>
              <a:gd name="connsiteY2" fmla="*/ 455598 h 568686"/>
              <a:gd name="connsiteX3" fmla="*/ 311784 w 606298"/>
              <a:gd name="connsiteY3" fmla="*/ 456896 h 568686"/>
              <a:gd name="connsiteX4" fmla="*/ 294607 w 606298"/>
              <a:gd name="connsiteY4" fmla="*/ 456896 h 568686"/>
              <a:gd name="connsiteX5" fmla="*/ 258582 w 606298"/>
              <a:gd name="connsiteY5" fmla="*/ 455598 h 568686"/>
              <a:gd name="connsiteX6" fmla="*/ 482810 w 606298"/>
              <a:gd name="connsiteY6" fmla="*/ 426955 h 568686"/>
              <a:gd name="connsiteX7" fmla="*/ 402311 w 606298"/>
              <a:gd name="connsiteY7" fmla="*/ 449202 h 568686"/>
              <a:gd name="connsiteX8" fmla="*/ 391633 w 606298"/>
              <a:gd name="connsiteY8" fmla="*/ 460233 h 568686"/>
              <a:gd name="connsiteX9" fmla="*/ 333696 w 606298"/>
              <a:gd name="connsiteY9" fmla="*/ 510752 h 568686"/>
              <a:gd name="connsiteX10" fmla="*/ 407603 w 606298"/>
              <a:gd name="connsiteY10" fmla="*/ 533647 h 568686"/>
              <a:gd name="connsiteX11" fmla="*/ 445578 w 606298"/>
              <a:gd name="connsiteY11" fmla="*/ 523358 h 568686"/>
              <a:gd name="connsiteX12" fmla="*/ 482810 w 606298"/>
              <a:gd name="connsiteY12" fmla="*/ 426955 h 568686"/>
              <a:gd name="connsiteX13" fmla="*/ 123488 w 606298"/>
              <a:gd name="connsiteY13" fmla="*/ 426955 h 568686"/>
              <a:gd name="connsiteX14" fmla="*/ 160720 w 606298"/>
              <a:gd name="connsiteY14" fmla="*/ 523358 h 568686"/>
              <a:gd name="connsiteX15" fmla="*/ 198788 w 606298"/>
              <a:gd name="connsiteY15" fmla="*/ 533647 h 568686"/>
              <a:gd name="connsiteX16" fmla="*/ 272602 w 606298"/>
              <a:gd name="connsiteY16" fmla="*/ 510752 h 568686"/>
              <a:gd name="connsiteX17" fmla="*/ 214665 w 606298"/>
              <a:gd name="connsiteY17" fmla="*/ 460233 h 568686"/>
              <a:gd name="connsiteX18" fmla="*/ 204080 w 606298"/>
              <a:gd name="connsiteY18" fmla="*/ 449202 h 568686"/>
              <a:gd name="connsiteX19" fmla="*/ 123488 w 606298"/>
              <a:gd name="connsiteY19" fmla="*/ 426955 h 568686"/>
              <a:gd name="connsiteX20" fmla="*/ 469069 w 606298"/>
              <a:gd name="connsiteY20" fmla="*/ 346681 h 568686"/>
              <a:gd name="connsiteX21" fmla="*/ 450777 w 606298"/>
              <a:gd name="connsiteY21" fmla="*/ 374953 h 568686"/>
              <a:gd name="connsiteX22" fmla="*/ 449292 w 606298"/>
              <a:gd name="connsiteY22" fmla="*/ 377178 h 568686"/>
              <a:gd name="connsiteX23" fmla="*/ 425523 w 606298"/>
              <a:gd name="connsiteY23" fmla="*/ 409250 h 568686"/>
              <a:gd name="connsiteX24" fmla="*/ 479189 w 606298"/>
              <a:gd name="connsiteY24" fmla="*/ 391360 h 568686"/>
              <a:gd name="connsiteX25" fmla="*/ 469069 w 606298"/>
              <a:gd name="connsiteY25" fmla="*/ 346681 h 568686"/>
              <a:gd name="connsiteX26" fmla="*/ 137229 w 606298"/>
              <a:gd name="connsiteY26" fmla="*/ 346681 h 568686"/>
              <a:gd name="connsiteX27" fmla="*/ 127109 w 606298"/>
              <a:gd name="connsiteY27" fmla="*/ 391360 h 568686"/>
              <a:gd name="connsiteX28" fmla="*/ 180868 w 606298"/>
              <a:gd name="connsiteY28" fmla="*/ 409250 h 568686"/>
              <a:gd name="connsiteX29" fmla="*/ 157006 w 606298"/>
              <a:gd name="connsiteY29" fmla="*/ 377178 h 568686"/>
              <a:gd name="connsiteX30" fmla="*/ 155521 w 606298"/>
              <a:gd name="connsiteY30" fmla="*/ 375046 h 568686"/>
              <a:gd name="connsiteX31" fmla="*/ 137229 w 606298"/>
              <a:gd name="connsiteY31" fmla="*/ 346681 h 568686"/>
              <a:gd name="connsiteX32" fmla="*/ 303114 w 606298"/>
              <a:gd name="connsiteY32" fmla="*/ 237523 h 568686"/>
              <a:gd name="connsiteX33" fmla="*/ 350005 w 606298"/>
              <a:gd name="connsiteY33" fmla="*/ 284343 h 568686"/>
              <a:gd name="connsiteX34" fmla="*/ 303114 w 606298"/>
              <a:gd name="connsiteY34" fmla="*/ 331163 h 568686"/>
              <a:gd name="connsiteX35" fmla="*/ 256223 w 606298"/>
              <a:gd name="connsiteY35" fmla="*/ 284343 h 568686"/>
              <a:gd name="connsiteX36" fmla="*/ 303114 w 606298"/>
              <a:gd name="connsiteY36" fmla="*/ 237523 h 568686"/>
              <a:gd name="connsiteX37" fmla="*/ 517257 w 606298"/>
              <a:gd name="connsiteY37" fmla="*/ 210604 h 568686"/>
              <a:gd name="connsiteX38" fmla="*/ 516792 w 606298"/>
              <a:gd name="connsiteY38" fmla="*/ 213292 h 568686"/>
              <a:gd name="connsiteX39" fmla="*/ 490888 w 606298"/>
              <a:gd name="connsiteY39" fmla="*/ 303392 h 568686"/>
              <a:gd name="connsiteX40" fmla="*/ 511500 w 606298"/>
              <a:gd name="connsiteY40" fmla="*/ 374953 h 568686"/>
              <a:gd name="connsiteX41" fmla="*/ 572130 w 606298"/>
              <a:gd name="connsiteY41" fmla="*/ 290971 h 568686"/>
              <a:gd name="connsiteX42" fmla="*/ 517257 w 606298"/>
              <a:gd name="connsiteY42" fmla="*/ 210604 h 568686"/>
              <a:gd name="connsiteX43" fmla="*/ 89041 w 606298"/>
              <a:gd name="connsiteY43" fmla="*/ 210604 h 568686"/>
              <a:gd name="connsiteX44" fmla="*/ 34168 w 606298"/>
              <a:gd name="connsiteY44" fmla="*/ 290971 h 568686"/>
              <a:gd name="connsiteX45" fmla="*/ 94798 w 606298"/>
              <a:gd name="connsiteY45" fmla="*/ 374953 h 568686"/>
              <a:gd name="connsiteX46" fmla="*/ 115410 w 606298"/>
              <a:gd name="connsiteY46" fmla="*/ 303392 h 568686"/>
              <a:gd name="connsiteX47" fmla="*/ 89506 w 606298"/>
              <a:gd name="connsiteY47" fmla="*/ 213292 h 568686"/>
              <a:gd name="connsiteX48" fmla="*/ 419952 w 606298"/>
              <a:gd name="connsiteY48" fmla="*/ 171487 h 568686"/>
              <a:gd name="connsiteX49" fmla="*/ 438893 w 606298"/>
              <a:gd name="connsiteY49" fmla="*/ 199666 h 568686"/>
              <a:gd name="connsiteX50" fmla="*/ 470833 w 606298"/>
              <a:gd name="connsiteY50" fmla="*/ 256952 h 568686"/>
              <a:gd name="connsiteX51" fmla="*/ 484017 w 606298"/>
              <a:gd name="connsiteY51" fmla="*/ 200407 h 568686"/>
              <a:gd name="connsiteX52" fmla="*/ 484946 w 606298"/>
              <a:gd name="connsiteY52" fmla="*/ 193085 h 568686"/>
              <a:gd name="connsiteX53" fmla="*/ 419952 w 606298"/>
              <a:gd name="connsiteY53" fmla="*/ 171487 h 568686"/>
              <a:gd name="connsiteX54" fmla="*/ 186346 w 606298"/>
              <a:gd name="connsiteY54" fmla="*/ 171487 h 568686"/>
              <a:gd name="connsiteX55" fmla="*/ 121352 w 606298"/>
              <a:gd name="connsiteY55" fmla="*/ 193085 h 568686"/>
              <a:gd name="connsiteX56" fmla="*/ 122281 w 606298"/>
              <a:gd name="connsiteY56" fmla="*/ 200407 h 568686"/>
              <a:gd name="connsiteX57" fmla="*/ 135465 w 606298"/>
              <a:gd name="connsiteY57" fmla="*/ 256952 h 568686"/>
              <a:gd name="connsiteX58" fmla="*/ 167405 w 606298"/>
              <a:gd name="connsiteY58" fmla="*/ 199666 h 568686"/>
              <a:gd name="connsiteX59" fmla="*/ 186346 w 606298"/>
              <a:gd name="connsiteY59" fmla="*/ 171487 h 568686"/>
              <a:gd name="connsiteX60" fmla="*/ 303149 w 606298"/>
              <a:gd name="connsiteY60" fmla="*/ 159459 h 568686"/>
              <a:gd name="connsiteX61" fmla="*/ 236113 w 606298"/>
              <a:gd name="connsiteY61" fmla="*/ 162866 h 568686"/>
              <a:gd name="connsiteX62" fmla="*/ 196559 w 606298"/>
              <a:gd name="connsiteY62" fmla="*/ 218020 h 568686"/>
              <a:gd name="connsiteX63" fmla="*/ 153385 w 606298"/>
              <a:gd name="connsiteY63" fmla="*/ 301260 h 568686"/>
              <a:gd name="connsiteX64" fmla="*/ 184118 w 606298"/>
              <a:gd name="connsiteY64" fmla="*/ 356321 h 568686"/>
              <a:gd name="connsiteX65" fmla="*/ 222835 w 606298"/>
              <a:gd name="connsiteY65" fmla="*/ 406284 h 568686"/>
              <a:gd name="connsiteX66" fmla="*/ 227385 w 606298"/>
              <a:gd name="connsiteY66" fmla="*/ 411104 h 568686"/>
              <a:gd name="connsiteX67" fmla="*/ 234813 w 606298"/>
              <a:gd name="connsiteY67" fmla="*/ 419169 h 568686"/>
              <a:gd name="connsiteX68" fmla="*/ 294607 w 606298"/>
              <a:gd name="connsiteY68" fmla="*/ 422691 h 568686"/>
              <a:gd name="connsiteX69" fmla="*/ 311784 w 606298"/>
              <a:gd name="connsiteY69" fmla="*/ 422691 h 568686"/>
              <a:gd name="connsiteX70" fmla="*/ 371485 w 606298"/>
              <a:gd name="connsiteY70" fmla="*/ 419169 h 568686"/>
              <a:gd name="connsiteX71" fmla="*/ 378913 w 606298"/>
              <a:gd name="connsiteY71" fmla="*/ 411104 h 568686"/>
              <a:gd name="connsiteX72" fmla="*/ 383463 w 606298"/>
              <a:gd name="connsiteY72" fmla="*/ 406284 h 568686"/>
              <a:gd name="connsiteX73" fmla="*/ 422273 w 606298"/>
              <a:gd name="connsiteY73" fmla="*/ 356321 h 568686"/>
              <a:gd name="connsiteX74" fmla="*/ 452913 w 606298"/>
              <a:gd name="connsiteY74" fmla="*/ 301260 h 568686"/>
              <a:gd name="connsiteX75" fmla="*/ 409831 w 606298"/>
              <a:gd name="connsiteY75" fmla="*/ 218020 h 568686"/>
              <a:gd name="connsiteX76" fmla="*/ 370185 w 606298"/>
              <a:gd name="connsiteY76" fmla="*/ 162866 h 568686"/>
              <a:gd name="connsiteX77" fmla="*/ 303149 w 606298"/>
              <a:gd name="connsiteY77" fmla="*/ 159459 h 568686"/>
              <a:gd name="connsiteX78" fmla="*/ 303149 w 606298"/>
              <a:gd name="connsiteY78" fmla="*/ 95754 h 568686"/>
              <a:gd name="connsiteX79" fmla="*/ 269631 w 606298"/>
              <a:gd name="connsiteY79" fmla="*/ 125788 h 568686"/>
              <a:gd name="connsiteX80" fmla="*/ 336667 w 606298"/>
              <a:gd name="connsiteY80" fmla="*/ 125788 h 568686"/>
              <a:gd name="connsiteX81" fmla="*/ 303149 w 606298"/>
              <a:gd name="connsiteY81" fmla="*/ 95754 h 568686"/>
              <a:gd name="connsiteX82" fmla="*/ 413453 w 606298"/>
              <a:gd name="connsiteY82" fmla="*/ 34112 h 568686"/>
              <a:gd name="connsiteX83" fmla="*/ 326454 w 606298"/>
              <a:gd name="connsiteY83" fmla="*/ 70078 h 568686"/>
              <a:gd name="connsiteX84" fmla="*/ 388012 w 606298"/>
              <a:gd name="connsiteY84" fmla="*/ 130608 h 568686"/>
              <a:gd name="connsiteX85" fmla="*/ 490424 w 606298"/>
              <a:gd name="connsiteY85" fmla="*/ 158138 h 568686"/>
              <a:gd name="connsiteX86" fmla="*/ 490424 w 606298"/>
              <a:gd name="connsiteY86" fmla="*/ 156933 h 568686"/>
              <a:gd name="connsiteX87" fmla="*/ 453841 w 606298"/>
              <a:gd name="connsiteY87" fmla="*/ 45143 h 568686"/>
              <a:gd name="connsiteX88" fmla="*/ 413453 w 606298"/>
              <a:gd name="connsiteY88" fmla="*/ 34112 h 568686"/>
              <a:gd name="connsiteX89" fmla="*/ 192845 w 606298"/>
              <a:gd name="connsiteY89" fmla="*/ 34112 h 568686"/>
              <a:gd name="connsiteX90" fmla="*/ 152549 w 606298"/>
              <a:gd name="connsiteY90" fmla="*/ 45143 h 568686"/>
              <a:gd name="connsiteX91" fmla="*/ 115874 w 606298"/>
              <a:gd name="connsiteY91" fmla="*/ 156933 h 568686"/>
              <a:gd name="connsiteX92" fmla="*/ 115967 w 606298"/>
              <a:gd name="connsiteY92" fmla="*/ 158138 h 568686"/>
              <a:gd name="connsiteX93" fmla="*/ 218286 w 606298"/>
              <a:gd name="connsiteY93" fmla="*/ 130608 h 568686"/>
              <a:gd name="connsiteX94" fmla="*/ 279937 w 606298"/>
              <a:gd name="connsiteY94" fmla="*/ 70078 h 568686"/>
              <a:gd name="connsiteX95" fmla="*/ 192845 w 606298"/>
              <a:gd name="connsiteY95" fmla="*/ 34112 h 568686"/>
              <a:gd name="connsiteX96" fmla="*/ 192845 w 606298"/>
              <a:gd name="connsiteY96" fmla="*/ 0 h 568686"/>
              <a:gd name="connsiteX97" fmla="*/ 303149 w 606298"/>
              <a:gd name="connsiteY97" fmla="*/ 44494 h 568686"/>
              <a:gd name="connsiteX98" fmla="*/ 413453 w 606298"/>
              <a:gd name="connsiteY98" fmla="*/ 0 h 568686"/>
              <a:gd name="connsiteX99" fmla="*/ 472411 w 606298"/>
              <a:gd name="connsiteY99" fmla="*/ 16500 h 568686"/>
              <a:gd name="connsiteX100" fmla="*/ 515214 w 606298"/>
              <a:gd name="connsiteY100" fmla="*/ 78050 h 568686"/>
              <a:gd name="connsiteX101" fmla="*/ 524127 w 606298"/>
              <a:gd name="connsiteY101" fmla="*/ 167964 h 568686"/>
              <a:gd name="connsiteX102" fmla="*/ 524127 w 606298"/>
              <a:gd name="connsiteY102" fmla="*/ 174824 h 568686"/>
              <a:gd name="connsiteX103" fmla="*/ 606298 w 606298"/>
              <a:gd name="connsiteY103" fmla="*/ 290971 h 568686"/>
              <a:gd name="connsiteX104" fmla="*/ 516607 w 606298"/>
              <a:gd name="connsiteY104" fmla="*/ 411382 h 568686"/>
              <a:gd name="connsiteX105" fmla="*/ 516792 w 606298"/>
              <a:gd name="connsiteY105" fmla="*/ 413792 h 568686"/>
              <a:gd name="connsiteX106" fmla="*/ 464519 w 606298"/>
              <a:gd name="connsiteY106" fmla="*/ 553299 h 568686"/>
              <a:gd name="connsiteX107" fmla="*/ 408903 w 606298"/>
              <a:gd name="connsiteY107" fmla="*/ 568686 h 568686"/>
              <a:gd name="connsiteX108" fmla="*/ 303149 w 606298"/>
              <a:gd name="connsiteY108" fmla="*/ 532628 h 568686"/>
              <a:gd name="connsiteX109" fmla="*/ 197395 w 606298"/>
              <a:gd name="connsiteY109" fmla="*/ 568686 h 568686"/>
              <a:gd name="connsiteX110" fmla="*/ 141779 w 606298"/>
              <a:gd name="connsiteY110" fmla="*/ 553299 h 568686"/>
              <a:gd name="connsiteX111" fmla="*/ 89506 w 606298"/>
              <a:gd name="connsiteY111" fmla="*/ 413700 h 568686"/>
              <a:gd name="connsiteX112" fmla="*/ 89784 w 606298"/>
              <a:gd name="connsiteY112" fmla="*/ 411382 h 568686"/>
              <a:gd name="connsiteX113" fmla="*/ 0 w 606298"/>
              <a:gd name="connsiteY113" fmla="*/ 290971 h 568686"/>
              <a:gd name="connsiteX114" fmla="*/ 82171 w 606298"/>
              <a:gd name="connsiteY114" fmla="*/ 174824 h 568686"/>
              <a:gd name="connsiteX115" fmla="*/ 82171 w 606298"/>
              <a:gd name="connsiteY115" fmla="*/ 167964 h 568686"/>
              <a:gd name="connsiteX116" fmla="*/ 91084 w 606298"/>
              <a:gd name="connsiteY116" fmla="*/ 78050 h 568686"/>
              <a:gd name="connsiteX117" fmla="*/ 133887 w 606298"/>
              <a:gd name="connsiteY117" fmla="*/ 16500 h 568686"/>
              <a:gd name="connsiteX118" fmla="*/ 192845 w 606298"/>
              <a:gd name="connsiteY118" fmla="*/ 0 h 5686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606298" h="568686">
                <a:moveTo>
                  <a:pt x="258582" y="455598"/>
                </a:moveTo>
                <a:cubicBezTo>
                  <a:pt x="273159" y="469039"/>
                  <a:pt x="288200" y="480811"/>
                  <a:pt x="303149" y="490637"/>
                </a:cubicBezTo>
                <a:cubicBezTo>
                  <a:pt x="318190" y="480811"/>
                  <a:pt x="333139" y="469039"/>
                  <a:pt x="347716" y="455598"/>
                </a:cubicBezTo>
                <a:cubicBezTo>
                  <a:pt x="335274" y="456432"/>
                  <a:pt x="323483" y="456896"/>
                  <a:pt x="311784" y="456896"/>
                </a:cubicBezTo>
                <a:lnTo>
                  <a:pt x="294607" y="456896"/>
                </a:lnTo>
                <a:cubicBezTo>
                  <a:pt x="282908" y="456896"/>
                  <a:pt x="271024" y="456432"/>
                  <a:pt x="258582" y="455598"/>
                </a:cubicBezTo>
                <a:close/>
                <a:moveTo>
                  <a:pt x="482810" y="426955"/>
                </a:moveTo>
                <a:cubicBezTo>
                  <a:pt x="458020" y="436688"/>
                  <a:pt x="431001" y="444104"/>
                  <a:pt x="402311" y="449202"/>
                </a:cubicBezTo>
                <a:lnTo>
                  <a:pt x="391633" y="460233"/>
                </a:lnTo>
                <a:cubicBezTo>
                  <a:pt x="373249" y="479421"/>
                  <a:pt x="353751" y="496384"/>
                  <a:pt x="333696" y="510752"/>
                </a:cubicBezTo>
                <a:cubicBezTo>
                  <a:pt x="360436" y="525768"/>
                  <a:pt x="385877" y="533647"/>
                  <a:pt x="407603" y="533647"/>
                </a:cubicBezTo>
                <a:cubicBezTo>
                  <a:pt x="421995" y="533647"/>
                  <a:pt x="434808" y="530218"/>
                  <a:pt x="445578" y="523358"/>
                </a:cubicBezTo>
                <a:cubicBezTo>
                  <a:pt x="470833" y="507507"/>
                  <a:pt x="484017" y="473303"/>
                  <a:pt x="482810" y="426955"/>
                </a:cubicBezTo>
                <a:close/>
                <a:moveTo>
                  <a:pt x="123488" y="426955"/>
                </a:moveTo>
                <a:cubicBezTo>
                  <a:pt x="122281" y="473303"/>
                  <a:pt x="135465" y="507507"/>
                  <a:pt x="160720" y="523358"/>
                </a:cubicBezTo>
                <a:cubicBezTo>
                  <a:pt x="171490" y="530218"/>
                  <a:pt x="184303" y="533647"/>
                  <a:pt x="198788" y="533647"/>
                </a:cubicBezTo>
                <a:cubicBezTo>
                  <a:pt x="220421" y="533647"/>
                  <a:pt x="245862" y="525768"/>
                  <a:pt x="272602" y="510752"/>
                </a:cubicBezTo>
                <a:cubicBezTo>
                  <a:pt x="252547" y="496384"/>
                  <a:pt x="233142" y="479421"/>
                  <a:pt x="214665" y="460233"/>
                </a:cubicBezTo>
                <a:lnTo>
                  <a:pt x="204080" y="449202"/>
                </a:lnTo>
                <a:cubicBezTo>
                  <a:pt x="175297" y="444104"/>
                  <a:pt x="148278" y="436688"/>
                  <a:pt x="123488" y="426955"/>
                </a:cubicBezTo>
                <a:close/>
                <a:moveTo>
                  <a:pt x="469069" y="346681"/>
                </a:moveTo>
                <a:cubicBezTo>
                  <a:pt x="463591" y="356043"/>
                  <a:pt x="457555" y="365313"/>
                  <a:pt x="450777" y="374953"/>
                </a:cubicBezTo>
                <a:lnTo>
                  <a:pt x="449292" y="377178"/>
                </a:lnTo>
                <a:cubicBezTo>
                  <a:pt x="437686" y="393770"/>
                  <a:pt x="434529" y="398405"/>
                  <a:pt x="425523" y="409250"/>
                </a:cubicBezTo>
                <a:cubicBezTo>
                  <a:pt x="444464" y="404523"/>
                  <a:pt x="462476" y="398497"/>
                  <a:pt x="479189" y="391360"/>
                </a:cubicBezTo>
                <a:cubicBezTo>
                  <a:pt x="476961" y="376992"/>
                  <a:pt x="473525" y="361976"/>
                  <a:pt x="469069" y="346681"/>
                </a:cubicBezTo>
                <a:close/>
                <a:moveTo>
                  <a:pt x="137229" y="346681"/>
                </a:moveTo>
                <a:cubicBezTo>
                  <a:pt x="132773" y="361976"/>
                  <a:pt x="129337" y="376992"/>
                  <a:pt x="127109" y="391360"/>
                </a:cubicBezTo>
                <a:cubicBezTo>
                  <a:pt x="143822" y="398497"/>
                  <a:pt x="161834" y="404523"/>
                  <a:pt x="180868" y="409250"/>
                </a:cubicBezTo>
                <a:cubicBezTo>
                  <a:pt x="171769" y="398312"/>
                  <a:pt x="168426" y="393492"/>
                  <a:pt x="157006" y="377178"/>
                </a:cubicBezTo>
                <a:lnTo>
                  <a:pt x="155521" y="375046"/>
                </a:lnTo>
                <a:cubicBezTo>
                  <a:pt x="148743" y="365313"/>
                  <a:pt x="142800" y="356043"/>
                  <a:pt x="137229" y="346681"/>
                </a:cubicBezTo>
                <a:close/>
                <a:moveTo>
                  <a:pt x="303114" y="237523"/>
                </a:moveTo>
                <a:cubicBezTo>
                  <a:pt x="329011" y="237523"/>
                  <a:pt x="350005" y="258485"/>
                  <a:pt x="350005" y="284343"/>
                </a:cubicBezTo>
                <a:cubicBezTo>
                  <a:pt x="350005" y="310201"/>
                  <a:pt x="329011" y="331163"/>
                  <a:pt x="303114" y="331163"/>
                </a:cubicBezTo>
                <a:cubicBezTo>
                  <a:pt x="277217" y="331163"/>
                  <a:pt x="256223" y="310201"/>
                  <a:pt x="256223" y="284343"/>
                </a:cubicBezTo>
                <a:cubicBezTo>
                  <a:pt x="256223" y="258485"/>
                  <a:pt x="277217" y="237523"/>
                  <a:pt x="303114" y="237523"/>
                </a:cubicBezTo>
                <a:close/>
                <a:moveTo>
                  <a:pt x="517257" y="210604"/>
                </a:moveTo>
                <a:lnTo>
                  <a:pt x="516792" y="213292"/>
                </a:lnTo>
                <a:cubicBezTo>
                  <a:pt x="511593" y="245550"/>
                  <a:pt x="503144" y="275027"/>
                  <a:pt x="490888" y="303392"/>
                </a:cubicBezTo>
                <a:cubicBezTo>
                  <a:pt x="500173" y="327771"/>
                  <a:pt x="507043" y="351872"/>
                  <a:pt x="511500" y="374953"/>
                </a:cubicBezTo>
                <a:cubicBezTo>
                  <a:pt x="550682" y="351223"/>
                  <a:pt x="572130" y="321560"/>
                  <a:pt x="572130" y="290971"/>
                </a:cubicBezTo>
                <a:cubicBezTo>
                  <a:pt x="572130" y="262143"/>
                  <a:pt x="552725" y="233778"/>
                  <a:pt x="517257" y="210604"/>
                </a:cubicBezTo>
                <a:close/>
                <a:moveTo>
                  <a:pt x="89041" y="210604"/>
                </a:moveTo>
                <a:cubicBezTo>
                  <a:pt x="53573" y="233778"/>
                  <a:pt x="34168" y="262143"/>
                  <a:pt x="34168" y="290971"/>
                </a:cubicBezTo>
                <a:cubicBezTo>
                  <a:pt x="34168" y="321560"/>
                  <a:pt x="55616" y="351223"/>
                  <a:pt x="94798" y="374953"/>
                </a:cubicBezTo>
                <a:cubicBezTo>
                  <a:pt x="99255" y="351872"/>
                  <a:pt x="106218" y="327771"/>
                  <a:pt x="115410" y="303392"/>
                </a:cubicBezTo>
                <a:cubicBezTo>
                  <a:pt x="103247" y="275027"/>
                  <a:pt x="94705" y="245550"/>
                  <a:pt x="89506" y="213292"/>
                </a:cubicBezTo>
                <a:close/>
                <a:moveTo>
                  <a:pt x="419952" y="171487"/>
                </a:moveTo>
                <a:cubicBezTo>
                  <a:pt x="426451" y="180571"/>
                  <a:pt x="432765" y="190026"/>
                  <a:pt x="438893" y="199666"/>
                </a:cubicBezTo>
                <a:cubicBezTo>
                  <a:pt x="450777" y="218576"/>
                  <a:pt x="461548" y="237856"/>
                  <a:pt x="470833" y="256952"/>
                </a:cubicBezTo>
                <a:cubicBezTo>
                  <a:pt x="477146" y="237949"/>
                  <a:pt x="481510" y="219410"/>
                  <a:pt x="484017" y="200407"/>
                </a:cubicBezTo>
                <a:lnTo>
                  <a:pt x="484946" y="193085"/>
                </a:lnTo>
                <a:cubicBezTo>
                  <a:pt x="465633" y="184278"/>
                  <a:pt x="443814" y="177048"/>
                  <a:pt x="419952" y="171487"/>
                </a:cubicBezTo>
                <a:close/>
                <a:moveTo>
                  <a:pt x="186346" y="171487"/>
                </a:moveTo>
                <a:cubicBezTo>
                  <a:pt x="162577" y="177048"/>
                  <a:pt x="140758" y="184278"/>
                  <a:pt x="121352" y="193085"/>
                </a:cubicBezTo>
                <a:lnTo>
                  <a:pt x="122281" y="200407"/>
                </a:lnTo>
                <a:cubicBezTo>
                  <a:pt x="124881" y="219410"/>
                  <a:pt x="129152" y="237949"/>
                  <a:pt x="135465" y="256952"/>
                </a:cubicBezTo>
                <a:cubicBezTo>
                  <a:pt x="144750" y="237856"/>
                  <a:pt x="155521" y="218576"/>
                  <a:pt x="167405" y="199666"/>
                </a:cubicBezTo>
                <a:cubicBezTo>
                  <a:pt x="173533" y="190026"/>
                  <a:pt x="179847" y="180571"/>
                  <a:pt x="186346" y="171487"/>
                </a:cubicBezTo>
                <a:close/>
                <a:moveTo>
                  <a:pt x="303149" y="159459"/>
                </a:moveTo>
                <a:cubicBezTo>
                  <a:pt x="279473" y="159459"/>
                  <a:pt x="255797" y="160595"/>
                  <a:pt x="236113" y="162866"/>
                </a:cubicBezTo>
                <a:cubicBezTo>
                  <a:pt x="222000" y="180200"/>
                  <a:pt x="208630" y="198739"/>
                  <a:pt x="196559" y="218020"/>
                </a:cubicBezTo>
                <a:cubicBezTo>
                  <a:pt x="179754" y="244438"/>
                  <a:pt x="165270" y="272432"/>
                  <a:pt x="153385" y="301260"/>
                </a:cubicBezTo>
                <a:cubicBezTo>
                  <a:pt x="162020" y="318965"/>
                  <a:pt x="172047" y="337040"/>
                  <a:pt x="184118" y="356321"/>
                </a:cubicBezTo>
                <a:cubicBezTo>
                  <a:pt x="199809" y="381534"/>
                  <a:pt x="207980" y="390340"/>
                  <a:pt x="222835" y="406284"/>
                </a:cubicBezTo>
                <a:cubicBezTo>
                  <a:pt x="224321" y="407767"/>
                  <a:pt x="225807" y="409436"/>
                  <a:pt x="227385" y="411104"/>
                </a:cubicBezTo>
                <a:lnTo>
                  <a:pt x="234813" y="419169"/>
                </a:lnTo>
                <a:cubicBezTo>
                  <a:pt x="254218" y="421486"/>
                  <a:pt x="274273" y="422691"/>
                  <a:pt x="294607" y="422691"/>
                </a:cubicBezTo>
                <a:lnTo>
                  <a:pt x="311784" y="422691"/>
                </a:lnTo>
                <a:cubicBezTo>
                  <a:pt x="332025" y="422691"/>
                  <a:pt x="352080" y="421486"/>
                  <a:pt x="371485" y="419169"/>
                </a:cubicBezTo>
                <a:lnTo>
                  <a:pt x="378913" y="411104"/>
                </a:lnTo>
                <a:cubicBezTo>
                  <a:pt x="380491" y="409436"/>
                  <a:pt x="382070" y="407767"/>
                  <a:pt x="383463" y="406284"/>
                </a:cubicBezTo>
                <a:cubicBezTo>
                  <a:pt x="398318" y="390340"/>
                  <a:pt x="406489" y="381534"/>
                  <a:pt x="422273" y="356321"/>
                </a:cubicBezTo>
                <a:cubicBezTo>
                  <a:pt x="434343" y="337040"/>
                  <a:pt x="444371" y="318965"/>
                  <a:pt x="452913" y="301260"/>
                </a:cubicBezTo>
                <a:cubicBezTo>
                  <a:pt x="441028" y="272432"/>
                  <a:pt x="426544" y="244438"/>
                  <a:pt x="409831" y="218020"/>
                </a:cubicBezTo>
                <a:cubicBezTo>
                  <a:pt x="397668" y="198739"/>
                  <a:pt x="384391" y="180200"/>
                  <a:pt x="370185" y="162866"/>
                </a:cubicBezTo>
                <a:cubicBezTo>
                  <a:pt x="350502" y="160595"/>
                  <a:pt x="326825" y="159459"/>
                  <a:pt x="303149" y="159459"/>
                </a:cubicBezTo>
                <a:close/>
                <a:moveTo>
                  <a:pt x="303149" y="95754"/>
                </a:moveTo>
                <a:cubicBezTo>
                  <a:pt x="291729" y="104931"/>
                  <a:pt x="280494" y="115035"/>
                  <a:pt x="269631" y="125788"/>
                </a:cubicBezTo>
                <a:cubicBezTo>
                  <a:pt x="288758" y="124861"/>
                  <a:pt x="317540" y="124861"/>
                  <a:pt x="336667" y="125788"/>
                </a:cubicBezTo>
                <a:cubicBezTo>
                  <a:pt x="325897" y="115035"/>
                  <a:pt x="314662" y="104931"/>
                  <a:pt x="303149" y="95754"/>
                </a:cubicBezTo>
                <a:close/>
                <a:moveTo>
                  <a:pt x="413453" y="34112"/>
                </a:moveTo>
                <a:cubicBezTo>
                  <a:pt x="388941" y="34112"/>
                  <a:pt x="359693" y="46162"/>
                  <a:pt x="326454" y="70078"/>
                </a:cubicBezTo>
                <a:cubicBezTo>
                  <a:pt x="347530" y="87226"/>
                  <a:pt x="368235" y="107619"/>
                  <a:pt x="388012" y="130608"/>
                </a:cubicBezTo>
                <a:cubicBezTo>
                  <a:pt x="425801" y="136077"/>
                  <a:pt x="460155" y="145346"/>
                  <a:pt x="490424" y="158138"/>
                </a:cubicBezTo>
                <a:lnTo>
                  <a:pt x="490424" y="156933"/>
                </a:lnTo>
                <a:cubicBezTo>
                  <a:pt x="493023" y="105117"/>
                  <a:pt x="478632" y="61179"/>
                  <a:pt x="453841" y="45143"/>
                </a:cubicBezTo>
                <a:cubicBezTo>
                  <a:pt x="442607" y="37820"/>
                  <a:pt x="428958" y="34112"/>
                  <a:pt x="413453" y="34112"/>
                </a:cubicBezTo>
                <a:close/>
                <a:moveTo>
                  <a:pt x="192845" y="34112"/>
                </a:moveTo>
                <a:cubicBezTo>
                  <a:pt x="177340" y="34112"/>
                  <a:pt x="163784" y="37820"/>
                  <a:pt x="152549" y="45143"/>
                </a:cubicBezTo>
                <a:cubicBezTo>
                  <a:pt x="127759" y="61179"/>
                  <a:pt x="113368" y="105117"/>
                  <a:pt x="115874" y="156933"/>
                </a:cubicBezTo>
                <a:lnTo>
                  <a:pt x="115967" y="158138"/>
                </a:lnTo>
                <a:cubicBezTo>
                  <a:pt x="146143" y="145346"/>
                  <a:pt x="180497" y="136077"/>
                  <a:pt x="218286" y="130608"/>
                </a:cubicBezTo>
                <a:cubicBezTo>
                  <a:pt x="238062" y="107619"/>
                  <a:pt x="258768" y="87226"/>
                  <a:pt x="279937" y="70078"/>
                </a:cubicBezTo>
                <a:cubicBezTo>
                  <a:pt x="246697" y="46162"/>
                  <a:pt x="217450" y="34112"/>
                  <a:pt x="192845" y="34112"/>
                </a:cubicBezTo>
                <a:close/>
                <a:moveTo>
                  <a:pt x="192845" y="0"/>
                </a:moveTo>
                <a:cubicBezTo>
                  <a:pt x="225342" y="0"/>
                  <a:pt x="262482" y="14924"/>
                  <a:pt x="303149" y="44494"/>
                </a:cubicBezTo>
                <a:cubicBezTo>
                  <a:pt x="343816" y="14924"/>
                  <a:pt x="380956" y="0"/>
                  <a:pt x="413453" y="0"/>
                </a:cubicBezTo>
                <a:cubicBezTo>
                  <a:pt x="435643" y="0"/>
                  <a:pt x="455513" y="5562"/>
                  <a:pt x="472411" y="16500"/>
                </a:cubicBezTo>
                <a:cubicBezTo>
                  <a:pt x="491445" y="28828"/>
                  <a:pt x="506208" y="50148"/>
                  <a:pt x="515214" y="78050"/>
                </a:cubicBezTo>
                <a:cubicBezTo>
                  <a:pt x="523756" y="104468"/>
                  <a:pt x="526820" y="135613"/>
                  <a:pt x="524127" y="167964"/>
                </a:cubicBezTo>
                <a:lnTo>
                  <a:pt x="524127" y="174824"/>
                </a:lnTo>
                <a:cubicBezTo>
                  <a:pt x="577144" y="205506"/>
                  <a:pt x="606298" y="246662"/>
                  <a:pt x="606298" y="290971"/>
                </a:cubicBezTo>
                <a:cubicBezTo>
                  <a:pt x="606298" y="337597"/>
                  <a:pt x="574451" y="380236"/>
                  <a:pt x="516607" y="411382"/>
                </a:cubicBezTo>
                <a:cubicBezTo>
                  <a:pt x="516700" y="412216"/>
                  <a:pt x="516792" y="412958"/>
                  <a:pt x="516792" y="413792"/>
                </a:cubicBezTo>
                <a:cubicBezTo>
                  <a:pt x="521528" y="479513"/>
                  <a:pt x="503051" y="529105"/>
                  <a:pt x="464519" y="553299"/>
                </a:cubicBezTo>
                <a:cubicBezTo>
                  <a:pt x="448363" y="563495"/>
                  <a:pt x="429701" y="568686"/>
                  <a:pt x="408903" y="568686"/>
                </a:cubicBezTo>
                <a:cubicBezTo>
                  <a:pt x="376870" y="568686"/>
                  <a:pt x="340381" y="556172"/>
                  <a:pt x="303149" y="532628"/>
                </a:cubicBezTo>
                <a:cubicBezTo>
                  <a:pt x="266010" y="556172"/>
                  <a:pt x="229428" y="568686"/>
                  <a:pt x="197395" y="568686"/>
                </a:cubicBezTo>
                <a:cubicBezTo>
                  <a:pt x="176690" y="568686"/>
                  <a:pt x="157935" y="563495"/>
                  <a:pt x="141779" y="553299"/>
                </a:cubicBezTo>
                <a:cubicBezTo>
                  <a:pt x="103340" y="529105"/>
                  <a:pt x="84770" y="479513"/>
                  <a:pt x="89506" y="413700"/>
                </a:cubicBezTo>
                <a:cubicBezTo>
                  <a:pt x="89598" y="412958"/>
                  <a:pt x="89691" y="412124"/>
                  <a:pt x="89784" y="411382"/>
                </a:cubicBezTo>
                <a:cubicBezTo>
                  <a:pt x="31847" y="380236"/>
                  <a:pt x="0" y="337597"/>
                  <a:pt x="0" y="290971"/>
                </a:cubicBezTo>
                <a:cubicBezTo>
                  <a:pt x="0" y="246662"/>
                  <a:pt x="29154" y="205506"/>
                  <a:pt x="82171" y="174824"/>
                </a:cubicBezTo>
                <a:lnTo>
                  <a:pt x="82171" y="167964"/>
                </a:lnTo>
                <a:cubicBezTo>
                  <a:pt x="79478" y="135613"/>
                  <a:pt x="82542" y="104468"/>
                  <a:pt x="91084" y="78050"/>
                </a:cubicBezTo>
                <a:cubicBezTo>
                  <a:pt x="100090" y="50148"/>
                  <a:pt x="114946" y="28828"/>
                  <a:pt x="133887" y="16500"/>
                </a:cubicBezTo>
                <a:cubicBezTo>
                  <a:pt x="150785" y="5562"/>
                  <a:pt x="170655" y="0"/>
                  <a:pt x="19284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cs typeface="+mn-ea"/>
              <a:sym typeface="+mn-lt"/>
            </a:endParaRPr>
          </a:p>
        </p:txBody>
      </p:sp>
      <p:sp>
        <p:nvSpPr>
          <p:cNvPr id="48" name="椭圆 45">
            <a:extLst>
              <a:ext uri="{FF2B5EF4-FFF2-40B4-BE49-F238E27FC236}">
                <a16:creationId xmlns:a16="http://schemas.microsoft.com/office/drawing/2014/main" id="{CC420085-F968-F939-40DA-22CCB3F07189}"/>
              </a:ext>
            </a:extLst>
          </p:cNvPr>
          <p:cNvSpPr/>
          <p:nvPr/>
        </p:nvSpPr>
        <p:spPr>
          <a:xfrm>
            <a:off x="8551177" y="2313474"/>
            <a:ext cx="755387" cy="733741"/>
          </a:xfrm>
          <a:custGeom>
            <a:avLst/>
            <a:gdLst>
              <a:gd name="connsiteX0" fmla="*/ 357006 w 608274"/>
              <a:gd name="connsiteY0" fmla="*/ 315793 h 590844"/>
              <a:gd name="connsiteX1" fmla="*/ 344664 w 608274"/>
              <a:gd name="connsiteY1" fmla="*/ 351821 h 590844"/>
              <a:gd name="connsiteX2" fmla="*/ 552405 w 608274"/>
              <a:gd name="connsiteY2" fmla="*/ 559238 h 590844"/>
              <a:gd name="connsiteX3" fmla="*/ 554572 w 608274"/>
              <a:gd name="connsiteY3" fmla="*/ 560178 h 590844"/>
              <a:gd name="connsiteX4" fmla="*/ 554666 w 608274"/>
              <a:gd name="connsiteY4" fmla="*/ 560178 h 590844"/>
              <a:gd name="connsiteX5" fmla="*/ 556928 w 608274"/>
              <a:gd name="connsiteY5" fmla="*/ 559238 h 590844"/>
              <a:gd name="connsiteX6" fmla="*/ 576618 w 608274"/>
              <a:gd name="connsiteY6" fmla="*/ 539578 h 590844"/>
              <a:gd name="connsiteX7" fmla="*/ 577560 w 608274"/>
              <a:gd name="connsiteY7" fmla="*/ 537320 h 590844"/>
              <a:gd name="connsiteX8" fmla="*/ 576618 w 608274"/>
              <a:gd name="connsiteY8" fmla="*/ 535063 h 590844"/>
              <a:gd name="connsiteX9" fmla="*/ 347019 w 608274"/>
              <a:gd name="connsiteY9" fmla="*/ 272617 h 590844"/>
              <a:gd name="connsiteX10" fmla="*/ 361339 w 608274"/>
              <a:gd name="connsiteY10" fmla="*/ 276756 h 590844"/>
              <a:gd name="connsiteX11" fmla="*/ 370572 w 608274"/>
              <a:gd name="connsiteY11" fmla="*/ 285974 h 590844"/>
              <a:gd name="connsiteX12" fmla="*/ 598287 w 608274"/>
              <a:gd name="connsiteY12" fmla="*/ 513333 h 590844"/>
              <a:gd name="connsiteX13" fmla="*/ 608274 w 608274"/>
              <a:gd name="connsiteY13" fmla="*/ 537320 h 590844"/>
              <a:gd name="connsiteX14" fmla="*/ 598287 w 608274"/>
              <a:gd name="connsiteY14" fmla="*/ 561213 h 590844"/>
              <a:gd name="connsiteX15" fmla="*/ 578691 w 608274"/>
              <a:gd name="connsiteY15" fmla="*/ 580873 h 590844"/>
              <a:gd name="connsiteX16" fmla="*/ 554666 w 608274"/>
              <a:gd name="connsiteY16" fmla="*/ 590844 h 590844"/>
              <a:gd name="connsiteX17" fmla="*/ 554572 w 608274"/>
              <a:gd name="connsiteY17" fmla="*/ 590844 h 590844"/>
              <a:gd name="connsiteX18" fmla="*/ 530736 w 608274"/>
              <a:gd name="connsiteY18" fmla="*/ 580873 h 590844"/>
              <a:gd name="connsiteX19" fmla="*/ 316211 w 608274"/>
              <a:gd name="connsiteY19" fmla="*/ 366683 h 590844"/>
              <a:gd name="connsiteX20" fmla="*/ 312442 w 608274"/>
              <a:gd name="connsiteY20" fmla="*/ 350880 h 590844"/>
              <a:gd name="connsiteX21" fmla="*/ 327328 w 608274"/>
              <a:gd name="connsiteY21" fmla="*/ 307610 h 590844"/>
              <a:gd name="connsiteX22" fmla="*/ 335902 w 608274"/>
              <a:gd name="connsiteY22" fmla="*/ 282588 h 590844"/>
              <a:gd name="connsiteX23" fmla="*/ 347019 w 608274"/>
              <a:gd name="connsiteY23" fmla="*/ 272617 h 590844"/>
              <a:gd name="connsiteX24" fmla="*/ 74870 w 608274"/>
              <a:gd name="connsiteY24" fmla="*/ 82350 h 590844"/>
              <a:gd name="connsiteX25" fmla="*/ 426850 w 608274"/>
              <a:gd name="connsiteY25" fmla="*/ 82350 h 590844"/>
              <a:gd name="connsiteX26" fmla="*/ 426850 w 608274"/>
              <a:gd name="connsiteY26" fmla="*/ 306027 h 590844"/>
              <a:gd name="connsiteX27" fmla="*/ 379461 w 608274"/>
              <a:gd name="connsiteY27" fmla="*/ 258714 h 590844"/>
              <a:gd name="connsiteX28" fmla="*/ 341210 w 608274"/>
              <a:gd name="connsiteY28" fmla="*/ 247709 h 590844"/>
              <a:gd name="connsiteX29" fmla="*/ 315867 w 608274"/>
              <a:gd name="connsiteY29" fmla="*/ 265957 h 590844"/>
              <a:gd name="connsiteX30" fmla="*/ 204507 w 608274"/>
              <a:gd name="connsiteY30" fmla="*/ 235763 h 590844"/>
              <a:gd name="connsiteX31" fmla="*/ 195274 w 608274"/>
              <a:gd name="connsiteY31" fmla="*/ 230590 h 590844"/>
              <a:gd name="connsiteX32" fmla="*/ 213740 w 608274"/>
              <a:gd name="connsiteY32" fmla="*/ 231154 h 590844"/>
              <a:gd name="connsiteX33" fmla="*/ 225517 w 608274"/>
              <a:gd name="connsiteY33" fmla="*/ 231719 h 590844"/>
              <a:gd name="connsiteX34" fmla="*/ 248599 w 608274"/>
              <a:gd name="connsiteY34" fmla="*/ 232377 h 590844"/>
              <a:gd name="connsiteX35" fmla="*/ 322085 w 608274"/>
              <a:gd name="connsiteY35" fmla="*/ 227674 h 590844"/>
              <a:gd name="connsiteX36" fmla="*/ 361749 w 608274"/>
              <a:gd name="connsiteY36" fmla="*/ 186852 h 590844"/>
              <a:gd name="connsiteX37" fmla="*/ 323216 w 608274"/>
              <a:gd name="connsiteY37" fmla="*/ 133049 h 590844"/>
              <a:gd name="connsiteX38" fmla="*/ 205167 w 608274"/>
              <a:gd name="connsiteY38" fmla="*/ 122514 h 590844"/>
              <a:gd name="connsiteX39" fmla="*/ 158248 w 608274"/>
              <a:gd name="connsiteY39" fmla="*/ 124395 h 590844"/>
              <a:gd name="connsiteX40" fmla="*/ 157683 w 608274"/>
              <a:gd name="connsiteY40" fmla="*/ 124395 h 590844"/>
              <a:gd name="connsiteX41" fmla="*/ 137239 w 608274"/>
              <a:gd name="connsiteY41" fmla="*/ 144336 h 590844"/>
              <a:gd name="connsiteX42" fmla="*/ 157212 w 608274"/>
              <a:gd name="connsiteY42" fmla="*/ 165312 h 590844"/>
              <a:gd name="connsiteX43" fmla="*/ 208087 w 608274"/>
              <a:gd name="connsiteY43" fmla="*/ 163336 h 590844"/>
              <a:gd name="connsiteX44" fmla="*/ 306634 w 608274"/>
              <a:gd name="connsiteY44" fmla="*/ 170485 h 590844"/>
              <a:gd name="connsiteX45" fmla="*/ 321049 w 608274"/>
              <a:gd name="connsiteY45" fmla="*/ 183465 h 590844"/>
              <a:gd name="connsiteX46" fmla="*/ 311251 w 608274"/>
              <a:gd name="connsiteY46" fmla="*/ 188263 h 590844"/>
              <a:gd name="connsiteX47" fmla="*/ 250200 w 608274"/>
              <a:gd name="connsiteY47" fmla="*/ 191461 h 590844"/>
              <a:gd name="connsiteX48" fmla="*/ 225517 w 608274"/>
              <a:gd name="connsiteY48" fmla="*/ 190896 h 590844"/>
              <a:gd name="connsiteX49" fmla="*/ 216755 w 608274"/>
              <a:gd name="connsiteY49" fmla="*/ 190426 h 590844"/>
              <a:gd name="connsiteX50" fmla="*/ 156929 w 608274"/>
              <a:gd name="connsiteY50" fmla="*/ 206040 h 590844"/>
              <a:gd name="connsiteX51" fmla="*/ 150335 w 608274"/>
              <a:gd name="connsiteY51" fmla="*/ 236516 h 590844"/>
              <a:gd name="connsiteX52" fmla="*/ 187078 w 608274"/>
              <a:gd name="connsiteY52" fmla="*/ 272823 h 590844"/>
              <a:gd name="connsiteX53" fmla="*/ 300887 w 608274"/>
              <a:gd name="connsiteY53" fmla="*/ 305839 h 590844"/>
              <a:gd name="connsiteX54" fmla="*/ 291277 w 608274"/>
              <a:gd name="connsiteY54" fmla="*/ 334057 h 590844"/>
              <a:gd name="connsiteX55" fmla="*/ 74870 w 608274"/>
              <a:gd name="connsiteY55" fmla="*/ 334057 h 590844"/>
              <a:gd name="connsiteX56" fmla="*/ 41731 w 608274"/>
              <a:gd name="connsiteY56" fmla="*/ 0 h 590844"/>
              <a:gd name="connsiteX57" fmla="*/ 459894 w 608274"/>
              <a:gd name="connsiteY57" fmla="*/ 0 h 590844"/>
              <a:gd name="connsiteX58" fmla="*/ 501720 w 608274"/>
              <a:gd name="connsiteY58" fmla="*/ 41669 h 590844"/>
              <a:gd name="connsiteX59" fmla="*/ 501720 w 608274"/>
              <a:gd name="connsiteY59" fmla="*/ 374737 h 590844"/>
              <a:gd name="connsiteX60" fmla="*/ 501155 w 608274"/>
              <a:gd name="connsiteY60" fmla="*/ 380193 h 590844"/>
              <a:gd name="connsiteX61" fmla="*/ 457539 w 608274"/>
              <a:gd name="connsiteY61" fmla="*/ 336643 h 590844"/>
              <a:gd name="connsiteX62" fmla="*/ 457539 w 608274"/>
              <a:gd name="connsiteY62" fmla="*/ 66971 h 590844"/>
              <a:gd name="connsiteX63" fmla="*/ 442184 w 608274"/>
              <a:gd name="connsiteY63" fmla="*/ 51639 h 590844"/>
              <a:gd name="connsiteX64" fmla="*/ 59536 w 608274"/>
              <a:gd name="connsiteY64" fmla="*/ 51639 h 590844"/>
              <a:gd name="connsiteX65" fmla="*/ 44181 w 608274"/>
              <a:gd name="connsiteY65" fmla="*/ 66971 h 590844"/>
              <a:gd name="connsiteX66" fmla="*/ 44181 w 608274"/>
              <a:gd name="connsiteY66" fmla="*/ 349341 h 590844"/>
              <a:gd name="connsiteX67" fmla="*/ 59536 w 608274"/>
              <a:gd name="connsiteY67" fmla="*/ 364673 h 590844"/>
              <a:gd name="connsiteX68" fmla="*/ 287128 w 608274"/>
              <a:gd name="connsiteY68" fmla="*/ 364673 h 590844"/>
              <a:gd name="connsiteX69" fmla="*/ 298055 w 608274"/>
              <a:gd name="connsiteY69" fmla="*/ 384708 h 590844"/>
              <a:gd name="connsiteX70" fmla="*/ 329801 w 608274"/>
              <a:gd name="connsiteY70" fmla="*/ 416406 h 590844"/>
              <a:gd name="connsiteX71" fmla="*/ 41731 w 608274"/>
              <a:gd name="connsiteY71" fmla="*/ 416406 h 590844"/>
              <a:gd name="connsiteX72" fmla="*/ 0 w 608274"/>
              <a:gd name="connsiteY72" fmla="*/ 374737 h 590844"/>
              <a:gd name="connsiteX73" fmla="*/ 0 w 608274"/>
              <a:gd name="connsiteY73" fmla="*/ 41669 h 590844"/>
              <a:gd name="connsiteX74" fmla="*/ 41731 w 608274"/>
              <a:gd name="connsiteY74" fmla="*/ 0 h 590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608274" h="590844">
                <a:moveTo>
                  <a:pt x="357006" y="315793"/>
                </a:moveTo>
                <a:lnTo>
                  <a:pt x="344664" y="351821"/>
                </a:lnTo>
                <a:lnTo>
                  <a:pt x="552405" y="559238"/>
                </a:lnTo>
                <a:cubicBezTo>
                  <a:pt x="552971" y="559802"/>
                  <a:pt x="553818" y="560178"/>
                  <a:pt x="554572" y="560178"/>
                </a:cubicBezTo>
                <a:lnTo>
                  <a:pt x="554666" y="560178"/>
                </a:lnTo>
                <a:cubicBezTo>
                  <a:pt x="555514" y="560178"/>
                  <a:pt x="556362" y="559802"/>
                  <a:pt x="556928" y="559238"/>
                </a:cubicBezTo>
                <a:lnTo>
                  <a:pt x="576618" y="539578"/>
                </a:lnTo>
                <a:cubicBezTo>
                  <a:pt x="577372" y="538825"/>
                  <a:pt x="577560" y="537885"/>
                  <a:pt x="577560" y="537320"/>
                </a:cubicBezTo>
                <a:cubicBezTo>
                  <a:pt x="577560" y="536756"/>
                  <a:pt x="577372" y="535815"/>
                  <a:pt x="576618" y="535063"/>
                </a:cubicBezTo>
                <a:close/>
                <a:moveTo>
                  <a:pt x="347019" y="272617"/>
                </a:moveTo>
                <a:cubicBezTo>
                  <a:pt x="352106" y="271394"/>
                  <a:pt x="357571" y="272993"/>
                  <a:pt x="361339" y="276756"/>
                </a:cubicBezTo>
                <a:lnTo>
                  <a:pt x="370572" y="285974"/>
                </a:lnTo>
                <a:lnTo>
                  <a:pt x="598287" y="513333"/>
                </a:lnTo>
                <a:cubicBezTo>
                  <a:pt x="604694" y="519730"/>
                  <a:pt x="608274" y="528290"/>
                  <a:pt x="608274" y="537320"/>
                </a:cubicBezTo>
                <a:cubicBezTo>
                  <a:pt x="608274" y="546351"/>
                  <a:pt x="604694" y="554817"/>
                  <a:pt x="598287" y="561213"/>
                </a:cubicBezTo>
                <a:lnTo>
                  <a:pt x="578691" y="580873"/>
                </a:lnTo>
                <a:cubicBezTo>
                  <a:pt x="572284" y="587269"/>
                  <a:pt x="563805" y="590844"/>
                  <a:pt x="554666" y="590844"/>
                </a:cubicBezTo>
                <a:lnTo>
                  <a:pt x="554572" y="590844"/>
                </a:lnTo>
                <a:cubicBezTo>
                  <a:pt x="545622" y="590844"/>
                  <a:pt x="537143" y="587269"/>
                  <a:pt x="530736" y="580873"/>
                </a:cubicBezTo>
                <a:lnTo>
                  <a:pt x="316211" y="366683"/>
                </a:lnTo>
                <a:cubicBezTo>
                  <a:pt x="312066" y="362544"/>
                  <a:pt x="310558" y="356430"/>
                  <a:pt x="312442" y="350880"/>
                </a:cubicBezTo>
                <a:lnTo>
                  <a:pt x="327328" y="307610"/>
                </a:lnTo>
                <a:lnTo>
                  <a:pt x="335902" y="282588"/>
                </a:lnTo>
                <a:cubicBezTo>
                  <a:pt x="337598" y="277602"/>
                  <a:pt x="341837" y="273840"/>
                  <a:pt x="347019" y="272617"/>
                </a:cubicBezTo>
                <a:close/>
                <a:moveTo>
                  <a:pt x="74870" y="82350"/>
                </a:moveTo>
                <a:lnTo>
                  <a:pt x="426850" y="82350"/>
                </a:lnTo>
                <a:lnTo>
                  <a:pt x="426850" y="306027"/>
                </a:lnTo>
                <a:lnTo>
                  <a:pt x="379461" y="258714"/>
                </a:lnTo>
                <a:cubicBezTo>
                  <a:pt x="369474" y="248650"/>
                  <a:pt x="354966" y="244511"/>
                  <a:pt x="341210" y="247709"/>
                </a:cubicBezTo>
                <a:cubicBezTo>
                  <a:pt x="330564" y="250249"/>
                  <a:pt x="321520" y="256927"/>
                  <a:pt x="315867" y="265957"/>
                </a:cubicBezTo>
                <a:cubicBezTo>
                  <a:pt x="275073" y="263229"/>
                  <a:pt x="245113" y="254764"/>
                  <a:pt x="204507" y="235763"/>
                </a:cubicBezTo>
                <a:cubicBezTo>
                  <a:pt x="200550" y="233882"/>
                  <a:pt x="197535" y="232095"/>
                  <a:pt x="195274" y="230590"/>
                </a:cubicBezTo>
                <a:cubicBezTo>
                  <a:pt x="201398" y="230308"/>
                  <a:pt x="209500" y="230872"/>
                  <a:pt x="213740" y="231154"/>
                </a:cubicBezTo>
                <a:cubicBezTo>
                  <a:pt x="218262" y="231531"/>
                  <a:pt x="222313" y="231719"/>
                  <a:pt x="225517" y="231719"/>
                </a:cubicBezTo>
                <a:cubicBezTo>
                  <a:pt x="232959" y="231719"/>
                  <a:pt x="240779" y="232095"/>
                  <a:pt x="248599" y="232377"/>
                </a:cubicBezTo>
                <a:cubicBezTo>
                  <a:pt x="272812" y="233318"/>
                  <a:pt x="297966" y="234258"/>
                  <a:pt x="322085" y="227674"/>
                </a:cubicBezTo>
                <a:cubicBezTo>
                  <a:pt x="355813" y="218456"/>
                  <a:pt x="361089" y="196070"/>
                  <a:pt x="361749" y="186852"/>
                </a:cubicBezTo>
                <a:cubicBezTo>
                  <a:pt x="363351" y="165594"/>
                  <a:pt x="347900" y="143960"/>
                  <a:pt x="323216" y="133049"/>
                </a:cubicBezTo>
                <a:cubicBezTo>
                  <a:pt x="286190" y="116776"/>
                  <a:pt x="245019" y="119692"/>
                  <a:pt x="205167" y="122514"/>
                </a:cubicBezTo>
                <a:cubicBezTo>
                  <a:pt x="188585" y="123737"/>
                  <a:pt x="172851" y="124866"/>
                  <a:pt x="158248" y="124395"/>
                </a:cubicBezTo>
                <a:lnTo>
                  <a:pt x="157683" y="124395"/>
                </a:lnTo>
                <a:cubicBezTo>
                  <a:pt x="146660" y="124395"/>
                  <a:pt x="137522" y="133237"/>
                  <a:pt x="137239" y="144336"/>
                </a:cubicBezTo>
                <a:cubicBezTo>
                  <a:pt x="136956" y="155623"/>
                  <a:pt x="145907" y="165030"/>
                  <a:pt x="157212" y="165312"/>
                </a:cubicBezTo>
                <a:cubicBezTo>
                  <a:pt x="173699" y="165688"/>
                  <a:pt x="191223" y="164465"/>
                  <a:pt x="208087" y="163336"/>
                </a:cubicBezTo>
                <a:cubicBezTo>
                  <a:pt x="242946" y="160891"/>
                  <a:pt x="278935" y="158257"/>
                  <a:pt x="306634" y="170485"/>
                </a:cubicBezTo>
                <a:cubicBezTo>
                  <a:pt x="316809" y="174906"/>
                  <a:pt x="320955" y="181866"/>
                  <a:pt x="321049" y="183465"/>
                </a:cubicBezTo>
                <a:cubicBezTo>
                  <a:pt x="320672" y="184124"/>
                  <a:pt x="318034" y="186381"/>
                  <a:pt x="311251" y="188263"/>
                </a:cubicBezTo>
                <a:cubicBezTo>
                  <a:pt x="293256" y="193248"/>
                  <a:pt x="271398" y="192307"/>
                  <a:pt x="250200" y="191461"/>
                </a:cubicBezTo>
                <a:cubicBezTo>
                  <a:pt x="241815" y="191178"/>
                  <a:pt x="233525" y="190896"/>
                  <a:pt x="225517" y="190896"/>
                </a:cubicBezTo>
                <a:cubicBezTo>
                  <a:pt x="223067" y="190896"/>
                  <a:pt x="220052" y="190614"/>
                  <a:pt x="216755" y="190426"/>
                </a:cubicBezTo>
                <a:cubicBezTo>
                  <a:pt x="198477" y="189015"/>
                  <a:pt x="170873" y="187134"/>
                  <a:pt x="156929" y="206040"/>
                </a:cubicBezTo>
                <a:cubicBezTo>
                  <a:pt x="150052" y="215258"/>
                  <a:pt x="147697" y="226075"/>
                  <a:pt x="150335" y="236516"/>
                </a:cubicBezTo>
                <a:cubicBezTo>
                  <a:pt x="154857" y="254387"/>
                  <a:pt x="172851" y="266145"/>
                  <a:pt x="187078" y="272823"/>
                </a:cubicBezTo>
                <a:cubicBezTo>
                  <a:pt x="228437" y="292200"/>
                  <a:pt x="260752" y="301888"/>
                  <a:pt x="300887" y="305839"/>
                </a:cubicBezTo>
                <a:lnTo>
                  <a:pt x="291277" y="334057"/>
                </a:lnTo>
                <a:lnTo>
                  <a:pt x="74870" y="334057"/>
                </a:lnTo>
                <a:close/>
                <a:moveTo>
                  <a:pt x="41731" y="0"/>
                </a:moveTo>
                <a:lnTo>
                  <a:pt x="459894" y="0"/>
                </a:lnTo>
                <a:cubicBezTo>
                  <a:pt x="482974" y="0"/>
                  <a:pt x="501720" y="18624"/>
                  <a:pt x="501720" y="41669"/>
                </a:cubicBezTo>
                <a:lnTo>
                  <a:pt x="501720" y="374737"/>
                </a:lnTo>
                <a:cubicBezTo>
                  <a:pt x="501720" y="376618"/>
                  <a:pt x="501343" y="378311"/>
                  <a:pt x="501155" y="380193"/>
                </a:cubicBezTo>
                <a:lnTo>
                  <a:pt x="457539" y="336643"/>
                </a:lnTo>
                <a:lnTo>
                  <a:pt x="457539" y="66971"/>
                </a:lnTo>
                <a:cubicBezTo>
                  <a:pt x="457539" y="58506"/>
                  <a:pt x="450663" y="51639"/>
                  <a:pt x="442184" y="51639"/>
                </a:cubicBezTo>
                <a:lnTo>
                  <a:pt x="59536" y="51639"/>
                </a:lnTo>
                <a:cubicBezTo>
                  <a:pt x="51057" y="51639"/>
                  <a:pt x="44181" y="58506"/>
                  <a:pt x="44181" y="66971"/>
                </a:cubicBezTo>
                <a:lnTo>
                  <a:pt x="44181" y="349341"/>
                </a:lnTo>
                <a:cubicBezTo>
                  <a:pt x="44181" y="357806"/>
                  <a:pt x="51057" y="364673"/>
                  <a:pt x="59536" y="364673"/>
                </a:cubicBezTo>
                <a:lnTo>
                  <a:pt x="287128" y="364673"/>
                </a:lnTo>
                <a:cubicBezTo>
                  <a:pt x="288729" y="372198"/>
                  <a:pt x="292497" y="379158"/>
                  <a:pt x="298055" y="384708"/>
                </a:cubicBezTo>
                <a:lnTo>
                  <a:pt x="329801" y="416406"/>
                </a:lnTo>
                <a:lnTo>
                  <a:pt x="41731" y="416406"/>
                </a:lnTo>
                <a:cubicBezTo>
                  <a:pt x="18746" y="416406"/>
                  <a:pt x="0" y="397688"/>
                  <a:pt x="0" y="374737"/>
                </a:cubicBezTo>
                <a:lnTo>
                  <a:pt x="0" y="41669"/>
                </a:lnTo>
                <a:cubicBezTo>
                  <a:pt x="0" y="18624"/>
                  <a:pt x="18746" y="0"/>
                  <a:pt x="4173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cs typeface="+mn-ea"/>
              <a:sym typeface="+mn-lt"/>
            </a:endParaRPr>
          </a:p>
        </p:txBody>
      </p:sp>
      <p:sp>
        <p:nvSpPr>
          <p:cNvPr id="20" name="任意多边形 47">
            <a:extLst>
              <a:ext uri="{FF2B5EF4-FFF2-40B4-BE49-F238E27FC236}">
                <a16:creationId xmlns:a16="http://schemas.microsoft.com/office/drawing/2014/main" id="{DC47B06A-463A-4F74-B520-FC57CE582864}"/>
              </a:ext>
            </a:extLst>
          </p:cNvPr>
          <p:cNvSpPr/>
          <p:nvPr/>
        </p:nvSpPr>
        <p:spPr>
          <a:xfrm rot="18900000" flipV="1">
            <a:off x="99493" y="160716"/>
            <a:ext cx="1257992" cy="771874"/>
          </a:xfrm>
          <a:custGeom>
            <a:avLst/>
            <a:gdLst>
              <a:gd name="connsiteX0" fmla="*/ 0 w 1667713"/>
              <a:gd name="connsiteY0" fmla="*/ 456881 h 1023269"/>
              <a:gd name="connsiteX1" fmla="*/ 412332 w 1667713"/>
              <a:gd name="connsiteY1" fmla="*/ 44549 h 1023269"/>
              <a:gd name="connsiteX2" fmla="*/ 412333 w 1667713"/>
              <a:gd name="connsiteY2" fmla="*/ 44549 h 1023269"/>
              <a:gd name="connsiteX3" fmla="*/ 456882 w 1667713"/>
              <a:gd name="connsiteY3" fmla="*/ 0 h 1023269"/>
              <a:gd name="connsiteX4" fmla="*/ 1514743 w 1667713"/>
              <a:gd name="connsiteY4" fmla="*/ 0 h 1023269"/>
              <a:gd name="connsiteX5" fmla="*/ 1667713 w 1667713"/>
              <a:gd name="connsiteY5" fmla="*/ 152970 h 1023269"/>
              <a:gd name="connsiteX6" fmla="*/ 1667713 w 1667713"/>
              <a:gd name="connsiteY6" fmla="*/ 704806 h 1023269"/>
              <a:gd name="connsiteX7" fmla="*/ 1349251 w 1667713"/>
              <a:gd name="connsiteY7" fmla="*/ 1023269 h 1023269"/>
              <a:gd name="connsiteX8" fmla="*/ 1349251 w 1667713"/>
              <a:gd name="connsiteY8" fmla="*/ 318462 h 1023269"/>
              <a:gd name="connsiteX9" fmla="*/ 138420 w 1667713"/>
              <a:gd name="connsiteY9" fmla="*/ 318462 h 1023269"/>
              <a:gd name="connsiteX10" fmla="*/ 1 w 1667713"/>
              <a:gd name="connsiteY10" fmla="*/ 456881 h 10232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7713" h="1023269">
                <a:moveTo>
                  <a:pt x="0" y="456881"/>
                </a:moveTo>
                <a:lnTo>
                  <a:pt x="412332" y="44549"/>
                </a:lnTo>
                <a:lnTo>
                  <a:pt x="412333" y="44549"/>
                </a:lnTo>
                <a:lnTo>
                  <a:pt x="456882" y="0"/>
                </a:lnTo>
                <a:lnTo>
                  <a:pt x="1514743" y="0"/>
                </a:lnTo>
                <a:cubicBezTo>
                  <a:pt x="1599226" y="1"/>
                  <a:pt x="1667713" y="68487"/>
                  <a:pt x="1667713" y="152970"/>
                </a:cubicBezTo>
                <a:lnTo>
                  <a:pt x="1667713" y="704806"/>
                </a:lnTo>
                <a:lnTo>
                  <a:pt x="1349251" y="1023269"/>
                </a:lnTo>
                <a:lnTo>
                  <a:pt x="1349251" y="318462"/>
                </a:lnTo>
                <a:lnTo>
                  <a:pt x="138420" y="318462"/>
                </a:lnTo>
                <a:lnTo>
                  <a:pt x="1" y="456881"/>
                </a:lnTo>
                <a:close/>
              </a:path>
            </a:pathLst>
          </a:cu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1" name="任意多边形 48">
            <a:extLst>
              <a:ext uri="{FF2B5EF4-FFF2-40B4-BE49-F238E27FC236}">
                <a16:creationId xmlns:a16="http://schemas.microsoft.com/office/drawing/2014/main" id="{7908CFFA-3400-D727-8CEA-28A197D5ADDF}"/>
              </a:ext>
            </a:extLst>
          </p:cNvPr>
          <p:cNvSpPr/>
          <p:nvPr/>
        </p:nvSpPr>
        <p:spPr>
          <a:xfrm rot="18900000" flipV="1">
            <a:off x="-102618" y="95709"/>
            <a:ext cx="926781" cy="721545"/>
          </a:xfrm>
          <a:custGeom>
            <a:avLst/>
            <a:gdLst>
              <a:gd name="connsiteX0" fmla="*/ 303771 w 1228628"/>
              <a:gd name="connsiteY0" fmla="*/ 32819 h 956548"/>
              <a:gd name="connsiteX1" fmla="*/ 303771 w 1228628"/>
              <a:gd name="connsiteY1" fmla="*/ 32820 h 956548"/>
              <a:gd name="connsiteX2" fmla="*/ 336591 w 1228628"/>
              <a:gd name="connsiteY2" fmla="*/ 0 h 956548"/>
              <a:gd name="connsiteX3" fmla="*/ 1115933 w 1228628"/>
              <a:gd name="connsiteY3" fmla="*/ 0 h 956548"/>
              <a:gd name="connsiteX4" fmla="*/ 1228628 w 1228628"/>
              <a:gd name="connsiteY4" fmla="*/ 112695 h 956548"/>
              <a:gd name="connsiteX5" fmla="*/ 1228628 w 1228628"/>
              <a:gd name="connsiteY5" fmla="*/ 721932 h 956548"/>
              <a:gd name="connsiteX6" fmla="*/ 994013 w 1228628"/>
              <a:gd name="connsiteY6" fmla="*/ 956548 h 956548"/>
              <a:gd name="connsiteX7" fmla="*/ 994013 w 1228628"/>
              <a:gd name="connsiteY7" fmla="*/ 234616 h 956548"/>
              <a:gd name="connsiteX8" fmla="*/ 101975 w 1228628"/>
              <a:gd name="connsiteY8" fmla="*/ 234616 h 956548"/>
              <a:gd name="connsiteX9" fmla="*/ 0 w 1228628"/>
              <a:gd name="connsiteY9" fmla="*/ 336591 h 9565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8628" h="956548">
                <a:moveTo>
                  <a:pt x="303771" y="32819"/>
                </a:moveTo>
                <a:lnTo>
                  <a:pt x="303771" y="32820"/>
                </a:lnTo>
                <a:lnTo>
                  <a:pt x="336591" y="0"/>
                </a:lnTo>
                <a:lnTo>
                  <a:pt x="1115933" y="0"/>
                </a:lnTo>
                <a:cubicBezTo>
                  <a:pt x="1178173" y="0"/>
                  <a:pt x="1228628" y="50456"/>
                  <a:pt x="1228628" y="112695"/>
                </a:cubicBezTo>
                <a:lnTo>
                  <a:pt x="1228628" y="721932"/>
                </a:lnTo>
                <a:lnTo>
                  <a:pt x="994013" y="956548"/>
                </a:lnTo>
                <a:lnTo>
                  <a:pt x="994013" y="234616"/>
                </a:lnTo>
                <a:lnTo>
                  <a:pt x="101975" y="234616"/>
                </a:lnTo>
                <a:lnTo>
                  <a:pt x="0" y="336591"/>
                </a:lnTo>
                <a:close/>
              </a:path>
            </a:pathLst>
          </a:custGeom>
          <a:solidFill>
            <a:schemeClr val="accent2">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pic>
        <p:nvPicPr>
          <p:cNvPr id="3" name="图片 2" descr="图表, 条形图&#10;&#10;AI 生成的内容可能不正确。">
            <a:extLst>
              <a:ext uri="{FF2B5EF4-FFF2-40B4-BE49-F238E27FC236}">
                <a16:creationId xmlns:a16="http://schemas.microsoft.com/office/drawing/2014/main" id="{45EC652E-68DD-D6CC-BCE0-87EE376AED8A}"/>
              </a:ext>
            </a:extLst>
          </p:cNvPr>
          <p:cNvPicPr>
            <a:picLocks noChangeAspect="1"/>
          </p:cNvPicPr>
          <p:nvPr/>
        </p:nvPicPr>
        <p:blipFill>
          <a:blip r:embed="rId3">
            <a:extLst>
              <a:ext uri="{28A0092B-C50C-407E-A947-70E740481C1C}">
                <a14:useLocalDpi xmlns:a14="http://schemas.microsoft.com/office/drawing/2010/main" val="0"/>
              </a:ext>
            </a:extLst>
          </a:blip>
          <a:srcRect l="-418" t="9068" r="7175" b="5694"/>
          <a:stretch/>
        </p:blipFill>
        <p:spPr>
          <a:xfrm>
            <a:off x="1767396" y="262977"/>
            <a:ext cx="8657207" cy="6595023"/>
          </a:xfrm>
          <a:prstGeom prst="rect">
            <a:avLst/>
          </a:prstGeom>
        </p:spPr>
      </p:pic>
    </p:spTree>
    <p:extLst>
      <p:ext uri="{BB962C8B-B14F-4D97-AF65-F5344CB8AC3E}">
        <p14:creationId xmlns:p14="http://schemas.microsoft.com/office/powerpoint/2010/main" val="16677273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D341D6-B28F-E871-9AA1-BCE99CE8086B}"/>
            </a:ext>
          </a:extLst>
        </p:cNvPr>
        <p:cNvGrpSpPr/>
        <p:nvPr/>
      </p:nvGrpSpPr>
      <p:grpSpPr>
        <a:xfrm>
          <a:off x="0" y="0"/>
          <a:ext cx="0" cy="0"/>
          <a:chOff x="0" y="0"/>
          <a:chExt cx="0" cy="0"/>
        </a:xfrm>
      </p:grpSpPr>
      <p:sp>
        <p:nvSpPr>
          <p:cNvPr id="47" name="椭圆 13">
            <a:extLst>
              <a:ext uri="{FF2B5EF4-FFF2-40B4-BE49-F238E27FC236}">
                <a16:creationId xmlns:a16="http://schemas.microsoft.com/office/drawing/2014/main" id="{BE07D92B-5AA7-ADF7-D813-D663FB632EFD}"/>
              </a:ext>
            </a:extLst>
          </p:cNvPr>
          <p:cNvSpPr/>
          <p:nvPr/>
        </p:nvSpPr>
        <p:spPr>
          <a:xfrm>
            <a:off x="5229135" y="2326081"/>
            <a:ext cx="755387" cy="708526"/>
          </a:xfrm>
          <a:custGeom>
            <a:avLst/>
            <a:gdLst>
              <a:gd name="connsiteX0" fmla="*/ 258582 w 606298"/>
              <a:gd name="connsiteY0" fmla="*/ 455598 h 568686"/>
              <a:gd name="connsiteX1" fmla="*/ 303149 w 606298"/>
              <a:gd name="connsiteY1" fmla="*/ 490637 h 568686"/>
              <a:gd name="connsiteX2" fmla="*/ 347716 w 606298"/>
              <a:gd name="connsiteY2" fmla="*/ 455598 h 568686"/>
              <a:gd name="connsiteX3" fmla="*/ 311784 w 606298"/>
              <a:gd name="connsiteY3" fmla="*/ 456896 h 568686"/>
              <a:gd name="connsiteX4" fmla="*/ 294607 w 606298"/>
              <a:gd name="connsiteY4" fmla="*/ 456896 h 568686"/>
              <a:gd name="connsiteX5" fmla="*/ 258582 w 606298"/>
              <a:gd name="connsiteY5" fmla="*/ 455598 h 568686"/>
              <a:gd name="connsiteX6" fmla="*/ 482810 w 606298"/>
              <a:gd name="connsiteY6" fmla="*/ 426955 h 568686"/>
              <a:gd name="connsiteX7" fmla="*/ 402311 w 606298"/>
              <a:gd name="connsiteY7" fmla="*/ 449202 h 568686"/>
              <a:gd name="connsiteX8" fmla="*/ 391633 w 606298"/>
              <a:gd name="connsiteY8" fmla="*/ 460233 h 568686"/>
              <a:gd name="connsiteX9" fmla="*/ 333696 w 606298"/>
              <a:gd name="connsiteY9" fmla="*/ 510752 h 568686"/>
              <a:gd name="connsiteX10" fmla="*/ 407603 w 606298"/>
              <a:gd name="connsiteY10" fmla="*/ 533647 h 568686"/>
              <a:gd name="connsiteX11" fmla="*/ 445578 w 606298"/>
              <a:gd name="connsiteY11" fmla="*/ 523358 h 568686"/>
              <a:gd name="connsiteX12" fmla="*/ 482810 w 606298"/>
              <a:gd name="connsiteY12" fmla="*/ 426955 h 568686"/>
              <a:gd name="connsiteX13" fmla="*/ 123488 w 606298"/>
              <a:gd name="connsiteY13" fmla="*/ 426955 h 568686"/>
              <a:gd name="connsiteX14" fmla="*/ 160720 w 606298"/>
              <a:gd name="connsiteY14" fmla="*/ 523358 h 568686"/>
              <a:gd name="connsiteX15" fmla="*/ 198788 w 606298"/>
              <a:gd name="connsiteY15" fmla="*/ 533647 h 568686"/>
              <a:gd name="connsiteX16" fmla="*/ 272602 w 606298"/>
              <a:gd name="connsiteY16" fmla="*/ 510752 h 568686"/>
              <a:gd name="connsiteX17" fmla="*/ 214665 w 606298"/>
              <a:gd name="connsiteY17" fmla="*/ 460233 h 568686"/>
              <a:gd name="connsiteX18" fmla="*/ 204080 w 606298"/>
              <a:gd name="connsiteY18" fmla="*/ 449202 h 568686"/>
              <a:gd name="connsiteX19" fmla="*/ 123488 w 606298"/>
              <a:gd name="connsiteY19" fmla="*/ 426955 h 568686"/>
              <a:gd name="connsiteX20" fmla="*/ 469069 w 606298"/>
              <a:gd name="connsiteY20" fmla="*/ 346681 h 568686"/>
              <a:gd name="connsiteX21" fmla="*/ 450777 w 606298"/>
              <a:gd name="connsiteY21" fmla="*/ 374953 h 568686"/>
              <a:gd name="connsiteX22" fmla="*/ 449292 w 606298"/>
              <a:gd name="connsiteY22" fmla="*/ 377178 h 568686"/>
              <a:gd name="connsiteX23" fmla="*/ 425523 w 606298"/>
              <a:gd name="connsiteY23" fmla="*/ 409250 h 568686"/>
              <a:gd name="connsiteX24" fmla="*/ 479189 w 606298"/>
              <a:gd name="connsiteY24" fmla="*/ 391360 h 568686"/>
              <a:gd name="connsiteX25" fmla="*/ 469069 w 606298"/>
              <a:gd name="connsiteY25" fmla="*/ 346681 h 568686"/>
              <a:gd name="connsiteX26" fmla="*/ 137229 w 606298"/>
              <a:gd name="connsiteY26" fmla="*/ 346681 h 568686"/>
              <a:gd name="connsiteX27" fmla="*/ 127109 w 606298"/>
              <a:gd name="connsiteY27" fmla="*/ 391360 h 568686"/>
              <a:gd name="connsiteX28" fmla="*/ 180868 w 606298"/>
              <a:gd name="connsiteY28" fmla="*/ 409250 h 568686"/>
              <a:gd name="connsiteX29" fmla="*/ 157006 w 606298"/>
              <a:gd name="connsiteY29" fmla="*/ 377178 h 568686"/>
              <a:gd name="connsiteX30" fmla="*/ 155521 w 606298"/>
              <a:gd name="connsiteY30" fmla="*/ 375046 h 568686"/>
              <a:gd name="connsiteX31" fmla="*/ 137229 w 606298"/>
              <a:gd name="connsiteY31" fmla="*/ 346681 h 568686"/>
              <a:gd name="connsiteX32" fmla="*/ 303114 w 606298"/>
              <a:gd name="connsiteY32" fmla="*/ 237523 h 568686"/>
              <a:gd name="connsiteX33" fmla="*/ 350005 w 606298"/>
              <a:gd name="connsiteY33" fmla="*/ 284343 h 568686"/>
              <a:gd name="connsiteX34" fmla="*/ 303114 w 606298"/>
              <a:gd name="connsiteY34" fmla="*/ 331163 h 568686"/>
              <a:gd name="connsiteX35" fmla="*/ 256223 w 606298"/>
              <a:gd name="connsiteY35" fmla="*/ 284343 h 568686"/>
              <a:gd name="connsiteX36" fmla="*/ 303114 w 606298"/>
              <a:gd name="connsiteY36" fmla="*/ 237523 h 568686"/>
              <a:gd name="connsiteX37" fmla="*/ 517257 w 606298"/>
              <a:gd name="connsiteY37" fmla="*/ 210604 h 568686"/>
              <a:gd name="connsiteX38" fmla="*/ 516792 w 606298"/>
              <a:gd name="connsiteY38" fmla="*/ 213292 h 568686"/>
              <a:gd name="connsiteX39" fmla="*/ 490888 w 606298"/>
              <a:gd name="connsiteY39" fmla="*/ 303392 h 568686"/>
              <a:gd name="connsiteX40" fmla="*/ 511500 w 606298"/>
              <a:gd name="connsiteY40" fmla="*/ 374953 h 568686"/>
              <a:gd name="connsiteX41" fmla="*/ 572130 w 606298"/>
              <a:gd name="connsiteY41" fmla="*/ 290971 h 568686"/>
              <a:gd name="connsiteX42" fmla="*/ 517257 w 606298"/>
              <a:gd name="connsiteY42" fmla="*/ 210604 h 568686"/>
              <a:gd name="connsiteX43" fmla="*/ 89041 w 606298"/>
              <a:gd name="connsiteY43" fmla="*/ 210604 h 568686"/>
              <a:gd name="connsiteX44" fmla="*/ 34168 w 606298"/>
              <a:gd name="connsiteY44" fmla="*/ 290971 h 568686"/>
              <a:gd name="connsiteX45" fmla="*/ 94798 w 606298"/>
              <a:gd name="connsiteY45" fmla="*/ 374953 h 568686"/>
              <a:gd name="connsiteX46" fmla="*/ 115410 w 606298"/>
              <a:gd name="connsiteY46" fmla="*/ 303392 h 568686"/>
              <a:gd name="connsiteX47" fmla="*/ 89506 w 606298"/>
              <a:gd name="connsiteY47" fmla="*/ 213292 h 568686"/>
              <a:gd name="connsiteX48" fmla="*/ 419952 w 606298"/>
              <a:gd name="connsiteY48" fmla="*/ 171487 h 568686"/>
              <a:gd name="connsiteX49" fmla="*/ 438893 w 606298"/>
              <a:gd name="connsiteY49" fmla="*/ 199666 h 568686"/>
              <a:gd name="connsiteX50" fmla="*/ 470833 w 606298"/>
              <a:gd name="connsiteY50" fmla="*/ 256952 h 568686"/>
              <a:gd name="connsiteX51" fmla="*/ 484017 w 606298"/>
              <a:gd name="connsiteY51" fmla="*/ 200407 h 568686"/>
              <a:gd name="connsiteX52" fmla="*/ 484946 w 606298"/>
              <a:gd name="connsiteY52" fmla="*/ 193085 h 568686"/>
              <a:gd name="connsiteX53" fmla="*/ 419952 w 606298"/>
              <a:gd name="connsiteY53" fmla="*/ 171487 h 568686"/>
              <a:gd name="connsiteX54" fmla="*/ 186346 w 606298"/>
              <a:gd name="connsiteY54" fmla="*/ 171487 h 568686"/>
              <a:gd name="connsiteX55" fmla="*/ 121352 w 606298"/>
              <a:gd name="connsiteY55" fmla="*/ 193085 h 568686"/>
              <a:gd name="connsiteX56" fmla="*/ 122281 w 606298"/>
              <a:gd name="connsiteY56" fmla="*/ 200407 h 568686"/>
              <a:gd name="connsiteX57" fmla="*/ 135465 w 606298"/>
              <a:gd name="connsiteY57" fmla="*/ 256952 h 568686"/>
              <a:gd name="connsiteX58" fmla="*/ 167405 w 606298"/>
              <a:gd name="connsiteY58" fmla="*/ 199666 h 568686"/>
              <a:gd name="connsiteX59" fmla="*/ 186346 w 606298"/>
              <a:gd name="connsiteY59" fmla="*/ 171487 h 568686"/>
              <a:gd name="connsiteX60" fmla="*/ 303149 w 606298"/>
              <a:gd name="connsiteY60" fmla="*/ 159459 h 568686"/>
              <a:gd name="connsiteX61" fmla="*/ 236113 w 606298"/>
              <a:gd name="connsiteY61" fmla="*/ 162866 h 568686"/>
              <a:gd name="connsiteX62" fmla="*/ 196559 w 606298"/>
              <a:gd name="connsiteY62" fmla="*/ 218020 h 568686"/>
              <a:gd name="connsiteX63" fmla="*/ 153385 w 606298"/>
              <a:gd name="connsiteY63" fmla="*/ 301260 h 568686"/>
              <a:gd name="connsiteX64" fmla="*/ 184118 w 606298"/>
              <a:gd name="connsiteY64" fmla="*/ 356321 h 568686"/>
              <a:gd name="connsiteX65" fmla="*/ 222835 w 606298"/>
              <a:gd name="connsiteY65" fmla="*/ 406284 h 568686"/>
              <a:gd name="connsiteX66" fmla="*/ 227385 w 606298"/>
              <a:gd name="connsiteY66" fmla="*/ 411104 h 568686"/>
              <a:gd name="connsiteX67" fmla="*/ 234813 w 606298"/>
              <a:gd name="connsiteY67" fmla="*/ 419169 h 568686"/>
              <a:gd name="connsiteX68" fmla="*/ 294607 w 606298"/>
              <a:gd name="connsiteY68" fmla="*/ 422691 h 568686"/>
              <a:gd name="connsiteX69" fmla="*/ 311784 w 606298"/>
              <a:gd name="connsiteY69" fmla="*/ 422691 h 568686"/>
              <a:gd name="connsiteX70" fmla="*/ 371485 w 606298"/>
              <a:gd name="connsiteY70" fmla="*/ 419169 h 568686"/>
              <a:gd name="connsiteX71" fmla="*/ 378913 w 606298"/>
              <a:gd name="connsiteY71" fmla="*/ 411104 h 568686"/>
              <a:gd name="connsiteX72" fmla="*/ 383463 w 606298"/>
              <a:gd name="connsiteY72" fmla="*/ 406284 h 568686"/>
              <a:gd name="connsiteX73" fmla="*/ 422273 w 606298"/>
              <a:gd name="connsiteY73" fmla="*/ 356321 h 568686"/>
              <a:gd name="connsiteX74" fmla="*/ 452913 w 606298"/>
              <a:gd name="connsiteY74" fmla="*/ 301260 h 568686"/>
              <a:gd name="connsiteX75" fmla="*/ 409831 w 606298"/>
              <a:gd name="connsiteY75" fmla="*/ 218020 h 568686"/>
              <a:gd name="connsiteX76" fmla="*/ 370185 w 606298"/>
              <a:gd name="connsiteY76" fmla="*/ 162866 h 568686"/>
              <a:gd name="connsiteX77" fmla="*/ 303149 w 606298"/>
              <a:gd name="connsiteY77" fmla="*/ 159459 h 568686"/>
              <a:gd name="connsiteX78" fmla="*/ 303149 w 606298"/>
              <a:gd name="connsiteY78" fmla="*/ 95754 h 568686"/>
              <a:gd name="connsiteX79" fmla="*/ 269631 w 606298"/>
              <a:gd name="connsiteY79" fmla="*/ 125788 h 568686"/>
              <a:gd name="connsiteX80" fmla="*/ 336667 w 606298"/>
              <a:gd name="connsiteY80" fmla="*/ 125788 h 568686"/>
              <a:gd name="connsiteX81" fmla="*/ 303149 w 606298"/>
              <a:gd name="connsiteY81" fmla="*/ 95754 h 568686"/>
              <a:gd name="connsiteX82" fmla="*/ 413453 w 606298"/>
              <a:gd name="connsiteY82" fmla="*/ 34112 h 568686"/>
              <a:gd name="connsiteX83" fmla="*/ 326454 w 606298"/>
              <a:gd name="connsiteY83" fmla="*/ 70078 h 568686"/>
              <a:gd name="connsiteX84" fmla="*/ 388012 w 606298"/>
              <a:gd name="connsiteY84" fmla="*/ 130608 h 568686"/>
              <a:gd name="connsiteX85" fmla="*/ 490424 w 606298"/>
              <a:gd name="connsiteY85" fmla="*/ 158138 h 568686"/>
              <a:gd name="connsiteX86" fmla="*/ 490424 w 606298"/>
              <a:gd name="connsiteY86" fmla="*/ 156933 h 568686"/>
              <a:gd name="connsiteX87" fmla="*/ 453841 w 606298"/>
              <a:gd name="connsiteY87" fmla="*/ 45143 h 568686"/>
              <a:gd name="connsiteX88" fmla="*/ 413453 w 606298"/>
              <a:gd name="connsiteY88" fmla="*/ 34112 h 568686"/>
              <a:gd name="connsiteX89" fmla="*/ 192845 w 606298"/>
              <a:gd name="connsiteY89" fmla="*/ 34112 h 568686"/>
              <a:gd name="connsiteX90" fmla="*/ 152549 w 606298"/>
              <a:gd name="connsiteY90" fmla="*/ 45143 h 568686"/>
              <a:gd name="connsiteX91" fmla="*/ 115874 w 606298"/>
              <a:gd name="connsiteY91" fmla="*/ 156933 h 568686"/>
              <a:gd name="connsiteX92" fmla="*/ 115967 w 606298"/>
              <a:gd name="connsiteY92" fmla="*/ 158138 h 568686"/>
              <a:gd name="connsiteX93" fmla="*/ 218286 w 606298"/>
              <a:gd name="connsiteY93" fmla="*/ 130608 h 568686"/>
              <a:gd name="connsiteX94" fmla="*/ 279937 w 606298"/>
              <a:gd name="connsiteY94" fmla="*/ 70078 h 568686"/>
              <a:gd name="connsiteX95" fmla="*/ 192845 w 606298"/>
              <a:gd name="connsiteY95" fmla="*/ 34112 h 568686"/>
              <a:gd name="connsiteX96" fmla="*/ 192845 w 606298"/>
              <a:gd name="connsiteY96" fmla="*/ 0 h 568686"/>
              <a:gd name="connsiteX97" fmla="*/ 303149 w 606298"/>
              <a:gd name="connsiteY97" fmla="*/ 44494 h 568686"/>
              <a:gd name="connsiteX98" fmla="*/ 413453 w 606298"/>
              <a:gd name="connsiteY98" fmla="*/ 0 h 568686"/>
              <a:gd name="connsiteX99" fmla="*/ 472411 w 606298"/>
              <a:gd name="connsiteY99" fmla="*/ 16500 h 568686"/>
              <a:gd name="connsiteX100" fmla="*/ 515214 w 606298"/>
              <a:gd name="connsiteY100" fmla="*/ 78050 h 568686"/>
              <a:gd name="connsiteX101" fmla="*/ 524127 w 606298"/>
              <a:gd name="connsiteY101" fmla="*/ 167964 h 568686"/>
              <a:gd name="connsiteX102" fmla="*/ 524127 w 606298"/>
              <a:gd name="connsiteY102" fmla="*/ 174824 h 568686"/>
              <a:gd name="connsiteX103" fmla="*/ 606298 w 606298"/>
              <a:gd name="connsiteY103" fmla="*/ 290971 h 568686"/>
              <a:gd name="connsiteX104" fmla="*/ 516607 w 606298"/>
              <a:gd name="connsiteY104" fmla="*/ 411382 h 568686"/>
              <a:gd name="connsiteX105" fmla="*/ 516792 w 606298"/>
              <a:gd name="connsiteY105" fmla="*/ 413792 h 568686"/>
              <a:gd name="connsiteX106" fmla="*/ 464519 w 606298"/>
              <a:gd name="connsiteY106" fmla="*/ 553299 h 568686"/>
              <a:gd name="connsiteX107" fmla="*/ 408903 w 606298"/>
              <a:gd name="connsiteY107" fmla="*/ 568686 h 568686"/>
              <a:gd name="connsiteX108" fmla="*/ 303149 w 606298"/>
              <a:gd name="connsiteY108" fmla="*/ 532628 h 568686"/>
              <a:gd name="connsiteX109" fmla="*/ 197395 w 606298"/>
              <a:gd name="connsiteY109" fmla="*/ 568686 h 568686"/>
              <a:gd name="connsiteX110" fmla="*/ 141779 w 606298"/>
              <a:gd name="connsiteY110" fmla="*/ 553299 h 568686"/>
              <a:gd name="connsiteX111" fmla="*/ 89506 w 606298"/>
              <a:gd name="connsiteY111" fmla="*/ 413700 h 568686"/>
              <a:gd name="connsiteX112" fmla="*/ 89784 w 606298"/>
              <a:gd name="connsiteY112" fmla="*/ 411382 h 568686"/>
              <a:gd name="connsiteX113" fmla="*/ 0 w 606298"/>
              <a:gd name="connsiteY113" fmla="*/ 290971 h 568686"/>
              <a:gd name="connsiteX114" fmla="*/ 82171 w 606298"/>
              <a:gd name="connsiteY114" fmla="*/ 174824 h 568686"/>
              <a:gd name="connsiteX115" fmla="*/ 82171 w 606298"/>
              <a:gd name="connsiteY115" fmla="*/ 167964 h 568686"/>
              <a:gd name="connsiteX116" fmla="*/ 91084 w 606298"/>
              <a:gd name="connsiteY116" fmla="*/ 78050 h 568686"/>
              <a:gd name="connsiteX117" fmla="*/ 133887 w 606298"/>
              <a:gd name="connsiteY117" fmla="*/ 16500 h 568686"/>
              <a:gd name="connsiteX118" fmla="*/ 192845 w 606298"/>
              <a:gd name="connsiteY118" fmla="*/ 0 h 5686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606298" h="568686">
                <a:moveTo>
                  <a:pt x="258582" y="455598"/>
                </a:moveTo>
                <a:cubicBezTo>
                  <a:pt x="273159" y="469039"/>
                  <a:pt x="288200" y="480811"/>
                  <a:pt x="303149" y="490637"/>
                </a:cubicBezTo>
                <a:cubicBezTo>
                  <a:pt x="318190" y="480811"/>
                  <a:pt x="333139" y="469039"/>
                  <a:pt x="347716" y="455598"/>
                </a:cubicBezTo>
                <a:cubicBezTo>
                  <a:pt x="335274" y="456432"/>
                  <a:pt x="323483" y="456896"/>
                  <a:pt x="311784" y="456896"/>
                </a:cubicBezTo>
                <a:lnTo>
                  <a:pt x="294607" y="456896"/>
                </a:lnTo>
                <a:cubicBezTo>
                  <a:pt x="282908" y="456896"/>
                  <a:pt x="271024" y="456432"/>
                  <a:pt x="258582" y="455598"/>
                </a:cubicBezTo>
                <a:close/>
                <a:moveTo>
                  <a:pt x="482810" y="426955"/>
                </a:moveTo>
                <a:cubicBezTo>
                  <a:pt x="458020" y="436688"/>
                  <a:pt x="431001" y="444104"/>
                  <a:pt x="402311" y="449202"/>
                </a:cubicBezTo>
                <a:lnTo>
                  <a:pt x="391633" y="460233"/>
                </a:lnTo>
                <a:cubicBezTo>
                  <a:pt x="373249" y="479421"/>
                  <a:pt x="353751" y="496384"/>
                  <a:pt x="333696" y="510752"/>
                </a:cubicBezTo>
                <a:cubicBezTo>
                  <a:pt x="360436" y="525768"/>
                  <a:pt x="385877" y="533647"/>
                  <a:pt x="407603" y="533647"/>
                </a:cubicBezTo>
                <a:cubicBezTo>
                  <a:pt x="421995" y="533647"/>
                  <a:pt x="434808" y="530218"/>
                  <a:pt x="445578" y="523358"/>
                </a:cubicBezTo>
                <a:cubicBezTo>
                  <a:pt x="470833" y="507507"/>
                  <a:pt x="484017" y="473303"/>
                  <a:pt x="482810" y="426955"/>
                </a:cubicBezTo>
                <a:close/>
                <a:moveTo>
                  <a:pt x="123488" y="426955"/>
                </a:moveTo>
                <a:cubicBezTo>
                  <a:pt x="122281" y="473303"/>
                  <a:pt x="135465" y="507507"/>
                  <a:pt x="160720" y="523358"/>
                </a:cubicBezTo>
                <a:cubicBezTo>
                  <a:pt x="171490" y="530218"/>
                  <a:pt x="184303" y="533647"/>
                  <a:pt x="198788" y="533647"/>
                </a:cubicBezTo>
                <a:cubicBezTo>
                  <a:pt x="220421" y="533647"/>
                  <a:pt x="245862" y="525768"/>
                  <a:pt x="272602" y="510752"/>
                </a:cubicBezTo>
                <a:cubicBezTo>
                  <a:pt x="252547" y="496384"/>
                  <a:pt x="233142" y="479421"/>
                  <a:pt x="214665" y="460233"/>
                </a:cubicBezTo>
                <a:lnTo>
                  <a:pt x="204080" y="449202"/>
                </a:lnTo>
                <a:cubicBezTo>
                  <a:pt x="175297" y="444104"/>
                  <a:pt x="148278" y="436688"/>
                  <a:pt x="123488" y="426955"/>
                </a:cubicBezTo>
                <a:close/>
                <a:moveTo>
                  <a:pt x="469069" y="346681"/>
                </a:moveTo>
                <a:cubicBezTo>
                  <a:pt x="463591" y="356043"/>
                  <a:pt x="457555" y="365313"/>
                  <a:pt x="450777" y="374953"/>
                </a:cubicBezTo>
                <a:lnTo>
                  <a:pt x="449292" y="377178"/>
                </a:lnTo>
                <a:cubicBezTo>
                  <a:pt x="437686" y="393770"/>
                  <a:pt x="434529" y="398405"/>
                  <a:pt x="425523" y="409250"/>
                </a:cubicBezTo>
                <a:cubicBezTo>
                  <a:pt x="444464" y="404523"/>
                  <a:pt x="462476" y="398497"/>
                  <a:pt x="479189" y="391360"/>
                </a:cubicBezTo>
                <a:cubicBezTo>
                  <a:pt x="476961" y="376992"/>
                  <a:pt x="473525" y="361976"/>
                  <a:pt x="469069" y="346681"/>
                </a:cubicBezTo>
                <a:close/>
                <a:moveTo>
                  <a:pt x="137229" y="346681"/>
                </a:moveTo>
                <a:cubicBezTo>
                  <a:pt x="132773" y="361976"/>
                  <a:pt x="129337" y="376992"/>
                  <a:pt x="127109" y="391360"/>
                </a:cubicBezTo>
                <a:cubicBezTo>
                  <a:pt x="143822" y="398497"/>
                  <a:pt x="161834" y="404523"/>
                  <a:pt x="180868" y="409250"/>
                </a:cubicBezTo>
                <a:cubicBezTo>
                  <a:pt x="171769" y="398312"/>
                  <a:pt x="168426" y="393492"/>
                  <a:pt x="157006" y="377178"/>
                </a:cubicBezTo>
                <a:lnTo>
                  <a:pt x="155521" y="375046"/>
                </a:lnTo>
                <a:cubicBezTo>
                  <a:pt x="148743" y="365313"/>
                  <a:pt x="142800" y="356043"/>
                  <a:pt x="137229" y="346681"/>
                </a:cubicBezTo>
                <a:close/>
                <a:moveTo>
                  <a:pt x="303114" y="237523"/>
                </a:moveTo>
                <a:cubicBezTo>
                  <a:pt x="329011" y="237523"/>
                  <a:pt x="350005" y="258485"/>
                  <a:pt x="350005" y="284343"/>
                </a:cubicBezTo>
                <a:cubicBezTo>
                  <a:pt x="350005" y="310201"/>
                  <a:pt x="329011" y="331163"/>
                  <a:pt x="303114" y="331163"/>
                </a:cubicBezTo>
                <a:cubicBezTo>
                  <a:pt x="277217" y="331163"/>
                  <a:pt x="256223" y="310201"/>
                  <a:pt x="256223" y="284343"/>
                </a:cubicBezTo>
                <a:cubicBezTo>
                  <a:pt x="256223" y="258485"/>
                  <a:pt x="277217" y="237523"/>
                  <a:pt x="303114" y="237523"/>
                </a:cubicBezTo>
                <a:close/>
                <a:moveTo>
                  <a:pt x="517257" y="210604"/>
                </a:moveTo>
                <a:lnTo>
                  <a:pt x="516792" y="213292"/>
                </a:lnTo>
                <a:cubicBezTo>
                  <a:pt x="511593" y="245550"/>
                  <a:pt x="503144" y="275027"/>
                  <a:pt x="490888" y="303392"/>
                </a:cubicBezTo>
                <a:cubicBezTo>
                  <a:pt x="500173" y="327771"/>
                  <a:pt x="507043" y="351872"/>
                  <a:pt x="511500" y="374953"/>
                </a:cubicBezTo>
                <a:cubicBezTo>
                  <a:pt x="550682" y="351223"/>
                  <a:pt x="572130" y="321560"/>
                  <a:pt x="572130" y="290971"/>
                </a:cubicBezTo>
                <a:cubicBezTo>
                  <a:pt x="572130" y="262143"/>
                  <a:pt x="552725" y="233778"/>
                  <a:pt x="517257" y="210604"/>
                </a:cubicBezTo>
                <a:close/>
                <a:moveTo>
                  <a:pt x="89041" y="210604"/>
                </a:moveTo>
                <a:cubicBezTo>
                  <a:pt x="53573" y="233778"/>
                  <a:pt x="34168" y="262143"/>
                  <a:pt x="34168" y="290971"/>
                </a:cubicBezTo>
                <a:cubicBezTo>
                  <a:pt x="34168" y="321560"/>
                  <a:pt x="55616" y="351223"/>
                  <a:pt x="94798" y="374953"/>
                </a:cubicBezTo>
                <a:cubicBezTo>
                  <a:pt x="99255" y="351872"/>
                  <a:pt x="106218" y="327771"/>
                  <a:pt x="115410" y="303392"/>
                </a:cubicBezTo>
                <a:cubicBezTo>
                  <a:pt x="103247" y="275027"/>
                  <a:pt x="94705" y="245550"/>
                  <a:pt x="89506" y="213292"/>
                </a:cubicBezTo>
                <a:close/>
                <a:moveTo>
                  <a:pt x="419952" y="171487"/>
                </a:moveTo>
                <a:cubicBezTo>
                  <a:pt x="426451" y="180571"/>
                  <a:pt x="432765" y="190026"/>
                  <a:pt x="438893" y="199666"/>
                </a:cubicBezTo>
                <a:cubicBezTo>
                  <a:pt x="450777" y="218576"/>
                  <a:pt x="461548" y="237856"/>
                  <a:pt x="470833" y="256952"/>
                </a:cubicBezTo>
                <a:cubicBezTo>
                  <a:pt x="477146" y="237949"/>
                  <a:pt x="481510" y="219410"/>
                  <a:pt x="484017" y="200407"/>
                </a:cubicBezTo>
                <a:lnTo>
                  <a:pt x="484946" y="193085"/>
                </a:lnTo>
                <a:cubicBezTo>
                  <a:pt x="465633" y="184278"/>
                  <a:pt x="443814" y="177048"/>
                  <a:pt x="419952" y="171487"/>
                </a:cubicBezTo>
                <a:close/>
                <a:moveTo>
                  <a:pt x="186346" y="171487"/>
                </a:moveTo>
                <a:cubicBezTo>
                  <a:pt x="162577" y="177048"/>
                  <a:pt x="140758" y="184278"/>
                  <a:pt x="121352" y="193085"/>
                </a:cubicBezTo>
                <a:lnTo>
                  <a:pt x="122281" y="200407"/>
                </a:lnTo>
                <a:cubicBezTo>
                  <a:pt x="124881" y="219410"/>
                  <a:pt x="129152" y="237949"/>
                  <a:pt x="135465" y="256952"/>
                </a:cubicBezTo>
                <a:cubicBezTo>
                  <a:pt x="144750" y="237856"/>
                  <a:pt x="155521" y="218576"/>
                  <a:pt x="167405" y="199666"/>
                </a:cubicBezTo>
                <a:cubicBezTo>
                  <a:pt x="173533" y="190026"/>
                  <a:pt x="179847" y="180571"/>
                  <a:pt x="186346" y="171487"/>
                </a:cubicBezTo>
                <a:close/>
                <a:moveTo>
                  <a:pt x="303149" y="159459"/>
                </a:moveTo>
                <a:cubicBezTo>
                  <a:pt x="279473" y="159459"/>
                  <a:pt x="255797" y="160595"/>
                  <a:pt x="236113" y="162866"/>
                </a:cubicBezTo>
                <a:cubicBezTo>
                  <a:pt x="222000" y="180200"/>
                  <a:pt x="208630" y="198739"/>
                  <a:pt x="196559" y="218020"/>
                </a:cubicBezTo>
                <a:cubicBezTo>
                  <a:pt x="179754" y="244438"/>
                  <a:pt x="165270" y="272432"/>
                  <a:pt x="153385" y="301260"/>
                </a:cubicBezTo>
                <a:cubicBezTo>
                  <a:pt x="162020" y="318965"/>
                  <a:pt x="172047" y="337040"/>
                  <a:pt x="184118" y="356321"/>
                </a:cubicBezTo>
                <a:cubicBezTo>
                  <a:pt x="199809" y="381534"/>
                  <a:pt x="207980" y="390340"/>
                  <a:pt x="222835" y="406284"/>
                </a:cubicBezTo>
                <a:cubicBezTo>
                  <a:pt x="224321" y="407767"/>
                  <a:pt x="225807" y="409436"/>
                  <a:pt x="227385" y="411104"/>
                </a:cubicBezTo>
                <a:lnTo>
                  <a:pt x="234813" y="419169"/>
                </a:lnTo>
                <a:cubicBezTo>
                  <a:pt x="254218" y="421486"/>
                  <a:pt x="274273" y="422691"/>
                  <a:pt x="294607" y="422691"/>
                </a:cubicBezTo>
                <a:lnTo>
                  <a:pt x="311784" y="422691"/>
                </a:lnTo>
                <a:cubicBezTo>
                  <a:pt x="332025" y="422691"/>
                  <a:pt x="352080" y="421486"/>
                  <a:pt x="371485" y="419169"/>
                </a:cubicBezTo>
                <a:lnTo>
                  <a:pt x="378913" y="411104"/>
                </a:lnTo>
                <a:cubicBezTo>
                  <a:pt x="380491" y="409436"/>
                  <a:pt x="382070" y="407767"/>
                  <a:pt x="383463" y="406284"/>
                </a:cubicBezTo>
                <a:cubicBezTo>
                  <a:pt x="398318" y="390340"/>
                  <a:pt x="406489" y="381534"/>
                  <a:pt x="422273" y="356321"/>
                </a:cubicBezTo>
                <a:cubicBezTo>
                  <a:pt x="434343" y="337040"/>
                  <a:pt x="444371" y="318965"/>
                  <a:pt x="452913" y="301260"/>
                </a:cubicBezTo>
                <a:cubicBezTo>
                  <a:pt x="441028" y="272432"/>
                  <a:pt x="426544" y="244438"/>
                  <a:pt x="409831" y="218020"/>
                </a:cubicBezTo>
                <a:cubicBezTo>
                  <a:pt x="397668" y="198739"/>
                  <a:pt x="384391" y="180200"/>
                  <a:pt x="370185" y="162866"/>
                </a:cubicBezTo>
                <a:cubicBezTo>
                  <a:pt x="350502" y="160595"/>
                  <a:pt x="326825" y="159459"/>
                  <a:pt x="303149" y="159459"/>
                </a:cubicBezTo>
                <a:close/>
                <a:moveTo>
                  <a:pt x="303149" y="95754"/>
                </a:moveTo>
                <a:cubicBezTo>
                  <a:pt x="291729" y="104931"/>
                  <a:pt x="280494" y="115035"/>
                  <a:pt x="269631" y="125788"/>
                </a:cubicBezTo>
                <a:cubicBezTo>
                  <a:pt x="288758" y="124861"/>
                  <a:pt x="317540" y="124861"/>
                  <a:pt x="336667" y="125788"/>
                </a:cubicBezTo>
                <a:cubicBezTo>
                  <a:pt x="325897" y="115035"/>
                  <a:pt x="314662" y="104931"/>
                  <a:pt x="303149" y="95754"/>
                </a:cubicBezTo>
                <a:close/>
                <a:moveTo>
                  <a:pt x="413453" y="34112"/>
                </a:moveTo>
                <a:cubicBezTo>
                  <a:pt x="388941" y="34112"/>
                  <a:pt x="359693" y="46162"/>
                  <a:pt x="326454" y="70078"/>
                </a:cubicBezTo>
                <a:cubicBezTo>
                  <a:pt x="347530" y="87226"/>
                  <a:pt x="368235" y="107619"/>
                  <a:pt x="388012" y="130608"/>
                </a:cubicBezTo>
                <a:cubicBezTo>
                  <a:pt x="425801" y="136077"/>
                  <a:pt x="460155" y="145346"/>
                  <a:pt x="490424" y="158138"/>
                </a:cubicBezTo>
                <a:lnTo>
                  <a:pt x="490424" y="156933"/>
                </a:lnTo>
                <a:cubicBezTo>
                  <a:pt x="493023" y="105117"/>
                  <a:pt x="478632" y="61179"/>
                  <a:pt x="453841" y="45143"/>
                </a:cubicBezTo>
                <a:cubicBezTo>
                  <a:pt x="442607" y="37820"/>
                  <a:pt x="428958" y="34112"/>
                  <a:pt x="413453" y="34112"/>
                </a:cubicBezTo>
                <a:close/>
                <a:moveTo>
                  <a:pt x="192845" y="34112"/>
                </a:moveTo>
                <a:cubicBezTo>
                  <a:pt x="177340" y="34112"/>
                  <a:pt x="163784" y="37820"/>
                  <a:pt x="152549" y="45143"/>
                </a:cubicBezTo>
                <a:cubicBezTo>
                  <a:pt x="127759" y="61179"/>
                  <a:pt x="113368" y="105117"/>
                  <a:pt x="115874" y="156933"/>
                </a:cubicBezTo>
                <a:lnTo>
                  <a:pt x="115967" y="158138"/>
                </a:lnTo>
                <a:cubicBezTo>
                  <a:pt x="146143" y="145346"/>
                  <a:pt x="180497" y="136077"/>
                  <a:pt x="218286" y="130608"/>
                </a:cubicBezTo>
                <a:cubicBezTo>
                  <a:pt x="238062" y="107619"/>
                  <a:pt x="258768" y="87226"/>
                  <a:pt x="279937" y="70078"/>
                </a:cubicBezTo>
                <a:cubicBezTo>
                  <a:pt x="246697" y="46162"/>
                  <a:pt x="217450" y="34112"/>
                  <a:pt x="192845" y="34112"/>
                </a:cubicBezTo>
                <a:close/>
                <a:moveTo>
                  <a:pt x="192845" y="0"/>
                </a:moveTo>
                <a:cubicBezTo>
                  <a:pt x="225342" y="0"/>
                  <a:pt x="262482" y="14924"/>
                  <a:pt x="303149" y="44494"/>
                </a:cubicBezTo>
                <a:cubicBezTo>
                  <a:pt x="343816" y="14924"/>
                  <a:pt x="380956" y="0"/>
                  <a:pt x="413453" y="0"/>
                </a:cubicBezTo>
                <a:cubicBezTo>
                  <a:pt x="435643" y="0"/>
                  <a:pt x="455513" y="5562"/>
                  <a:pt x="472411" y="16500"/>
                </a:cubicBezTo>
                <a:cubicBezTo>
                  <a:pt x="491445" y="28828"/>
                  <a:pt x="506208" y="50148"/>
                  <a:pt x="515214" y="78050"/>
                </a:cubicBezTo>
                <a:cubicBezTo>
                  <a:pt x="523756" y="104468"/>
                  <a:pt x="526820" y="135613"/>
                  <a:pt x="524127" y="167964"/>
                </a:cubicBezTo>
                <a:lnTo>
                  <a:pt x="524127" y="174824"/>
                </a:lnTo>
                <a:cubicBezTo>
                  <a:pt x="577144" y="205506"/>
                  <a:pt x="606298" y="246662"/>
                  <a:pt x="606298" y="290971"/>
                </a:cubicBezTo>
                <a:cubicBezTo>
                  <a:pt x="606298" y="337597"/>
                  <a:pt x="574451" y="380236"/>
                  <a:pt x="516607" y="411382"/>
                </a:cubicBezTo>
                <a:cubicBezTo>
                  <a:pt x="516700" y="412216"/>
                  <a:pt x="516792" y="412958"/>
                  <a:pt x="516792" y="413792"/>
                </a:cubicBezTo>
                <a:cubicBezTo>
                  <a:pt x="521528" y="479513"/>
                  <a:pt x="503051" y="529105"/>
                  <a:pt x="464519" y="553299"/>
                </a:cubicBezTo>
                <a:cubicBezTo>
                  <a:pt x="448363" y="563495"/>
                  <a:pt x="429701" y="568686"/>
                  <a:pt x="408903" y="568686"/>
                </a:cubicBezTo>
                <a:cubicBezTo>
                  <a:pt x="376870" y="568686"/>
                  <a:pt x="340381" y="556172"/>
                  <a:pt x="303149" y="532628"/>
                </a:cubicBezTo>
                <a:cubicBezTo>
                  <a:pt x="266010" y="556172"/>
                  <a:pt x="229428" y="568686"/>
                  <a:pt x="197395" y="568686"/>
                </a:cubicBezTo>
                <a:cubicBezTo>
                  <a:pt x="176690" y="568686"/>
                  <a:pt x="157935" y="563495"/>
                  <a:pt x="141779" y="553299"/>
                </a:cubicBezTo>
                <a:cubicBezTo>
                  <a:pt x="103340" y="529105"/>
                  <a:pt x="84770" y="479513"/>
                  <a:pt x="89506" y="413700"/>
                </a:cubicBezTo>
                <a:cubicBezTo>
                  <a:pt x="89598" y="412958"/>
                  <a:pt x="89691" y="412124"/>
                  <a:pt x="89784" y="411382"/>
                </a:cubicBezTo>
                <a:cubicBezTo>
                  <a:pt x="31847" y="380236"/>
                  <a:pt x="0" y="337597"/>
                  <a:pt x="0" y="290971"/>
                </a:cubicBezTo>
                <a:cubicBezTo>
                  <a:pt x="0" y="246662"/>
                  <a:pt x="29154" y="205506"/>
                  <a:pt x="82171" y="174824"/>
                </a:cubicBezTo>
                <a:lnTo>
                  <a:pt x="82171" y="167964"/>
                </a:lnTo>
                <a:cubicBezTo>
                  <a:pt x="79478" y="135613"/>
                  <a:pt x="82542" y="104468"/>
                  <a:pt x="91084" y="78050"/>
                </a:cubicBezTo>
                <a:cubicBezTo>
                  <a:pt x="100090" y="50148"/>
                  <a:pt x="114946" y="28828"/>
                  <a:pt x="133887" y="16500"/>
                </a:cubicBezTo>
                <a:cubicBezTo>
                  <a:pt x="150785" y="5562"/>
                  <a:pt x="170655" y="0"/>
                  <a:pt x="19284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cs typeface="+mn-ea"/>
              <a:sym typeface="+mn-lt"/>
            </a:endParaRPr>
          </a:p>
        </p:txBody>
      </p:sp>
      <p:sp>
        <p:nvSpPr>
          <p:cNvPr id="48" name="椭圆 45">
            <a:extLst>
              <a:ext uri="{FF2B5EF4-FFF2-40B4-BE49-F238E27FC236}">
                <a16:creationId xmlns:a16="http://schemas.microsoft.com/office/drawing/2014/main" id="{676B0350-E5C6-9618-507E-DE823F9EBB84}"/>
              </a:ext>
            </a:extLst>
          </p:cNvPr>
          <p:cNvSpPr/>
          <p:nvPr/>
        </p:nvSpPr>
        <p:spPr>
          <a:xfrm>
            <a:off x="8551177" y="2313474"/>
            <a:ext cx="755387" cy="733741"/>
          </a:xfrm>
          <a:custGeom>
            <a:avLst/>
            <a:gdLst>
              <a:gd name="connsiteX0" fmla="*/ 357006 w 608274"/>
              <a:gd name="connsiteY0" fmla="*/ 315793 h 590844"/>
              <a:gd name="connsiteX1" fmla="*/ 344664 w 608274"/>
              <a:gd name="connsiteY1" fmla="*/ 351821 h 590844"/>
              <a:gd name="connsiteX2" fmla="*/ 552405 w 608274"/>
              <a:gd name="connsiteY2" fmla="*/ 559238 h 590844"/>
              <a:gd name="connsiteX3" fmla="*/ 554572 w 608274"/>
              <a:gd name="connsiteY3" fmla="*/ 560178 h 590844"/>
              <a:gd name="connsiteX4" fmla="*/ 554666 w 608274"/>
              <a:gd name="connsiteY4" fmla="*/ 560178 h 590844"/>
              <a:gd name="connsiteX5" fmla="*/ 556928 w 608274"/>
              <a:gd name="connsiteY5" fmla="*/ 559238 h 590844"/>
              <a:gd name="connsiteX6" fmla="*/ 576618 w 608274"/>
              <a:gd name="connsiteY6" fmla="*/ 539578 h 590844"/>
              <a:gd name="connsiteX7" fmla="*/ 577560 w 608274"/>
              <a:gd name="connsiteY7" fmla="*/ 537320 h 590844"/>
              <a:gd name="connsiteX8" fmla="*/ 576618 w 608274"/>
              <a:gd name="connsiteY8" fmla="*/ 535063 h 590844"/>
              <a:gd name="connsiteX9" fmla="*/ 347019 w 608274"/>
              <a:gd name="connsiteY9" fmla="*/ 272617 h 590844"/>
              <a:gd name="connsiteX10" fmla="*/ 361339 w 608274"/>
              <a:gd name="connsiteY10" fmla="*/ 276756 h 590844"/>
              <a:gd name="connsiteX11" fmla="*/ 370572 w 608274"/>
              <a:gd name="connsiteY11" fmla="*/ 285974 h 590844"/>
              <a:gd name="connsiteX12" fmla="*/ 598287 w 608274"/>
              <a:gd name="connsiteY12" fmla="*/ 513333 h 590844"/>
              <a:gd name="connsiteX13" fmla="*/ 608274 w 608274"/>
              <a:gd name="connsiteY13" fmla="*/ 537320 h 590844"/>
              <a:gd name="connsiteX14" fmla="*/ 598287 w 608274"/>
              <a:gd name="connsiteY14" fmla="*/ 561213 h 590844"/>
              <a:gd name="connsiteX15" fmla="*/ 578691 w 608274"/>
              <a:gd name="connsiteY15" fmla="*/ 580873 h 590844"/>
              <a:gd name="connsiteX16" fmla="*/ 554666 w 608274"/>
              <a:gd name="connsiteY16" fmla="*/ 590844 h 590844"/>
              <a:gd name="connsiteX17" fmla="*/ 554572 w 608274"/>
              <a:gd name="connsiteY17" fmla="*/ 590844 h 590844"/>
              <a:gd name="connsiteX18" fmla="*/ 530736 w 608274"/>
              <a:gd name="connsiteY18" fmla="*/ 580873 h 590844"/>
              <a:gd name="connsiteX19" fmla="*/ 316211 w 608274"/>
              <a:gd name="connsiteY19" fmla="*/ 366683 h 590844"/>
              <a:gd name="connsiteX20" fmla="*/ 312442 w 608274"/>
              <a:gd name="connsiteY20" fmla="*/ 350880 h 590844"/>
              <a:gd name="connsiteX21" fmla="*/ 327328 w 608274"/>
              <a:gd name="connsiteY21" fmla="*/ 307610 h 590844"/>
              <a:gd name="connsiteX22" fmla="*/ 335902 w 608274"/>
              <a:gd name="connsiteY22" fmla="*/ 282588 h 590844"/>
              <a:gd name="connsiteX23" fmla="*/ 347019 w 608274"/>
              <a:gd name="connsiteY23" fmla="*/ 272617 h 590844"/>
              <a:gd name="connsiteX24" fmla="*/ 74870 w 608274"/>
              <a:gd name="connsiteY24" fmla="*/ 82350 h 590844"/>
              <a:gd name="connsiteX25" fmla="*/ 426850 w 608274"/>
              <a:gd name="connsiteY25" fmla="*/ 82350 h 590844"/>
              <a:gd name="connsiteX26" fmla="*/ 426850 w 608274"/>
              <a:gd name="connsiteY26" fmla="*/ 306027 h 590844"/>
              <a:gd name="connsiteX27" fmla="*/ 379461 w 608274"/>
              <a:gd name="connsiteY27" fmla="*/ 258714 h 590844"/>
              <a:gd name="connsiteX28" fmla="*/ 341210 w 608274"/>
              <a:gd name="connsiteY28" fmla="*/ 247709 h 590844"/>
              <a:gd name="connsiteX29" fmla="*/ 315867 w 608274"/>
              <a:gd name="connsiteY29" fmla="*/ 265957 h 590844"/>
              <a:gd name="connsiteX30" fmla="*/ 204507 w 608274"/>
              <a:gd name="connsiteY30" fmla="*/ 235763 h 590844"/>
              <a:gd name="connsiteX31" fmla="*/ 195274 w 608274"/>
              <a:gd name="connsiteY31" fmla="*/ 230590 h 590844"/>
              <a:gd name="connsiteX32" fmla="*/ 213740 w 608274"/>
              <a:gd name="connsiteY32" fmla="*/ 231154 h 590844"/>
              <a:gd name="connsiteX33" fmla="*/ 225517 w 608274"/>
              <a:gd name="connsiteY33" fmla="*/ 231719 h 590844"/>
              <a:gd name="connsiteX34" fmla="*/ 248599 w 608274"/>
              <a:gd name="connsiteY34" fmla="*/ 232377 h 590844"/>
              <a:gd name="connsiteX35" fmla="*/ 322085 w 608274"/>
              <a:gd name="connsiteY35" fmla="*/ 227674 h 590844"/>
              <a:gd name="connsiteX36" fmla="*/ 361749 w 608274"/>
              <a:gd name="connsiteY36" fmla="*/ 186852 h 590844"/>
              <a:gd name="connsiteX37" fmla="*/ 323216 w 608274"/>
              <a:gd name="connsiteY37" fmla="*/ 133049 h 590844"/>
              <a:gd name="connsiteX38" fmla="*/ 205167 w 608274"/>
              <a:gd name="connsiteY38" fmla="*/ 122514 h 590844"/>
              <a:gd name="connsiteX39" fmla="*/ 158248 w 608274"/>
              <a:gd name="connsiteY39" fmla="*/ 124395 h 590844"/>
              <a:gd name="connsiteX40" fmla="*/ 157683 w 608274"/>
              <a:gd name="connsiteY40" fmla="*/ 124395 h 590844"/>
              <a:gd name="connsiteX41" fmla="*/ 137239 w 608274"/>
              <a:gd name="connsiteY41" fmla="*/ 144336 h 590844"/>
              <a:gd name="connsiteX42" fmla="*/ 157212 w 608274"/>
              <a:gd name="connsiteY42" fmla="*/ 165312 h 590844"/>
              <a:gd name="connsiteX43" fmla="*/ 208087 w 608274"/>
              <a:gd name="connsiteY43" fmla="*/ 163336 h 590844"/>
              <a:gd name="connsiteX44" fmla="*/ 306634 w 608274"/>
              <a:gd name="connsiteY44" fmla="*/ 170485 h 590844"/>
              <a:gd name="connsiteX45" fmla="*/ 321049 w 608274"/>
              <a:gd name="connsiteY45" fmla="*/ 183465 h 590844"/>
              <a:gd name="connsiteX46" fmla="*/ 311251 w 608274"/>
              <a:gd name="connsiteY46" fmla="*/ 188263 h 590844"/>
              <a:gd name="connsiteX47" fmla="*/ 250200 w 608274"/>
              <a:gd name="connsiteY47" fmla="*/ 191461 h 590844"/>
              <a:gd name="connsiteX48" fmla="*/ 225517 w 608274"/>
              <a:gd name="connsiteY48" fmla="*/ 190896 h 590844"/>
              <a:gd name="connsiteX49" fmla="*/ 216755 w 608274"/>
              <a:gd name="connsiteY49" fmla="*/ 190426 h 590844"/>
              <a:gd name="connsiteX50" fmla="*/ 156929 w 608274"/>
              <a:gd name="connsiteY50" fmla="*/ 206040 h 590844"/>
              <a:gd name="connsiteX51" fmla="*/ 150335 w 608274"/>
              <a:gd name="connsiteY51" fmla="*/ 236516 h 590844"/>
              <a:gd name="connsiteX52" fmla="*/ 187078 w 608274"/>
              <a:gd name="connsiteY52" fmla="*/ 272823 h 590844"/>
              <a:gd name="connsiteX53" fmla="*/ 300887 w 608274"/>
              <a:gd name="connsiteY53" fmla="*/ 305839 h 590844"/>
              <a:gd name="connsiteX54" fmla="*/ 291277 w 608274"/>
              <a:gd name="connsiteY54" fmla="*/ 334057 h 590844"/>
              <a:gd name="connsiteX55" fmla="*/ 74870 w 608274"/>
              <a:gd name="connsiteY55" fmla="*/ 334057 h 590844"/>
              <a:gd name="connsiteX56" fmla="*/ 41731 w 608274"/>
              <a:gd name="connsiteY56" fmla="*/ 0 h 590844"/>
              <a:gd name="connsiteX57" fmla="*/ 459894 w 608274"/>
              <a:gd name="connsiteY57" fmla="*/ 0 h 590844"/>
              <a:gd name="connsiteX58" fmla="*/ 501720 w 608274"/>
              <a:gd name="connsiteY58" fmla="*/ 41669 h 590844"/>
              <a:gd name="connsiteX59" fmla="*/ 501720 w 608274"/>
              <a:gd name="connsiteY59" fmla="*/ 374737 h 590844"/>
              <a:gd name="connsiteX60" fmla="*/ 501155 w 608274"/>
              <a:gd name="connsiteY60" fmla="*/ 380193 h 590844"/>
              <a:gd name="connsiteX61" fmla="*/ 457539 w 608274"/>
              <a:gd name="connsiteY61" fmla="*/ 336643 h 590844"/>
              <a:gd name="connsiteX62" fmla="*/ 457539 w 608274"/>
              <a:gd name="connsiteY62" fmla="*/ 66971 h 590844"/>
              <a:gd name="connsiteX63" fmla="*/ 442184 w 608274"/>
              <a:gd name="connsiteY63" fmla="*/ 51639 h 590844"/>
              <a:gd name="connsiteX64" fmla="*/ 59536 w 608274"/>
              <a:gd name="connsiteY64" fmla="*/ 51639 h 590844"/>
              <a:gd name="connsiteX65" fmla="*/ 44181 w 608274"/>
              <a:gd name="connsiteY65" fmla="*/ 66971 h 590844"/>
              <a:gd name="connsiteX66" fmla="*/ 44181 w 608274"/>
              <a:gd name="connsiteY66" fmla="*/ 349341 h 590844"/>
              <a:gd name="connsiteX67" fmla="*/ 59536 w 608274"/>
              <a:gd name="connsiteY67" fmla="*/ 364673 h 590844"/>
              <a:gd name="connsiteX68" fmla="*/ 287128 w 608274"/>
              <a:gd name="connsiteY68" fmla="*/ 364673 h 590844"/>
              <a:gd name="connsiteX69" fmla="*/ 298055 w 608274"/>
              <a:gd name="connsiteY69" fmla="*/ 384708 h 590844"/>
              <a:gd name="connsiteX70" fmla="*/ 329801 w 608274"/>
              <a:gd name="connsiteY70" fmla="*/ 416406 h 590844"/>
              <a:gd name="connsiteX71" fmla="*/ 41731 w 608274"/>
              <a:gd name="connsiteY71" fmla="*/ 416406 h 590844"/>
              <a:gd name="connsiteX72" fmla="*/ 0 w 608274"/>
              <a:gd name="connsiteY72" fmla="*/ 374737 h 590844"/>
              <a:gd name="connsiteX73" fmla="*/ 0 w 608274"/>
              <a:gd name="connsiteY73" fmla="*/ 41669 h 590844"/>
              <a:gd name="connsiteX74" fmla="*/ 41731 w 608274"/>
              <a:gd name="connsiteY74" fmla="*/ 0 h 590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608274" h="590844">
                <a:moveTo>
                  <a:pt x="357006" y="315793"/>
                </a:moveTo>
                <a:lnTo>
                  <a:pt x="344664" y="351821"/>
                </a:lnTo>
                <a:lnTo>
                  <a:pt x="552405" y="559238"/>
                </a:lnTo>
                <a:cubicBezTo>
                  <a:pt x="552971" y="559802"/>
                  <a:pt x="553818" y="560178"/>
                  <a:pt x="554572" y="560178"/>
                </a:cubicBezTo>
                <a:lnTo>
                  <a:pt x="554666" y="560178"/>
                </a:lnTo>
                <a:cubicBezTo>
                  <a:pt x="555514" y="560178"/>
                  <a:pt x="556362" y="559802"/>
                  <a:pt x="556928" y="559238"/>
                </a:cubicBezTo>
                <a:lnTo>
                  <a:pt x="576618" y="539578"/>
                </a:lnTo>
                <a:cubicBezTo>
                  <a:pt x="577372" y="538825"/>
                  <a:pt x="577560" y="537885"/>
                  <a:pt x="577560" y="537320"/>
                </a:cubicBezTo>
                <a:cubicBezTo>
                  <a:pt x="577560" y="536756"/>
                  <a:pt x="577372" y="535815"/>
                  <a:pt x="576618" y="535063"/>
                </a:cubicBezTo>
                <a:close/>
                <a:moveTo>
                  <a:pt x="347019" y="272617"/>
                </a:moveTo>
                <a:cubicBezTo>
                  <a:pt x="352106" y="271394"/>
                  <a:pt x="357571" y="272993"/>
                  <a:pt x="361339" y="276756"/>
                </a:cubicBezTo>
                <a:lnTo>
                  <a:pt x="370572" y="285974"/>
                </a:lnTo>
                <a:lnTo>
                  <a:pt x="598287" y="513333"/>
                </a:lnTo>
                <a:cubicBezTo>
                  <a:pt x="604694" y="519730"/>
                  <a:pt x="608274" y="528290"/>
                  <a:pt x="608274" y="537320"/>
                </a:cubicBezTo>
                <a:cubicBezTo>
                  <a:pt x="608274" y="546351"/>
                  <a:pt x="604694" y="554817"/>
                  <a:pt x="598287" y="561213"/>
                </a:cubicBezTo>
                <a:lnTo>
                  <a:pt x="578691" y="580873"/>
                </a:lnTo>
                <a:cubicBezTo>
                  <a:pt x="572284" y="587269"/>
                  <a:pt x="563805" y="590844"/>
                  <a:pt x="554666" y="590844"/>
                </a:cubicBezTo>
                <a:lnTo>
                  <a:pt x="554572" y="590844"/>
                </a:lnTo>
                <a:cubicBezTo>
                  <a:pt x="545622" y="590844"/>
                  <a:pt x="537143" y="587269"/>
                  <a:pt x="530736" y="580873"/>
                </a:cubicBezTo>
                <a:lnTo>
                  <a:pt x="316211" y="366683"/>
                </a:lnTo>
                <a:cubicBezTo>
                  <a:pt x="312066" y="362544"/>
                  <a:pt x="310558" y="356430"/>
                  <a:pt x="312442" y="350880"/>
                </a:cubicBezTo>
                <a:lnTo>
                  <a:pt x="327328" y="307610"/>
                </a:lnTo>
                <a:lnTo>
                  <a:pt x="335902" y="282588"/>
                </a:lnTo>
                <a:cubicBezTo>
                  <a:pt x="337598" y="277602"/>
                  <a:pt x="341837" y="273840"/>
                  <a:pt x="347019" y="272617"/>
                </a:cubicBezTo>
                <a:close/>
                <a:moveTo>
                  <a:pt x="74870" y="82350"/>
                </a:moveTo>
                <a:lnTo>
                  <a:pt x="426850" y="82350"/>
                </a:lnTo>
                <a:lnTo>
                  <a:pt x="426850" y="306027"/>
                </a:lnTo>
                <a:lnTo>
                  <a:pt x="379461" y="258714"/>
                </a:lnTo>
                <a:cubicBezTo>
                  <a:pt x="369474" y="248650"/>
                  <a:pt x="354966" y="244511"/>
                  <a:pt x="341210" y="247709"/>
                </a:cubicBezTo>
                <a:cubicBezTo>
                  <a:pt x="330564" y="250249"/>
                  <a:pt x="321520" y="256927"/>
                  <a:pt x="315867" y="265957"/>
                </a:cubicBezTo>
                <a:cubicBezTo>
                  <a:pt x="275073" y="263229"/>
                  <a:pt x="245113" y="254764"/>
                  <a:pt x="204507" y="235763"/>
                </a:cubicBezTo>
                <a:cubicBezTo>
                  <a:pt x="200550" y="233882"/>
                  <a:pt x="197535" y="232095"/>
                  <a:pt x="195274" y="230590"/>
                </a:cubicBezTo>
                <a:cubicBezTo>
                  <a:pt x="201398" y="230308"/>
                  <a:pt x="209500" y="230872"/>
                  <a:pt x="213740" y="231154"/>
                </a:cubicBezTo>
                <a:cubicBezTo>
                  <a:pt x="218262" y="231531"/>
                  <a:pt x="222313" y="231719"/>
                  <a:pt x="225517" y="231719"/>
                </a:cubicBezTo>
                <a:cubicBezTo>
                  <a:pt x="232959" y="231719"/>
                  <a:pt x="240779" y="232095"/>
                  <a:pt x="248599" y="232377"/>
                </a:cubicBezTo>
                <a:cubicBezTo>
                  <a:pt x="272812" y="233318"/>
                  <a:pt x="297966" y="234258"/>
                  <a:pt x="322085" y="227674"/>
                </a:cubicBezTo>
                <a:cubicBezTo>
                  <a:pt x="355813" y="218456"/>
                  <a:pt x="361089" y="196070"/>
                  <a:pt x="361749" y="186852"/>
                </a:cubicBezTo>
                <a:cubicBezTo>
                  <a:pt x="363351" y="165594"/>
                  <a:pt x="347900" y="143960"/>
                  <a:pt x="323216" y="133049"/>
                </a:cubicBezTo>
                <a:cubicBezTo>
                  <a:pt x="286190" y="116776"/>
                  <a:pt x="245019" y="119692"/>
                  <a:pt x="205167" y="122514"/>
                </a:cubicBezTo>
                <a:cubicBezTo>
                  <a:pt x="188585" y="123737"/>
                  <a:pt x="172851" y="124866"/>
                  <a:pt x="158248" y="124395"/>
                </a:cubicBezTo>
                <a:lnTo>
                  <a:pt x="157683" y="124395"/>
                </a:lnTo>
                <a:cubicBezTo>
                  <a:pt x="146660" y="124395"/>
                  <a:pt x="137522" y="133237"/>
                  <a:pt x="137239" y="144336"/>
                </a:cubicBezTo>
                <a:cubicBezTo>
                  <a:pt x="136956" y="155623"/>
                  <a:pt x="145907" y="165030"/>
                  <a:pt x="157212" y="165312"/>
                </a:cubicBezTo>
                <a:cubicBezTo>
                  <a:pt x="173699" y="165688"/>
                  <a:pt x="191223" y="164465"/>
                  <a:pt x="208087" y="163336"/>
                </a:cubicBezTo>
                <a:cubicBezTo>
                  <a:pt x="242946" y="160891"/>
                  <a:pt x="278935" y="158257"/>
                  <a:pt x="306634" y="170485"/>
                </a:cubicBezTo>
                <a:cubicBezTo>
                  <a:pt x="316809" y="174906"/>
                  <a:pt x="320955" y="181866"/>
                  <a:pt x="321049" y="183465"/>
                </a:cubicBezTo>
                <a:cubicBezTo>
                  <a:pt x="320672" y="184124"/>
                  <a:pt x="318034" y="186381"/>
                  <a:pt x="311251" y="188263"/>
                </a:cubicBezTo>
                <a:cubicBezTo>
                  <a:pt x="293256" y="193248"/>
                  <a:pt x="271398" y="192307"/>
                  <a:pt x="250200" y="191461"/>
                </a:cubicBezTo>
                <a:cubicBezTo>
                  <a:pt x="241815" y="191178"/>
                  <a:pt x="233525" y="190896"/>
                  <a:pt x="225517" y="190896"/>
                </a:cubicBezTo>
                <a:cubicBezTo>
                  <a:pt x="223067" y="190896"/>
                  <a:pt x="220052" y="190614"/>
                  <a:pt x="216755" y="190426"/>
                </a:cubicBezTo>
                <a:cubicBezTo>
                  <a:pt x="198477" y="189015"/>
                  <a:pt x="170873" y="187134"/>
                  <a:pt x="156929" y="206040"/>
                </a:cubicBezTo>
                <a:cubicBezTo>
                  <a:pt x="150052" y="215258"/>
                  <a:pt x="147697" y="226075"/>
                  <a:pt x="150335" y="236516"/>
                </a:cubicBezTo>
                <a:cubicBezTo>
                  <a:pt x="154857" y="254387"/>
                  <a:pt x="172851" y="266145"/>
                  <a:pt x="187078" y="272823"/>
                </a:cubicBezTo>
                <a:cubicBezTo>
                  <a:pt x="228437" y="292200"/>
                  <a:pt x="260752" y="301888"/>
                  <a:pt x="300887" y="305839"/>
                </a:cubicBezTo>
                <a:lnTo>
                  <a:pt x="291277" y="334057"/>
                </a:lnTo>
                <a:lnTo>
                  <a:pt x="74870" y="334057"/>
                </a:lnTo>
                <a:close/>
                <a:moveTo>
                  <a:pt x="41731" y="0"/>
                </a:moveTo>
                <a:lnTo>
                  <a:pt x="459894" y="0"/>
                </a:lnTo>
                <a:cubicBezTo>
                  <a:pt x="482974" y="0"/>
                  <a:pt x="501720" y="18624"/>
                  <a:pt x="501720" y="41669"/>
                </a:cubicBezTo>
                <a:lnTo>
                  <a:pt x="501720" y="374737"/>
                </a:lnTo>
                <a:cubicBezTo>
                  <a:pt x="501720" y="376618"/>
                  <a:pt x="501343" y="378311"/>
                  <a:pt x="501155" y="380193"/>
                </a:cubicBezTo>
                <a:lnTo>
                  <a:pt x="457539" y="336643"/>
                </a:lnTo>
                <a:lnTo>
                  <a:pt x="457539" y="66971"/>
                </a:lnTo>
                <a:cubicBezTo>
                  <a:pt x="457539" y="58506"/>
                  <a:pt x="450663" y="51639"/>
                  <a:pt x="442184" y="51639"/>
                </a:cubicBezTo>
                <a:lnTo>
                  <a:pt x="59536" y="51639"/>
                </a:lnTo>
                <a:cubicBezTo>
                  <a:pt x="51057" y="51639"/>
                  <a:pt x="44181" y="58506"/>
                  <a:pt x="44181" y="66971"/>
                </a:cubicBezTo>
                <a:lnTo>
                  <a:pt x="44181" y="349341"/>
                </a:lnTo>
                <a:cubicBezTo>
                  <a:pt x="44181" y="357806"/>
                  <a:pt x="51057" y="364673"/>
                  <a:pt x="59536" y="364673"/>
                </a:cubicBezTo>
                <a:lnTo>
                  <a:pt x="287128" y="364673"/>
                </a:lnTo>
                <a:cubicBezTo>
                  <a:pt x="288729" y="372198"/>
                  <a:pt x="292497" y="379158"/>
                  <a:pt x="298055" y="384708"/>
                </a:cubicBezTo>
                <a:lnTo>
                  <a:pt x="329801" y="416406"/>
                </a:lnTo>
                <a:lnTo>
                  <a:pt x="41731" y="416406"/>
                </a:lnTo>
                <a:cubicBezTo>
                  <a:pt x="18746" y="416406"/>
                  <a:pt x="0" y="397688"/>
                  <a:pt x="0" y="374737"/>
                </a:cubicBezTo>
                <a:lnTo>
                  <a:pt x="0" y="41669"/>
                </a:lnTo>
                <a:cubicBezTo>
                  <a:pt x="0" y="18624"/>
                  <a:pt x="18746" y="0"/>
                  <a:pt x="4173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cs typeface="+mn-ea"/>
              <a:sym typeface="+mn-lt"/>
            </a:endParaRPr>
          </a:p>
        </p:txBody>
      </p:sp>
      <p:sp>
        <p:nvSpPr>
          <p:cNvPr id="20" name="任意多边形 47">
            <a:extLst>
              <a:ext uri="{FF2B5EF4-FFF2-40B4-BE49-F238E27FC236}">
                <a16:creationId xmlns:a16="http://schemas.microsoft.com/office/drawing/2014/main" id="{9B56A9EC-6065-44D1-1E73-524BF1604079}"/>
              </a:ext>
            </a:extLst>
          </p:cNvPr>
          <p:cNvSpPr/>
          <p:nvPr/>
        </p:nvSpPr>
        <p:spPr>
          <a:xfrm rot="18900000" flipV="1">
            <a:off x="99493" y="160716"/>
            <a:ext cx="1257992" cy="771874"/>
          </a:xfrm>
          <a:custGeom>
            <a:avLst/>
            <a:gdLst>
              <a:gd name="connsiteX0" fmla="*/ 0 w 1667713"/>
              <a:gd name="connsiteY0" fmla="*/ 456881 h 1023269"/>
              <a:gd name="connsiteX1" fmla="*/ 412332 w 1667713"/>
              <a:gd name="connsiteY1" fmla="*/ 44549 h 1023269"/>
              <a:gd name="connsiteX2" fmla="*/ 412333 w 1667713"/>
              <a:gd name="connsiteY2" fmla="*/ 44549 h 1023269"/>
              <a:gd name="connsiteX3" fmla="*/ 456882 w 1667713"/>
              <a:gd name="connsiteY3" fmla="*/ 0 h 1023269"/>
              <a:gd name="connsiteX4" fmla="*/ 1514743 w 1667713"/>
              <a:gd name="connsiteY4" fmla="*/ 0 h 1023269"/>
              <a:gd name="connsiteX5" fmla="*/ 1667713 w 1667713"/>
              <a:gd name="connsiteY5" fmla="*/ 152970 h 1023269"/>
              <a:gd name="connsiteX6" fmla="*/ 1667713 w 1667713"/>
              <a:gd name="connsiteY6" fmla="*/ 704806 h 1023269"/>
              <a:gd name="connsiteX7" fmla="*/ 1349251 w 1667713"/>
              <a:gd name="connsiteY7" fmla="*/ 1023269 h 1023269"/>
              <a:gd name="connsiteX8" fmla="*/ 1349251 w 1667713"/>
              <a:gd name="connsiteY8" fmla="*/ 318462 h 1023269"/>
              <a:gd name="connsiteX9" fmla="*/ 138420 w 1667713"/>
              <a:gd name="connsiteY9" fmla="*/ 318462 h 1023269"/>
              <a:gd name="connsiteX10" fmla="*/ 1 w 1667713"/>
              <a:gd name="connsiteY10" fmla="*/ 456881 h 10232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7713" h="1023269">
                <a:moveTo>
                  <a:pt x="0" y="456881"/>
                </a:moveTo>
                <a:lnTo>
                  <a:pt x="412332" y="44549"/>
                </a:lnTo>
                <a:lnTo>
                  <a:pt x="412333" y="44549"/>
                </a:lnTo>
                <a:lnTo>
                  <a:pt x="456882" y="0"/>
                </a:lnTo>
                <a:lnTo>
                  <a:pt x="1514743" y="0"/>
                </a:lnTo>
                <a:cubicBezTo>
                  <a:pt x="1599226" y="1"/>
                  <a:pt x="1667713" y="68487"/>
                  <a:pt x="1667713" y="152970"/>
                </a:cubicBezTo>
                <a:lnTo>
                  <a:pt x="1667713" y="704806"/>
                </a:lnTo>
                <a:lnTo>
                  <a:pt x="1349251" y="1023269"/>
                </a:lnTo>
                <a:lnTo>
                  <a:pt x="1349251" y="318462"/>
                </a:lnTo>
                <a:lnTo>
                  <a:pt x="138420" y="318462"/>
                </a:lnTo>
                <a:lnTo>
                  <a:pt x="1" y="456881"/>
                </a:lnTo>
                <a:close/>
              </a:path>
            </a:pathLst>
          </a:cu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1" name="任意多边形 48">
            <a:extLst>
              <a:ext uri="{FF2B5EF4-FFF2-40B4-BE49-F238E27FC236}">
                <a16:creationId xmlns:a16="http://schemas.microsoft.com/office/drawing/2014/main" id="{A99CE50F-E62F-2D7B-DE27-6AFDA9624635}"/>
              </a:ext>
            </a:extLst>
          </p:cNvPr>
          <p:cNvSpPr/>
          <p:nvPr/>
        </p:nvSpPr>
        <p:spPr>
          <a:xfrm rot="18900000" flipV="1">
            <a:off x="-102618" y="95709"/>
            <a:ext cx="926781" cy="721545"/>
          </a:xfrm>
          <a:custGeom>
            <a:avLst/>
            <a:gdLst>
              <a:gd name="connsiteX0" fmla="*/ 303771 w 1228628"/>
              <a:gd name="connsiteY0" fmla="*/ 32819 h 956548"/>
              <a:gd name="connsiteX1" fmla="*/ 303771 w 1228628"/>
              <a:gd name="connsiteY1" fmla="*/ 32820 h 956548"/>
              <a:gd name="connsiteX2" fmla="*/ 336591 w 1228628"/>
              <a:gd name="connsiteY2" fmla="*/ 0 h 956548"/>
              <a:gd name="connsiteX3" fmla="*/ 1115933 w 1228628"/>
              <a:gd name="connsiteY3" fmla="*/ 0 h 956548"/>
              <a:gd name="connsiteX4" fmla="*/ 1228628 w 1228628"/>
              <a:gd name="connsiteY4" fmla="*/ 112695 h 956548"/>
              <a:gd name="connsiteX5" fmla="*/ 1228628 w 1228628"/>
              <a:gd name="connsiteY5" fmla="*/ 721932 h 956548"/>
              <a:gd name="connsiteX6" fmla="*/ 994013 w 1228628"/>
              <a:gd name="connsiteY6" fmla="*/ 956548 h 956548"/>
              <a:gd name="connsiteX7" fmla="*/ 994013 w 1228628"/>
              <a:gd name="connsiteY7" fmla="*/ 234616 h 956548"/>
              <a:gd name="connsiteX8" fmla="*/ 101975 w 1228628"/>
              <a:gd name="connsiteY8" fmla="*/ 234616 h 956548"/>
              <a:gd name="connsiteX9" fmla="*/ 0 w 1228628"/>
              <a:gd name="connsiteY9" fmla="*/ 336591 h 9565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8628" h="956548">
                <a:moveTo>
                  <a:pt x="303771" y="32819"/>
                </a:moveTo>
                <a:lnTo>
                  <a:pt x="303771" y="32820"/>
                </a:lnTo>
                <a:lnTo>
                  <a:pt x="336591" y="0"/>
                </a:lnTo>
                <a:lnTo>
                  <a:pt x="1115933" y="0"/>
                </a:lnTo>
                <a:cubicBezTo>
                  <a:pt x="1178173" y="0"/>
                  <a:pt x="1228628" y="50456"/>
                  <a:pt x="1228628" y="112695"/>
                </a:cubicBezTo>
                <a:lnTo>
                  <a:pt x="1228628" y="721932"/>
                </a:lnTo>
                <a:lnTo>
                  <a:pt x="994013" y="956548"/>
                </a:lnTo>
                <a:lnTo>
                  <a:pt x="994013" y="234616"/>
                </a:lnTo>
                <a:lnTo>
                  <a:pt x="101975" y="234616"/>
                </a:lnTo>
                <a:lnTo>
                  <a:pt x="0" y="336591"/>
                </a:lnTo>
                <a:close/>
              </a:path>
            </a:pathLst>
          </a:custGeom>
          <a:solidFill>
            <a:schemeClr val="accent2">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pic>
        <p:nvPicPr>
          <p:cNvPr id="7" name="图片 6">
            <a:extLst>
              <a:ext uri="{FF2B5EF4-FFF2-40B4-BE49-F238E27FC236}">
                <a16:creationId xmlns:a16="http://schemas.microsoft.com/office/drawing/2014/main" id="{8C02A960-55D3-D379-CB35-A69D2921E73E}"/>
              </a:ext>
            </a:extLst>
          </p:cNvPr>
          <p:cNvPicPr>
            <a:picLocks noChangeAspect="1"/>
          </p:cNvPicPr>
          <p:nvPr/>
        </p:nvPicPr>
        <p:blipFill>
          <a:blip r:embed="rId3"/>
          <a:stretch>
            <a:fillRect/>
          </a:stretch>
        </p:blipFill>
        <p:spPr>
          <a:xfrm>
            <a:off x="6673622" y="3553862"/>
            <a:ext cx="3086100" cy="1238250"/>
          </a:xfrm>
          <a:prstGeom prst="rect">
            <a:avLst/>
          </a:prstGeom>
        </p:spPr>
      </p:pic>
      <p:pic>
        <p:nvPicPr>
          <p:cNvPr id="3" name="图片 2">
            <a:extLst>
              <a:ext uri="{FF2B5EF4-FFF2-40B4-BE49-F238E27FC236}">
                <a16:creationId xmlns:a16="http://schemas.microsoft.com/office/drawing/2014/main" id="{C9400F4B-88F4-BD42-9624-59202C546F65}"/>
              </a:ext>
            </a:extLst>
          </p:cNvPr>
          <p:cNvPicPr>
            <a:picLocks noChangeAspect="1"/>
          </p:cNvPicPr>
          <p:nvPr/>
        </p:nvPicPr>
        <p:blipFill>
          <a:blip r:embed="rId4"/>
          <a:stretch>
            <a:fillRect/>
          </a:stretch>
        </p:blipFill>
        <p:spPr>
          <a:xfrm>
            <a:off x="1446156" y="1252040"/>
            <a:ext cx="9153525" cy="781050"/>
          </a:xfrm>
          <a:prstGeom prst="rect">
            <a:avLst/>
          </a:prstGeom>
        </p:spPr>
      </p:pic>
      <p:pic>
        <p:nvPicPr>
          <p:cNvPr id="5" name="图片 4">
            <a:extLst>
              <a:ext uri="{FF2B5EF4-FFF2-40B4-BE49-F238E27FC236}">
                <a16:creationId xmlns:a16="http://schemas.microsoft.com/office/drawing/2014/main" id="{EC5F317F-586C-C125-4220-B90A9AF237D0}"/>
              </a:ext>
            </a:extLst>
          </p:cNvPr>
          <p:cNvPicPr>
            <a:picLocks noChangeAspect="1"/>
          </p:cNvPicPr>
          <p:nvPr/>
        </p:nvPicPr>
        <p:blipFill>
          <a:blip r:embed="rId5"/>
          <a:stretch>
            <a:fillRect/>
          </a:stretch>
        </p:blipFill>
        <p:spPr>
          <a:xfrm>
            <a:off x="2888402" y="2128837"/>
            <a:ext cx="1781175" cy="4429125"/>
          </a:xfrm>
          <a:prstGeom prst="rect">
            <a:avLst/>
          </a:prstGeom>
        </p:spPr>
      </p:pic>
    </p:spTree>
    <p:extLst>
      <p:ext uri="{BB962C8B-B14F-4D97-AF65-F5344CB8AC3E}">
        <p14:creationId xmlns:p14="http://schemas.microsoft.com/office/powerpoint/2010/main" val="96310457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BA2559-EC10-391D-EC81-1D4020593D80}"/>
            </a:ext>
          </a:extLst>
        </p:cNvPr>
        <p:cNvGrpSpPr/>
        <p:nvPr/>
      </p:nvGrpSpPr>
      <p:grpSpPr>
        <a:xfrm>
          <a:off x="0" y="0"/>
          <a:ext cx="0" cy="0"/>
          <a:chOff x="0" y="0"/>
          <a:chExt cx="0" cy="0"/>
        </a:xfrm>
      </p:grpSpPr>
      <p:sp>
        <p:nvSpPr>
          <p:cNvPr id="16" name="任意多边形 15">
            <a:extLst>
              <a:ext uri="{FF2B5EF4-FFF2-40B4-BE49-F238E27FC236}">
                <a16:creationId xmlns:a16="http://schemas.microsoft.com/office/drawing/2014/main" id="{3DEA0BA4-5FFF-B9E7-A7AB-C3DFCB8DABC6}"/>
              </a:ext>
            </a:extLst>
          </p:cNvPr>
          <p:cNvSpPr/>
          <p:nvPr/>
        </p:nvSpPr>
        <p:spPr>
          <a:xfrm rot="2700000">
            <a:off x="5484939" y="2060669"/>
            <a:ext cx="1028637" cy="1033775"/>
          </a:xfrm>
          <a:custGeom>
            <a:avLst/>
            <a:gdLst>
              <a:gd name="connsiteX0" fmla="*/ 1163668 w 4706557"/>
              <a:gd name="connsiteY0" fmla="*/ 125724 h 4730065"/>
              <a:gd name="connsiteX1" fmla="*/ 1163670 w 4706557"/>
              <a:gd name="connsiteY1" fmla="*/ 125724 h 4730065"/>
              <a:gd name="connsiteX2" fmla="*/ 1289393 w 4706557"/>
              <a:gd name="connsiteY2" fmla="*/ 1 h 4730065"/>
              <a:gd name="connsiteX3" fmla="*/ 4274851 w 4706557"/>
              <a:gd name="connsiteY3" fmla="*/ 0 h 4730065"/>
              <a:gd name="connsiteX4" fmla="*/ 4706557 w 4706557"/>
              <a:gd name="connsiteY4" fmla="*/ 431706 h 4730065"/>
              <a:gd name="connsiteX5" fmla="*/ 4706557 w 4706557"/>
              <a:gd name="connsiteY5" fmla="*/ 3440672 h 4730065"/>
              <a:gd name="connsiteX6" fmla="*/ 3542888 w 4706557"/>
              <a:gd name="connsiteY6" fmla="*/ 4604342 h 4730065"/>
              <a:gd name="connsiteX7" fmla="*/ 3542888 w 4706557"/>
              <a:gd name="connsiteY7" fmla="*/ 4604340 h 4730065"/>
              <a:gd name="connsiteX8" fmla="*/ 3417163 w 4706557"/>
              <a:gd name="connsiteY8" fmla="*/ 4730065 h 4730065"/>
              <a:gd name="connsiteX9" fmla="*/ 3417163 w 4706557"/>
              <a:gd name="connsiteY9" fmla="*/ 1289392 h 4730065"/>
              <a:gd name="connsiteX10" fmla="*/ 0 w 4706557"/>
              <a:gd name="connsiteY10" fmla="*/ 1289392 h 4730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706557" h="4730065">
                <a:moveTo>
                  <a:pt x="1163668" y="125724"/>
                </a:moveTo>
                <a:lnTo>
                  <a:pt x="1163670" y="125724"/>
                </a:lnTo>
                <a:lnTo>
                  <a:pt x="1289393" y="1"/>
                </a:lnTo>
                <a:lnTo>
                  <a:pt x="4274851" y="0"/>
                </a:lnTo>
                <a:cubicBezTo>
                  <a:pt x="4513275" y="1"/>
                  <a:pt x="4706557" y="193282"/>
                  <a:pt x="4706557" y="431706"/>
                </a:cubicBezTo>
                <a:lnTo>
                  <a:pt x="4706557" y="3440672"/>
                </a:lnTo>
                <a:lnTo>
                  <a:pt x="3542888" y="4604342"/>
                </a:lnTo>
                <a:lnTo>
                  <a:pt x="3542888" y="4604340"/>
                </a:lnTo>
                <a:lnTo>
                  <a:pt x="3417163" y="4730065"/>
                </a:lnTo>
                <a:lnTo>
                  <a:pt x="3417163" y="1289392"/>
                </a:lnTo>
                <a:lnTo>
                  <a:pt x="0" y="1289392"/>
                </a:lnTo>
                <a:close/>
              </a:path>
            </a:pathLst>
          </a:custGeom>
          <a:solidFill>
            <a:schemeClr val="bg1">
              <a:lumMod val="95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0" name="任意多边形 19">
            <a:extLst>
              <a:ext uri="{FF2B5EF4-FFF2-40B4-BE49-F238E27FC236}">
                <a16:creationId xmlns:a16="http://schemas.microsoft.com/office/drawing/2014/main" id="{62797F4B-461B-1485-5365-80543538B2F9}"/>
              </a:ext>
            </a:extLst>
          </p:cNvPr>
          <p:cNvSpPr/>
          <p:nvPr/>
        </p:nvSpPr>
        <p:spPr>
          <a:xfrm rot="2700000">
            <a:off x="-2095382" y="209360"/>
            <a:ext cx="6410492" cy="6427355"/>
          </a:xfrm>
          <a:custGeom>
            <a:avLst/>
            <a:gdLst>
              <a:gd name="connsiteX0" fmla="*/ 0 w 6410492"/>
              <a:gd name="connsiteY0" fmla="*/ 1578016 h 6427355"/>
              <a:gd name="connsiteX1" fmla="*/ 1146670 w 6410492"/>
              <a:gd name="connsiteY1" fmla="*/ 431345 h 6427355"/>
              <a:gd name="connsiteX2" fmla="*/ 1146671 w 6410492"/>
              <a:gd name="connsiteY2" fmla="*/ 431345 h 6427355"/>
              <a:gd name="connsiteX3" fmla="*/ 1578016 w 6410492"/>
              <a:gd name="connsiteY3" fmla="*/ 0 h 6427355"/>
              <a:gd name="connsiteX4" fmla="*/ 5764900 w 6410492"/>
              <a:gd name="connsiteY4" fmla="*/ 0 h 6427355"/>
              <a:gd name="connsiteX5" fmla="*/ 6410492 w 6410492"/>
              <a:gd name="connsiteY5" fmla="*/ 645592 h 6427355"/>
              <a:gd name="connsiteX6" fmla="*/ 6410491 w 6410492"/>
              <a:gd name="connsiteY6" fmla="*/ 4866202 h 6427355"/>
              <a:gd name="connsiteX7" fmla="*/ 4849339 w 6410492"/>
              <a:gd name="connsiteY7" fmla="*/ 6427355 h 6427355"/>
              <a:gd name="connsiteX8" fmla="*/ 4238944 w 6410492"/>
              <a:gd name="connsiteY8" fmla="*/ 5816960 h 6427355"/>
              <a:gd name="connsiteX9" fmla="*/ 4238943 w 6410492"/>
              <a:gd name="connsiteY9" fmla="*/ 2171546 h 6427355"/>
              <a:gd name="connsiteX10" fmla="*/ 593530 w 6410492"/>
              <a:gd name="connsiteY10" fmla="*/ 2171546 h 6427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410492" h="6427355">
                <a:moveTo>
                  <a:pt x="0" y="1578016"/>
                </a:moveTo>
                <a:lnTo>
                  <a:pt x="1146670" y="431345"/>
                </a:lnTo>
                <a:lnTo>
                  <a:pt x="1146671" y="431345"/>
                </a:lnTo>
                <a:lnTo>
                  <a:pt x="1578016" y="0"/>
                </a:lnTo>
                <a:lnTo>
                  <a:pt x="5764900" y="0"/>
                </a:lnTo>
                <a:cubicBezTo>
                  <a:pt x="6121450" y="0"/>
                  <a:pt x="6410492" y="289042"/>
                  <a:pt x="6410492" y="645592"/>
                </a:cubicBezTo>
                <a:lnTo>
                  <a:pt x="6410491" y="4866202"/>
                </a:lnTo>
                <a:lnTo>
                  <a:pt x="4849339" y="6427355"/>
                </a:lnTo>
                <a:lnTo>
                  <a:pt x="4238944" y="5816960"/>
                </a:lnTo>
                <a:lnTo>
                  <a:pt x="4238943" y="2171546"/>
                </a:lnTo>
                <a:lnTo>
                  <a:pt x="593530" y="2171546"/>
                </a:lnTo>
                <a:close/>
              </a:path>
            </a:pathLst>
          </a:custGeom>
          <a:solidFill>
            <a:srgbClr val="3333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6" name="任意多边形 5">
            <a:extLst>
              <a:ext uri="{FF2B5EF4-FFF2-40B4-BE49-F238E27FC236}">
                <a16:creationId xmlns:a16="http://schemas.microsoft.com/office/drawing/2014/main" id="{E82CB4E7-361D-6A05-8798-D04B01ABE0E0}"/>
              </a:ext>
            </a:extLst>
          </p:cNvPr>
          <p:cNvSpPr/>
          <p:nvPr/>
        </p:nvSpPr>
        <p:spPr>
          <a:xfrm rot="2700000">
            <a:off x="1827643" y="44906"/>
            <a:ext cx="3850328" cy="3869559"/>
          </a:xfrm>
          <a:custGeom>
            <a:avLst/>
            <a:gdLst>
              <a:gd name="connsiteX0" fmla="*/ 1163668 w 4706557"/>
              <a:gd name="connsiteY0" fmla="*/ 125724 h 4730065"/>
              <a:gd name="connsiteX1" fmla="*/ 1163670 w 4706557"/>
              <a:gd name="connsiteY1" fmla="*/ 125724 h 4730065"/>
              <a:gd name="connsiteX2" fmla="*/ 1289393 w 4706557"/>
              <a:gd name="connsiteY2" fmla="*/ 1 h 4730065"/>
              <a:gd name="connsiteX3" fmla="*/ 4274851 w 4706557"/>
              <a:gd name="connsiteY3" fmla="*/ 0 h 4730065"/>
              <a:gd name="connsiteX4" fmla="*/ 4706557 w 4706557"/>
              <a:gd name="connsiteY4" fmla="*/ 431706 h 4730065"/>
              <a:gd name="connsiteX5" fmla="*/ 4706557 w 4706557"/>
              <a:gd name="connsiteY5" fmla="*/ 3440672 h 4730065"/>
              <a:gd name="connsiteX6" fmla="*/ 3542888 w 4706557"/>
              <a:gd name="connsiteY6" fmla="*/ 4604342 h 4730065"/>
              <a:gd name="connsiteX7" fmla="*/ 3542888 w 4706557"/>
              <a:gd name="connsiteY7" fmla="*/ 4604340 h 4730065"/>
              <a:gd name="connsiteX8" fmla="*/ 3417163 w 4706557"/>
              <a:gd name="connsiteY8" fmla="*/ 4730065 h 4730065"/>
              <a:gd name="connsiteX9" fmla="*/ 3417163 w 4706557"/>
              <a:gd name="connsiteY9" fmla="*/ 1289392 h 4730065"/>
              <a:gd name="connsiteX10" fmla="*/ 0 w 4706557"/>
              <a:gd name="connsiteY10" fmla="*/ 1289392 h 4730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706557" h="4730065">
                <a:moveTo>
                  <a:pt x="1163668" y="125724"/>
                </a:moveTo>
                <a:lnTo>
                  <a:pt x="1163670" y="125724"/>
                </a:lnTo>
                <a:lnTo>
                  <a:pt x="1289393" y="1"/>
                </a:lnTo>
                <a:lnTo>
                  <a:pt x="4274851" y="0"/>
                </a:lnTo>
                <a:cubicBezTo>
                  <a:pt x="4513275" y="1"/>
                  <a:pt x="4706557" y="193282"/>
                  <a:pt x="4706557" y="431706"/>
                </a:cubicBezTo>
                <a:lnTo>
                  <a:pt x="4706557" y="3440672"/>
                </a:lnTo>
                <a:lnTo>
                  <a:pt x="3542888" y="4604342"/>
                </a:lnTo>
                <a:lnTo>
                  <a:pt x="3542888" y="4604340"/>
                </a:lnTo>
                <a:lnTo>
                  <a:pt x="3417163" y="4730065"/>
                </a:lnTo>
                <a:lnTo>
                  <a:pt x="3417163" y="1289392"/>
                </a:lnTo>
                <a:lnTo>
                  <a:pt x="0" y="1289392"/>
                </a:lnTo>
                <a:close/>
              </a:path>
            </a:pathLst>
          </a:custGeom>
          <a:solidFill>
            <a:srgbClr val="5D999F">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2" name="任意多边形 11">
            <a:extLst>
              <a:ext uri="{FF2B5EF4-FFF2-40B4-BE49-F238E27FC236}">
                <a16:creationId xmlns:a16="http://schemas.microsoft.com/office/drawing/2014/main" id="{8030DB81-395A-384D-8671-95C63E4C1C92}"/>
              </a:ext>
            </a:extLst>
          </p:cNvPr>
          <p:cNvSpPr/>
          <p:nvPr/>
        </p:nvSpPr>
        <p:spPr>
          <a:xfrm rot="18900000" flipH="1">
            <a:off x="11525844" y="5786883"/>
            <a:ext cx="1174416" cy="953193"/>
          </a:xfrm>
          <a:custGeom>
            <a:avLst/>
            <a:gdLst>
              <a:gd name="connsiteX0" fmla="*/ 1038 w 1174416"/>
              <a:gd name="connsiteY0" fmla="*/ 0 h 953193"/>
              <a:gd name="connsiteX1" fmla="*/ 0 w 1174416"/>
              <a:gd name="connsiteY1" fmla="*/ 1038 h 953193"/>
              <a:gd name="connsiteX2" fmla="*/ 441710 w 1174416"/>
              <a:gd name="connsiteY2" fmla="*/ 442748 h 953193"/>
              <a:gd name="connsiteX3" fmla="*/ 731667 w 1174416"/>
              <a:gd name="connsiteY3" fmla="*/ 442748 h 953193"/>
              <a:gd name="connsiteX4" fmla="*/ 731667 w 1174416"/>
              <a:gd name="connsiteY4" fmla="*/ 732705 h 953193"/>
              <a:gd name="connsiteX5" fmla="*/ 952155 w 1174416"/>
              <a:gd name="connsiteY5" fmla="*/ 953193 h 953193"/>
              <a:gd name="connsiteX6" fmla="*/ 1174416 w 1174416"/>
              <a:gd name="connsiteY6" fmla="*/ 730932 h 953193"/>
              <a:gd name="connsiteX7" fmla="*/ 1174416 w 1174416"/>
              <a:gd name="connsiteY7" fmla="*/ 148239 h 953193"/>
              <a:gd name="connsiteX8" fmla="*/ 1026178 w 1174416"/>
              <a:gd name="connsiteY8" fmla="*/ 0 h 9531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74416" h="953193">
                <a:moveTo>
                  <a:pt x="1038" y="0"/>
                </a:moveTo>
                <a:lnTo>
                  <a:pt x="0" y="1038"/>
                </a:lnTo>
                <a:lnTo>
                  <a:pt x="441710" y="442748"/>
                </a:lnTo>
                <a:lnTo>
                  <a:pt x="731667" y="442748"/>
                </a:lnTo>
                <a:lnTo>
                  <a:pt x="731667" y="732705"/>
                </a:lnTo>
                <a:lnTo>
                  <a:pt x="952155" y="953193"/>
                </a:lnTo>
                <a:lnTo>
                  <a:pt x="1174416" y="730932"/>
                </a:lnTo>
                <a:lnTo>
                  <a:pt x="1174416" y="148239"/>
                </a:lnTo>
                <a:cubicBezTo>
                  <a:pt x="1174416" y="66369"/>
                  <a:pt x="1108048" y="0"/>
                  <a:pt x="1026178" y="0"/>
                </a:cubicBezTo>
                <a:close/>
              </a:path>
            </a:pathLst>
          </a:custGeom>
          <a:solidFill>
            <a:schemeClr val="accent2">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3" name="文本框 12">
            <a:extLst>
              <a:ext uri="{FF2B5EF4-FFF2-40B4-BE49-F238E27FC236}">
                <a16:creationId xmlns:a16="http://schemas.microsoft.com/office/drawing/2014/main" id="{762D6436-58ED-50C8-08FD-CBCFB90791FE}"/>
              </a:ext>
            </a:extLst>
          </p:cNvPr>
          <p:cNvSpPr txBox="1"/>
          <p:nvPr/>
        </p:nvSpPr>
        <p:spPr>
          <a:xfrm>
            <a:off x="6148614" y="3328693"/>
            <a:ext cx="2006062" cy="646331"/>
          </a:xfrm>
          <a:prstGeom prst="rect">
            <a:avLst/>
          </a:prstGeom>
          <a:noFill/>
        </p:spPr>
        <p:txBody>
          <a:bodyPr wrap="none" rtlCol="0">
            <a:spAutoFit/>
            <a:scene3d>
              <a:camera prst="orthographicFront"/>
              <a:lightRig rig="threePt" dir="t"/>
            </a:scene3d>
            <a:sp3d contourW="12700"/>
          </a:bodyPr>
          <a:lstStyle/>
          <a:p>
            <a:r>
              <a:rPr lang="en-US" altLang="zh-CN" sz="3600" dirty="0">
                <a:solidFill>
                  <a:schemeClr val="accent1"/>
                </a:solidFill>
                <a:cs typeface="+mn-ea"/>
                <a:sym typeface="+mn-lt"/>
              </a:rPr>
              <a:t>PART 05</a:t>
            </a:r>
            <a:endParaRPr lang="zh-CN" altLang="en-US" sz="3600" dirty="0">
              <a:solidFill>
                <a:schemeClr val="accent1"/>
              </a:solidFill>
              <a:cs typeface="+mn-ea"/>
              <a:sym typeface="+mn-lt"/>
            </a:endParaRPr>
          </a:p>
        </p:txBody>
      </p:sp>
      <p:sp>
        <p:nvSpPr>
          <p:cNvPr id="14" name="文本框 13">
            <a:extLst>
              <a:ext uri="{FF2B5EF4-FFF2-40B4-BE49-F238E27FC236}">
                <a16:creationId xmlns:a16="http://schemas.microsoft.com/office/drawing/2014/main" id="{AC6CF41B-9D26-B83B-C41B-22E2317D2E44}"/>
              </a:ext>
            </a:extLst>
          </p:cNvPr>
          <p:cNvSpPr txBox="1"/>
          <p:nvPr/>
        </p:nvSpPr>
        <p:spPr>
          <a:xfrm>
            <a:off x="6110514" y="4131820"/>
            <a:ext cx="4650251" cy="1446550"/>
          </a:xfrm>
          <a:prstGeom prst="rect">
            <a:avLst/>
          </a:prstGeom>
          <a:noFill/>
        </p:spPr>
        <p:txBody>
          <a:bodyPr wrap="square" rtlCol="0">
            <a:spAutoFit/>
            <a:scene3d>
              <a:camera prst="orthographicFront"/>
              <a:lightRig rig="threePt" dir="t"/>
            </a:scene3d>
            <a:sp3d contourW="12700"/>
          </a:bodyPr>
          <a:lstStyle/>
          <a:p>
            <a:r>
              <a:rPr lang="en-US" altLang="zh-CN" sz="4400" b="1" dirty="0">
                <a:solidFill>
                  <a:schemeClr val="accent3"/>
                </a:solidFill>
                <a:cs typeface="+mn-ea"/>
                <a:sym typeface="+mn-lt"/>
              </a:rPr>
              <a:t>Support Vector Machine</a:t>
            </a:r>
            <a:endParaRPr lang="zh-CN" altLang="en-US" sz="4400" b="1" dirty="0">
              <a:solidFill>
                <a:schemeClr val="accent3"/>
              </a:solidFill>
              <a:cs typeface="+mn-ea"/>
              <a:sym typeface="+mn-lt"/>
            </a:endParaRPr>
          </a:p>
        </p:txBody>
      </p:sp>
      <p:sp>
        <p:nvSpPr>
          <p:cNvPr id="17" name="任意多边形 16">
            <a:extLst>
              <a:ext uri="{FF2B5EF4-FFF2-40B4-BE49-F238E27FC236}">
                <a16:creationId xmlns:a16="http://schemas.microsoft.com/office/drawing/2014/main" id="{EEFAD0DE-C561-12E7-D5FC-BF699A2A90BD}"/>
              </a:ext>
            </a:extLst>
          </p:cNvPr>
          <p:cNvSpPr/>
          <p:nvPr/>
        </p:nvSpPr>
        <p:spPr>
          <a:xfrm rot="2700000">
            <a:off x="9435201" y="912906"/>
            <a:ext cx="1461465" cy="1468765"/>
          </a:xfrm>
          <a:custGeom>
            <a:avLst/>
            <a:gdLst>
              <a:gd name="connsiteX0" fmla="*/ 1163668 w 4706557"/>
              <a:gd name="connsiteY0" fmla="*/ 125724 h 4730065"/>
              <a:gd name="connsiteX1" fmla="*/ 1163670 w 4706557"/>
              <a:gd name="connsiteY1" fmla="*/ 125724 h 4730065"/>
              <a:gd name="connsiteX2" fmla="*/ 1289393 w 4706557"/>
              <a:gd name="connsiteY2" fmla="*/ 1 h 4730065"/>
              <a:gd name="connsiteX3" fmla="*/ 4274851 w 4706557"/>
              <a:gd name="connsiteY3" fmla="*/ 0 h 4730065"/>
              <a:gd name="connsiteX4" fmla="*/ 4706557 w 4706557"/>
              <a:gd name="connsiteY4" fmla="*/ 431706 h 4730065"/>
              <a:gd name="connsiteX5" fmla="*/ 4706557 w 4706557"/>
              <a:gd name="connsiteY5" fmla="*/ 3440672 h 4730065"/>
              <a:gd name="connsiteX6" fmla="*/ 3542888 w 4706557"/>
              <a:gd name="connsiteY6" fmla="*/ 4604342 h 4730065"/>
              <a:gd name="connsiteX7" fmla="*/ 3542888 w 4706557"/>
              <a:gd name="connsiteY7" fmla="*/ 4604340 h 4730065"/>
              <a:gd name="connsiteX8" fmla="*/ 3417163 w 4706557"/>
              <a:gd name="connsiteY8" fmla="*/ 4730065 h 4730065"/>
              <a:gd name="connsiteX9" fmla="*/ 3417163 w 4706557"/>
              <a:gd name="connsiteY9" fmla="*/ 1289392 h 4730065"/>
              <a:gd name="connsiteX10" fmla="*/ 0 w 4706557"/>
              <a:gd name="connsiteY10" fmla="*/ 1289392 h 4730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706557" h="4730065">
                <a:moveTo>
                  <a:pt x="1163668" y="125724"/>
                </a:moveTo>
                <a:lnTo>
                  <a:pt x="1163670" y="125724"/>
                </a:lnTo>
                <a:lnTo>
                  <a:pt x="1289393" y="1"/>
                </a:lnTo>
                <a:lnTo>
                  <a:pt x="4274851" y="0"/>
                </a:lnTo>
                <a:cubicBezTo>
                  <a:pt x="4513275" y="1"/>
                  <a:pt x="4706557" y="193282"/>
                  <a:pt x="4706557" y="431706"/>
                </a:cubicBezTo>
                <a:lnTo>
                  <a:pt x="4706557" y="3440672"/>
                </a:lnTo>
                <a:lnTo>
                  <a:pt x="3542888" y="4604342"/>
                </a:lnTo>
                <a:lnTo>
                  <a:pt x="3542888" y="4604340"/>
                </a:lnTo>
                <a:lnTo>
                  <a:pt x="3417163" y="4730065"/>
                </a:lnTo>
                <a:lnTo>
                  <a:pt x="3417163" y="1289392"/>
                </a:lnTo>
                <a:lnTo>
                  <a:pt x="0" y="1289392"/>
                </a:lnTo>
                <a:close/>
              </a:path>
            </a:pathLst>
          </a:custGeom>
          <a:solidFill>
            <a:schemeClr val="accent1">
              <a:lumMod val="20000"/>
              <a:lumOff val="8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8" name="任意多边形 17">
            <a:extLst>
              <a:ext uri="{FF2B5EF4-FFF2-40B4-BE49-F238E27FC236}">
                <a16:creationId xmlns:a16="http://schemas.microsoft.com/office/drawing/2014/main" id="{7DAB97DE-F9D1-94EE-8337-904D2DD79CB6}"/>
              </a:ext>
            </a:extLst>
          </p:cNvPr>
          <p:cNvSpPr/>
          <p:nvPr/>
        </p:nvSpPr>
        <p:spPr>
          <a:xfrm rot="2700000">
            <a:off x="10767277" y="5635597"/>
            <a:ext cx="602495" cy="605504"/>
          </a:xfrm>
          <a:custGeom>
            <a:avLst/>
            <a:gdLst>
              <a:gd name="connsiteX0" fmla="*/ 1163668 w 4706557"/>
              <a:gd name="connsiteY0" fmla="*/ 125724 h 4730065"/>
              <a:gd name="connsiteX1" fmla="*/ 1163670 w 4706557"/>
              <a:gd name="connsiteY1" fmla="*/ 125724 h 4730065"/>
              <a:gd name="connsiteX2" fmla="*/ 1289393 w 4706557"/>
              <a:gd name="connsiteY2" fmla="*/ 1 h 4730065"/>
              <a:gd name="connsiteX3" fmla="*/ 4274851 w 4706557"/>
              <a:gd name="connsiteY3" fmla="*/ 0 h 4730065"/>
              <a:gd name="connsiteX4" fmla="*/ 4706557 w 4706557"/>
              <a:gd name="connsiteY4" fmla="*/ 431706 h 4730065"/>
              <a:gd name="connsiteX5" fmla="*/ 4706557 w 4706557"/>
              <a:gd name="connsiteY5" fmla="*/ 3440672 h 4730065"/>
              <a:gd name="connsiteX6" fmla="*/ 3542888 w 4706557"/>
              <a:gd name="connsiteY6" fmla="*/ 4604342 h 4730065"/>
              <a:gd name="connsiteX7" fmla="*/ 3542888 w 4706557"/>
              <a:gd name="connsiteY7" fmla="*/ 4604340 h 4730065"/>
              <a:gd name="connsiteX8" fmla="*/ 3417163 w 4706557"/>
              <a:gd name="connsiteY8" fmla="*/ 4730065 h 4730065"/>
              <a:gd name="connsiteX9" fmla="*/ 3417163 w 4706557"/>
              <a:gd name="connsiteY9" fmla="*/ 1289392 h 4730065"/>
              <a:gd name="connsiteX10" fmla="*/ 0 w 4706557"/>
              <a:gd name="connsiteY10" fmla="*/ 1289392 h 4730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706557" h="4730065">
                <a:moveTo>
                  <a:pt x="1163668" y="125724"/>
                </a:moveTo>
                <a:lnTo>
                  <a:pt x="1163670" y="125724"/>
                </a:lnTo>
                <a:lnTo>
                  <a:pt x="1289393" y="1"/>
                </a:lnTo>
                <a:lnTo>
                  <a:pt x="4274851" y="0"/>
                </a:lnTo>
                <a:cubicBezTo>
                  <a:pt x="4513275" y="1"/>
                  <a:pt x="4706557" y="193282"/>
                  <a:pt x="4706557" y="431706"/>
                </a:cubicBezTo>
                <a:lnTo>
                  <a:pt x="4706557" y="3440672"/>
                </a:lnTo>
                <a:lnTo>
                  <a:pt x="3542888" y="4604342"/>
                </a:lnTo>
                <a:lnTo>
                  <a:pt x="3542888" y="4604340"/>
                </a:lnTo>
                <a:lnTo>
                  <a:pt x="3417163" y="4730065"/>
                </a:lnTo>
                <a:lnTo>
                  <a:pt x="3417163" y="1289392"/>
                </a:lnTo>
                <a:lnTo>
                  <a:pt x="0" y="1289392"/>
                </a:lnTo>
                <a:close/>
              </a:path>
            </a:pathLst>
          </a:custGeom>
          <a:solidFill>
            <a:schemeClr val="bg1">
              <a:lumMod val="95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Tree>
    <p:extLst>
      <p:ext uri="{BB962C8B-B14F-4D97-AF65-F5344CB8AC3E}">
        <p14:creationId xmlns:p14="http://schemas.microsoft.com/office/powerpoint/2010/main" val="412908230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7ED21F-0174-EA18-6B86-C83A707F2302}"/>
            </a:ext>
          </a:extLst>
        </p:cNvPr>
        <p:cNvGrpSpPr/>
        <p:nvPr/>
      </p:nvGrpSpPr>
      <p:grpSpPr>
        <a:xfrm>
          <a:off x="0" y="0"/>
          <a:ext cx="0" cy="0"/>
          <a:chOff x="0" y="0"/>
          <a:chExt cx="0" cy="0"/>
        </a:xfrm>
      </p:grpSpPr>
      <p:sp>
        <p:nvSpPr>
          <p:cNvPr id="47" name="椭圆 13">
            <a:extLst>
              <a:ext uri="{FF2B5EF4-FFF2-40B4-BE49-F238E27FC236}">
                <a16:creationId xmlns:a16="http://schemas.microsoft.com/office/drawing/2014/main" id="{187CB419-BC9C-98D4-FBC5-537113611F46}"/>
              </a:ext>
            </a:extLst>
          </p:cNvPr>
          <p:cNvSpPr/>
          <p:nvPr/>
        </p:nvSpPr>
        <p:spPr>
          <a:xfrm>
            <a:off x="5229135" y="2326081"/>
            <a:ext cx="755387" cy="708526"/>
          </a:xfrm>
          <a:custGeom>
            <a:avLst/>
            <a:gdLst>
              <a:gd name="connsiteX0" fmla="*/ 258582 w 606298"/>
              <a:gd name="connsiteY0" fmla="*/ 455598 h 568686"/>
              <a:gd name="connsiteX1" fmla="*/ 303149 w 606298"/>
              <a:gd name="connsiteY1" fmla="*/ 490637 h 568686"/>
              <a:gd name="connsiteX2" fmla="*/ 347716 w 606298"/>
              <a:gd name="connsiteY2" fmla="*/ 455598 h 568686"/>
              <a:gd name="connsiteX3" fmla="*/ 311784 w 606298"/>
              <a:gd name="connsiteY3" fmla="*/ 456896 h 568686"/>
              <a:gd name="connsiteX4" fmla="*/ 294607 w 606298"/>
              <a:gd name="connsiteY4" fmla="*/ 456896 h 568686"/>
              <a:gd name="connsiteX5" fmla="*/ 258582 w 606298"/>
              <a:gd name="connsiteY5" fmla="*/ 455598 h 568686"/>
              <a:gd name="connsiteX6" fmla="*/ 482810 w 606298"/>
              <a:gd name="connsiteY6" fmla="*/ 426955 h 568686"/>
              <a:gd name="connsiteX7" fmla="*/ 402311 w 606298"/>
              <a:gd name="connsiteY7" fmla="*/ 449202 h 568686"/>
              <a:gd name="connsiteX8" fmla="*/ 391633 w 606298"/>
              <a:gd name="connsiteY8" fmla="*/ 460233 h 568686"/>
              <a:gd name="connsiteX9" fmla="*/ 333696 w 606298"/>
              <a:gd name="connsiteY9" fmla="*/ 510752 h 568686"/>
              <a:gd name="connsiteX10" fmla="*/ 407603 w 606298"/>
              <a:gd name="connsiteY10" fmla="*/ 533647 h 568686"/>
              <a:gd name="connsiteX11" fmla="*/ 445578 w 606298"/>
              <a:gd name="connsiteY11" fmla="*/ 523358 h 568686"/>
              <a:gd name="connsiteX12" fmla="*/ 482810 w 606298"/>
              <a:gd name="connsiteY12" fmla="*/ 426955 h 568686"/>
              <a:gd name="connsiteX13" fmla="*/ 123488 w 606298"/>
              <a:gd name="connsiteY13" fmla="*/ 426955 h 568686"/>
              <a:gd name="connsiteX14" fmla="*/ 160720 w 606298"/>
              <a:gd name="connsiteY14" fmla="*/ 523358 h 568686"/>
              <a:gd name="connsiteX15" fmla="*/ 198788 w 606298"/>
              <a:gd name="connsiteY15" fmla="*/ 533647 h 568686"/>
              <a:gd name="connsiteX16" fmla="*/ 272602 w 606298"/>
              <a:gd name="connsiteY16" fmla="*/ 510752 h 568686"/>
              <a:gd name="connsiteX17" fmla="*/ 214665 w 606298"/>
              <a:gd name="connsiteY17" fmla="*/ 460233 h 568686"/>
              <a:gd name="connsiteX18" fmla="*/ 204080 w 606298"/>
              <a:gd name="connsiteY18" fmla="*/ 449202 h 568686"/>
              <a:gd name="connsiteX19" fmla="*/ 123488 w 606298"/>
              <a:gd name="connsiteY19" fmla="*/ 426955 h 568686"/>
              <a:gd name="connsiteX20" fmla="*/ 469069 w 606298"/>
              <a:gd name="connsiteY20" fmla="*/ 346681 h 568686"/>
              <a:gd name="connsiteX21" fmla="*/ 450777 w 606298"/>
              <a:gd name="connsiteY21" fmla="*/ 374953 h 568686"/>
              <a:gd name="connsiteX22" fmla="*/ 449292 w 606298"/>
              <a:gd name="connsiteY22" fmla="*/ 377178 h 568686"/>
              <a:gd name="connsiteX23" fmla="*/ 425523 w 606298"/>
              <a:gd name="connsiteY23" fmla="*/ 409250 h 568686"/>
              <a:gd name="connsiteX24" fmla="*/ 479189 w 606298"/>
              <a:gd name="connsiteY24" fmla="*/ 391360 h 568686"/>
              <a:gd name="connsiteX25" fmla="*/ 469069 w 606298"/>
              <a:gd name="connsiteY25" fmla="*/ 346681 h 568686"/>
              <a:gd name="connsiteX26" fmla="*/ 137229 w 606298"/>
              <a:gd name="connsiteY26" fmla="*/ 346681 h 568686"/>
              <a:gd name="connsiteX27" fmla="*/ 127109 w 606298"/>
              <a:gd name="connsiteY27" fmla="*/ 391360 h 568686"/>
              <a:gd name="connsiteX28" fmla="*/ 180868 w 606298"/>
              <a:gd name="connsiteY28" fmla="*/ 409250 h 568686"/>
              <a:gd name="connsiteX29" fmla="*/ 157006 w 606298"/>
              <a:gd name="connsiteY29" fmla="*/ 377178 h 568686"/>
              <a:gd name="connsiteX30" fmla="*/ 155521 w 606298"/>
              <a:gd name="connsiteY30" fmla="*/ 375046 h 568686"/>
              <a:gd name="connsiteX31" fmla="*/ 137229 w 606298"/>
              <a:gd name="connsiteY31" fmla="*/ 346681 h 568686"/>
              <a:gd name="connsiteX32" fmla="*/ 303114 w 606298"/>
              <a:gd name="connsiteY32" fmla="*/ 237523 h 568686"/>
              <a:gd name="connsiteX33" fmla="*/ 350005 w 606298"/>
              <a:gd name="connsiteY33" fmla="*/ 284343 h 568686"/>
              <a:gd name="connsiteX34" fmla="*/ 303114 w 606298"/>
              <a:gd name="connsiteY34" fmla="*/ 331163 h 568686"/>
              <a:gd name="connsiteX35" fmla="*/ 256223 w 606298"/>
              <a:gd name="connsiteY35" fmla="*/ 284343 h 568686"/>
              <a:gd name="connsiteX36" fmla="*/ 303114 w 606298"/>
              <a:gd name="connsiteY36" fmla="*/ 237523 h 568686"/>
              <a:gd name="connsiteX37" fmla="*/ 517257 w 606298"/>
              <a:gd name="connsiteY37" fmla="*/ 210604 h 568686"/>
              <a:gd name="connsiteX38" fmla="*/ 516792 w 606298"/>
              <a:gd name="connsiteY38" fmla="*/ 213292 h 568686"/>
              <a:gd name="connsiteX39" fmla="*/ 490888 w 606298"/>
              <a:gd name="connsiteY39" fmla="*/ 303392 h 568686"/>
              <a:gd name="connsiteX40" fmla="*/ 511500 w 606298"/>
              <a:gd name="connsiteY40" fmla="*/ 374953 h 568686"/>
              <a:gd name="connsiteX41" fmla="*/ 572130 w 606298"/>
              <a:gd name="connsiteY41" fmla="*/ 290971 h 568686"/>
              <a:gd name="connsiteX42" fmla="*/ 517257 w 606298"/>
              <a:gd name="connsiteY42" fmla="*/ 210604 h 568686"/>
              <a:gd name="connsiteX43" fmla="*/ 89041 w 606298"/>
              <a:gd name="connsiteY43" fmla="*/ 210604 h 568686"/>
              <a:gd name="connsiteX44" fmla="*/ 34168 w 606298"/>
              <a:gd name="connsiteY44" fmla="*/ 290971 h 568686"/>
              <a:gd name="connsiteX45" fmla="*/ 94798 w 606298"/>
              <a:gd name="connsiteY45" fmla="*/ 374953 h 568686"/>
              <a:gd name="connsiteX46" fmla="*/ 115410 w 606298"/>
              <a:gd name="connsiteY46" fmla="*/ 303392 h 568686"/>
              <a:gd name="connsiteX47" fmla="*/ 89506 w 606298"/>
              <a:gd name="connsiteY47" fmla="*/ 213292 h 568686"/>
              <a:gd name="connsiteX48" fmla="*/ 419952 w 606298"/>
              <a:gd name="connsiteY48" fmla="*/ 171487 h 568686"/>
              <a:gd name="connsiteX49" fmla="*/ 438893 w 606298"/>
              <a:gd name="connsiteY49" fmla="*/ 199666 h 568686"/>
              <a:gd name="connsiteX50" fmla="*/ 470833 w 606298"/>
              <a:gd name="connsiteY50" fmla="*/ 256952 h 568686"/>
              <a:gd name="connsiteX51" fmla="*/ 484017 w 606298"/>
              <a:gd name="connsiteY51" fmla="*/ 200407 h 568686"/>
              <a:gd name="connsiteX52" fmla="*/ 484946 w 606298"/>
              <a:gd name="connsiteY52" fmla="*/ 193085 h 568686"/>
              <a:gd name="connsiteX53" fmla="*/ 419952 w 606298"/>
              <a:gd name="connsiteY53" fmla="*/ 171487 h 568686"/>
              <a:gd name="connsiteX54" fmla="*/ 186346 w 606298"/>
              <a:gd name="connsiteY54" fmla="*/ 171487 h 568686"/>
              <a:gd name="connsiteX55" fmla="*/ 121352 w 606298"/>
              <a:gd name="connsiteY55" fmla="*/ 193085 h 568686"/>
              <a:gd name="connsiteX56" fmla="*/ 122281 w 606298"/>
              <a:gd name="connsiteY56" fmla="*/ 200407 h 568686"/>
              <a:gd name="connsiteX57" fmla="*/ 135465 w 606298"/>
              <a:gd name="connsiteY57" fmla="*/ 256952 h 568686"/>
              <a:gd name="connsiteX58" fmla="*/ 167405 w 606298"/>
              <a:gd name="connsiteY58" fmla="*/ 199666 h 568686"/>
              <a:gd name="connsiteX59" fmla="*/ 186346 w 606298"/>
              <a:gd name="connsiteY59" fmla="*/ 171487 h 568686"/>
              <a:gd name="connsiteX60" fmla="*/ 303149 w 606298"/>
              <a:gd name="connsiteY60" fmla="*/ 159459 h 568686"/>
              <a:gd name="connsiteX61" fmla="*/ 236113 w 606298"/>
              <a:gd name="connsiteY61" fmla="*/ 162866 h 568686"/>
              <a:gd name="connsiteX62" fmla="*/ 196559 w 606298"/>
              <a:gd name="connsiteY62" fmla="*/ 218020 h 568686"/>
              <a:gd name="connsiteX63" fmla="*/ 153385 w 606298"/>
              <a:gd name="connsiteY63" fmla="*/ 301260 h 568686"/>
              <a:gd name="connsiteX64" fmla="*/ 184118 w 606298"/>
              <a:gd name="connsiteY64" fmla="*/ 356321 h 568686"/>
              <a:gd name="connsiteX65" fmla="*/ 222835 w 606298"/>
              <a:gd name="connsiteY65" fmla="*/ 406284 h 568686"/>
              <a:gd name="connsiteX66" fmla="*/ 227385 w 606298"/>
              <a:gd name="connsiteY66" fmla="*/ 411104 h 568686"/>
              <a:gd name="connsiteX67" fmla="*/ 234813 w 606298"/>
              <a:gd name="connsiteY67" fmla="*/ 419169 h 568686"/>
              <a:gd name="connsiteX68" fmla="*/ 294607 w 606298"/>
              <a:gd name="connsiteY68" fmla="*/ 422691 h 568686"/>
              <a:gd name="connsiteX69" fmla="*/ 311784 w 606298"/>
              <a:gd name="connsiteY69" fmla="*/ 422691 h 568686"/>
              <a:gd name="connsiteX70" fmla="*/ 371485 w 606298"/>
              <a:gd name="connsiteY70" fmla="*/ 419169 h 568686"/>
              <a:gd name="connsiteX71" fmla="*/ 378913 w 606298"/>
              <a:gd name="connsiteY71" fmla="*/ 411104 h 568686"/>
              <a:gd name="connsiteX72" fmla="*/ 383463 w 606298"/>
              <a:gd name="connsiteY72" fmla="*/ 406284 h 568686"/>
              <a:gd name="connsiteX73" fmla="*/ 422273 w 606298"/>
              <a:gd name="connsiteY73" fmla="*/ 356321 h 568686"/>
              <a:gd name="connsiteX74" fmla="*/ 452913 w 606298"/>
              <a:gd name="connsiteY74" fmla="*/ 301260 h 568686"/>
              <a:gd name="connsiteX75" fmla="*/ 409831 w 606298"/>
              <a:gd name="connsiteY75" fmla="*/ 218020 h 568686"/>
              <a:gd name="connsiteX76" fmla="*/ 370185 w 606298"/>
              <a:gd name="connsiteY76" fmla="*/ 162866 h 568686"/>
              <a:gd name="connsiteX77" fmla="*/ 303149 w 606298"/>
              <a:gd name="connsiteY77" fmla="*/ 159459 h 568686"/>
              <a:gd name="connsiteX78" fmla="*/ 303149 w 606298"/>
              <a:gd name="connsiteY78" fmla="*/ 95754 h 568686"/>
              <a:gd name="connsiteX79" fmla="*/ 269631 w 606298"/>
              <a:gd name="connsiteY79" fmla="*/ 125788 h 568686"/>
              <a:gd name="connsiteX80" fmla="*/ 336667 w 606298"/>
              <a:gd name="connsiteY80" fmla="*/ 125788 h 568686"/>
              <a:gd name="connsiteX81" fmla="*/ 303149 w 606298"/>
              <a:gd name="connsiteY81" fmla="*/ 95754 h 568686"/>
              <a:gd name="connsiteX82" fmla="*/ 413453 w 606298"/>
              <a:gd name="connsiteY82" fmla="*/ 34112 h 568686"/>
              <a:gd name="connsiteX83" fmla="*/ 326454 w 606298"/>
              <a:gd name="connsiteY83" fmla="*/ 70078 h 568686"/>
              <a:gd name="connsiteX84" fmla="*/ 388012 w 606298"/>
              <a:gd name="connsiteY84" fmla="*/ 130608 h 568686"/>
              <a:gd name="connsiteX85" fmla="*/ 490424 w 606298"/>
              <a:gd name="connsiteY85" fmla="*/ 158138 h 568686"/>
              <a:gd name="connsiteX86" fmla="*/ 490424 w 606298"/>
              <a:gd name="connsiteY86" fmla="*/ 156933 h 568686"/>
              <a:gd name="connsiteX87" fmla="*/ 453841 w 606298"/>
              <a:gd name="connsiteY87" fmla="*/ 45143 h 568686"/>
              <a:gd name="connsiteX88" fmla="*/ 413453 w 606298"/>
              <a:gd name="connsiteY88" fmla="*/ 34112 h 568686"/>
              <a:gd name="connsiteX89" fmla="*/ 192845 w 606298"/>
              <a:gd name="connsiteY89" fmla="*/ 34112 h 568686"/>
              <a:gd name="connsiteX90" fmla="*/ 152549 w 606298"/>
              <a:gd name="connsiteY90" fmla="*/ 45143 h 568686"/>
              <a:gd name="connsiteX91" fmla="*/ 115874 w 606298"/>
              <a:gd name="connsiteY91" fmla="*/ 156933 h 568686"/>
              <a:gd name="connsiteX92" fmla="*/ 115967 w 606298"/>
              <a:gd name="connsiteY92" fmla="*/ 158138 h 568686"/>
              <a:gd name="connsiteX93" fmla="*/ 218286 w 606298"/>
              <a:gd name="connsiteY93" fmla="*/ 130608 h 568686"/>
              <a:gd name="connsiteX94" fmla="*/ 279937 w 606298"/>
              <a:gd name="connsiteY94" fmla="*/ 70078 h 568686"/>
              <a:gd name="connsiteX95" fmla="*/ 192845 w 606298"/>
              <a:gd name="connsiteY95" fmla="*/ 34112 h 568686"/>
              <a:gd name="connsiteX96" fmla="*/ 192845 w 606298"/>
              <a:gd name="connsiteY96" fmla="*/ 0 h 568686"/>
              <a:gd name="connsiteX97" fmla="*/ 303149 w 606298"/>
              <a:gd name="connsiteY97" fmla="*/ 44494 h 568686"/>
              <a:gd name="connsiteX98" fmla="*/ 413453 w 606298"/>
              <a:gd name="connsiteY98" fmla="*/ 0 h 568686"/>
              <a:gd name="connsiteX99" fmla="*/ 472411 w 606298"/>
              <a:gd name="connsiteY99" fmla="*/ 16500 h 568686"/>
              <a:gd name="connsiteX100" fmla="*/ 515214 w 606298"/>
              <a:gd name="connsiteY100" fmla="*/ 78050 h 568686"/>
              <a:gd name="connsiteX101" fmla="*/ 524127 w 606298"/>
              <a:gd name="connsiteY101" fmla="*/ 167964 h 568686"/>
              <a:gd name="connsiteX102" fmla="*/ 524127 w 606298"/>
              <a:gd name="connsiteY102" fmla="*/ 174824 h 568686"/>
              <a:gd name="connsiteX103" fmla="*/ 606298 w 606298"/>
              <a:gd name="connsiteY103" fmla="*/ 290971 h 568686"/>
              <a:gd name="connsiteX104" fmla="*/ 516607 w 606298"/>
              <a:gd name="connsiteY104" fmla="*/ 411382 h 568686"/>
              <a:gd name="connsiteX105" fmla="*/ 516792 w 606298"/>
              <a:gd name="connsiteY105" fmla="*/ 413792 h 568686"/>
              <a:gd name="connsiteX106" fmla="*/ 464519 w 606298"/>
              <a:gd name="connsiteY106" fmla="*/ 553299 h 568686"/>
              <a:gd name="connsiteX107" fmla="*/ 408903 w 606298"/>
              <a:gd name="connsiteY107" fmla="*/ 568686 h 568686"/>
              <a:gd name="connsiteX108" fmla="*/ 303149 w 606298"/>
              <a:gd name="connsiteY108" fmla="*/ 532628 h 568686"/>
              <a:gd name="connsiteX109" fmla="*/ 197395 w 606298"/>
              <a:gd name="connsiteY109" fmla="*/ 568686 h 568686"/>
              <a:gd name="connsiteX110" fmla="*/ 141779 w 606298"/>
              <a:gd name="connsiteY110" fmla="*/ 553299 h 568686"/>
              <a:gd name="connsiteX111" fmla="*/ 89506 w 606298"/>
              <a:gd name="connsiteY111" fmla="*/ 413700 h 568686"/>
              <a:gd name="connsiteX112" fmla="*/ 89784 w 606298"/>
              <a:gd name="connsiteY112" fmla="*/ 411382 h 568686"/>
              <a:gd name="connsiteX113" fmla="*/ 0 w 606298"/>
              <a:gd name="connsiteY113" fmla="*/ 290971 h 568686"/>
              <a:gd name="connsiteX114" fmla="*/ 82171 w 606298"/>
              <a:gd name="connsiteY114" fmla="*/ 174824 h 568686"/>
              <a:gd name="connsiteX115" fmla="*/ 82171 w 606298"/>
              <a:gd name="connsiteY115" fmla="*/ 167964 h 568686"/>
              <a:gd name="connsiteX116" fmla="*/ 91084 w 606298"/>
              <a:gd name="connsiteY116" fmla="*/ 78050 h 568686"/>
              <a:gd name="connsiteX117" fmla="*/ 133887 w 606298"/>
              <a:gd name="connsiteY117" fmla="*/ 16500 h 568686"/>
              <a:gd name="connsiteX118" fmla="*/ 192845 w 606298"/>
              <a:gd name="connsiteY118" fmla="*/ 0 h 5686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606298" h="568686">
                <a:moveTo>
                  <a:pt x="258582" y="455598"/>
                </a:moveTo>
                <a:cubicBezTo>
                  <a:pt x="273159" y="469039"/>
                  <a:pt x="288200" y="480811"/>
                  <a:pt x="303149" y="490637"/>
                </a:cubicBezTo>
                <a:cubicBezTo>
                  <a:pt x="318190" y="480811"/>
                  <a:pt x="333139" y="469039"/>
                  <a:pt x="347716" y="455598"/>
                </a:cubicBezTo>
                <a:cubicBezTo>
                  <a:pt x="335274" y="456432"/>
                  <a:pt x="323483" y="456896"/>
                  <a:pt x="311784" y="456896"/>
                </a:cubicBezTo>
                <a:lnTo>
                  <a:pt x="294607" y="456896"/>
                </a:lnTo>
                <a:cubicBezTo>
                  <a:pt x="282908" y="456896"/>
                  <a:pt x="271024" y="456432"/>
                  <a:pt x="258582" y="455598"/>
                </a:cubicBezTo>
                <a:close/>
                <a:moveTo>
                  <a:pt x="482810" y="426955"/>
                </a:moveTo>
                <a:cubicBezTo>
                  <a:pt x="458020" y="436688"/>
                  <a:pt x="431001" y="444104"/>
                  <a:pt x="402311" y="449202"/>
                </a:cubicBezTo>
                <a:lnTo>
                  <a:pt x="391633" y="460233"/>
                </a:lnTo>
                <a:cubicBezTo>
                  <a:pt x="373249" y="479421"/>
                  <a:pt x="353751" y="496384"/>
                  <a:pt x="333696" y="510752"/>
                </a:cubicBezTo>
                <a:cubicBezTo>
                  <a:pt x="360436" y="525768"/>
                  <a:pt x="385877" y="533647"/>
                  <a:pt x="407603" y="533647"/>
                </a:cubicBezTo>
                <a:cubicBezTo>
                  <a:pt x="421995" y="533647"/>
                  <a:pt x="434808" y="530218"/>
                  <a:pt x="445578" y="523358"/>
                </a:cubicBezTo>
                <a:cubicBezTo>
                  <a:pt x="470833" y="507507"/>
                  <a:pt x="484017" y="473303"/>
                  <a:pt x="482810" y="426955"/>
                </a:cubicBezTo>
                <a:close/>
                <a:moveTo>
                  <a:pt x="123488" y="426955"/>
                </a:moveTo>
                <a:cubicBezTo>
                  <a:pt x="122281" y="473303"/>
                  <a:pt x="135465" y="507507"/>
                  <a:pt x="160720" y="523358"/>
                </a:cubicBezTo>
                <a:cubicBezTo>
                  <a:pt x="171490" y="530218"/>
                  <a:pt x="184303" y="533647"/>
                  <a:pt x="198788" y="533647"/>
                </a:cubicBezTo>
                <a:cubicBezTo>
                  <a:pt x="220421" y="533647"/>
                  <a:pt x="245862" y="525768"/>
                  <a:pt x="272602" y="510752"/>
                </a:cubicBezTo>
                <a:cubicBezTo>
                  <a:pt x="252547" y="496384"/>
                  <a:pt x="233142" y="479421"/>
                  <a:pt x="214665" y="460233"/>
                </a:cubicBezTo>
                <a:lnTo>
                  <a:pt x="204080" y="449202"/>
                </a:lnTo>
                <a:cubicBezTo>
                  <a:pt x="175297" y="444104"/>
                  <a:pt x="148278" y="436688"/>
                  <a:pt x="123488" y="426955"/>
                </a:cubicBezTo>
                <a:close/>
                <a:moveTo>
                  <a:pt x="469069" y="346681"/>
                </a:moveTo>
                <a:cubicBezTo>
                  <a:pt x="463591" y="356043"/>
                  <a:pt x="457555" y="365313"/>
                  <a:pt x="450777" y="374953"/>
                </a:cubicBezTo>
                <a:lnTo>
                  <a:pt x="449292" y="377178"/>
                </a:lnTo>
                <a:cubicBezTo>
                  <a:pt x="437686" y="393770"/>
                  <a:pt x="434529" y="398405"/>
                  <a:pt x="425523" y="409250"/>
                </a:cubicBezTo>
                <a:cubicBezTo>
                  <a:pt x="444464" y="404523"/>
                  <a:pt x="462476" y="398497"/>
                  <a:pt x="479189" y="391360"/>
                </a:cubicBezTo>
                <a:cubicBezTo>
                  <a:pt x="476961" y="376992"/>
                  <a:pt x="473525" y="361976"/>
                  <a:pt x="469069" y="346681"/>
                </a:cubicBezTo>
                <a:close/>
                <a:moveTo>
                  <a:pt x="137229" y="346681"/>
                </a:moveTo>
                <a:cubicBezTo>
                  <a:pt x="132773" y="361976"/>
                  <a:pt x="129337" y="376992"/>
                  <a:pt x="127109" y="391360"/>
                </a:cubicBezTo>
                <a:cubicBezTo>
                  <a:pt x="143822" y="398497"/>
                  <a:pt x="161834" y="404523"/>
                  <a:pt x="180868" y="409250"/>
                </a:cubicBezTo>
                <a:cubicBezTo>
                  <a:pt x="171769" y="398312"/>
                  <a:pt x="168426" y="393492"/>
                  <a:pt x="157006" y="377178"/>
                </a:cubicBezTo>
                <a:lnTo>
                  <a:pt x="155521" y="375046"/>
                </a:lnTo>
                <a:cubicBezTo>
                  <a:pt x="148743" y="365313"/>
                  <a:pt x="142800" y="356043"/>
                  <a:pt x="137229" y="346681"/>
                </a:cubicBezTo>
                <a:close/>
                <a:moveTo>
                  <a:pt x="303114" y="237523"/>
                </a:moveTo>
                <a:cubicBezTo>
                  <a:pt x="329011" y="237523"/>
                  <a:pt x="350005" y="258485"/>
                  <a:pt x="350005" y="284343"/>
                </a:cubicBezTo>
                <a:cubicBezTo>
                  <a:pt x="350005" y="310201"/>
                  <a:pt x="329011" y="331163"/>
                  <a:pt x="303114" y="331163"/>
                </a:cubicBezTo>
                <a:cubicBezTo>
                  <a:pt x="277217" y="331163"/>
                  <a:pt x="256223" y="310201"/>
                  <a:pt x="256223" y="284343"/>
                </a:cubicBezTo>
                <a:cubicBezTo>
                  <a:pt x="256223" y="258485"/>
                  <a:pt x="277217" y="237523"/>
                  <a:pt x="303114" y="237523"/>
                </a:cubicBezTo>
                <a:close/>
                <a:moveTo>
                  <a:pt x="517257" y="210604"/>
                </a:moveTo>
                <a:lnTo>
                  <a:pt x="516792" y="213292"/>
                </a:lnTo>
                <a:cubicBezTo>
                  <a:pt x="511593" y="245550"/>
                  <a:pt x="503144" y="275027"/>
                  <a:pt x="490888" y="303392"/>
                </a:cubicBezTo>
                <a:cubicBezTo>
                  <a:pt x="500173" y="327771"/>
                  <a:pt x="507043" y="351872"/>
                  <a:pt x="511500" y="374953"/>
                </a:cubicBezTo>
                <a:cubicBezTo>
                  <a:pt x="550682" y="351223"/>
                  <a:pt x="572130" y="321560"/>
                  <a:pt x="572130" y="290971"/>
                </a:cubicBezTo>
                <a:cubicBezTo>
                  <a:pt x="572130" y="262143"/>
                  <a:pt x="552725" y="233778"/>
                  <a:pt x="517257" y="210604"/>
                </a:cubicBezTo>
                <a:close/>
                <a:moveTo>
                  <a:pt x="89041" y="210604"/>
                </a:moveTo>
                <a:cubicBezTo>
                  <a:pt x="53573" y="233778"/>
                  <a:pt x="34168" y="262143"/>
                  <a:pt x="34168" y="290971"/>
                </a:cubicBezTo>
                <a:cubicBezTo>
                  <a:pt x="34168" y="321560"/>
                  <a:pt x="55616" y="351223"/>
                  <a:pt x="94798" y="374953"/>
                </a:cubicBezTo>
                <a:cubicBezTo>
                  <a:pt x="99255" y="351872"/>
                  <a:pt x="106218" y="327771"/>
                  <a:pt x="115410" y="303392"/>
                </a:cubicBezTo>
                <a:cubicBezTo>
                  <a:pt x="103247" y="275027"/>
                  <a:pt x="94705" y="245550"/>
                  <a:pt x="89506" y="213292"/>
                </a:cubicBezTo>
                <a:close/>
                <a:moveTo>
                  <a:pt x="419952" y="171487"/>
                </a:moveTo>
                <a:cubicBezTo>
                  <a:pt x="426451" y="180571"/>
                  <a:pt x="432765" y="190026"/>
                  <a:pt x="438893" y="199666"/>
                </a:cubicBezTo>
                <a:cubicBezTo>
                  <a:pt x="450777" y="218576"/>
                  <a:pt x="461548" y="237856"/>
                  <a:pt x="470833" y="256952"/>
                </a:cubicBezTo>
                <a:cubicBezTo>
                  <a:pt x="477146" y="237949"/>
                  <a:pt x="481510" y="219410"/>
                  <a:pt x="484017" y="200407"/>
                </a:cubicBezTo>
                <a:lnTo>
                  <a:pt x="484946" y="193085"/>
                </a:lnTo>
                <a:cubicBezTo>
                  <a:pt x="465633" y="184278"/>
                  <a:pt x="443814" y="177048"/>
                  <a:pt x="419952" y="171487"/>
                </a:cubicBezTo>
                <a:close/>
                <a:moveTo>
                  <a:pt x="186346" y="171487"/>
                </a:moveTo>
                <a:cubicBezTo>
                  <a:pt x="162577" y="177048"/>
                  <a:pt x="140758" y="184278"/>
                  <a:pt x="121352" y="193085"/>
                </a:cubicBezTo>
                <a:lnTo>
                  <a:pt x="122281" y="200407"/>
                </a:lnTo>
                <a:cubicBezTo>
                  <a:pt x="124881" y="219410"/>
                  <a:pt x="129152" y="237949"/>
                  <a:pt x="135465" y="256952"/>
                </a:cubicBezTo>
                <a:cubicBezTo>
                  <a:pt x="144750" y="237856"/>
                  <a:pt x="155521" y="218576"/>
                  <a:pt x="167405" y="199666"/>
                </a:cubicBezTo>
                <a:cubicBezTo>
                  <a:pt x="173533" y="190026"/>
                  <a:pt x="179847" y="180571"/>
                  <a:pt x="186346" y="171487"/>
                </a:cubicBezTo>
                <a:close/>
                <a:moveTo>
                  <a:pt x="303149" y="159459"/>
                </a:moveTo>
                <a:cubicBezTo>
                  <a:pt x="279473" y="159459"/>
                  <a:pt x="255797" y="160595"/>
                  <a:pt x="236113" y="162866"/>
                </a:cubicBezTo>
                <a:cubicBezTo>
                  <a:pt x="222000" y="180200"/>
                  <a:pt x="208630" y="198739"/>
                  <a:pt x="196559" y="218020"/>
                </a:cubicBezTo>
                <a:cubicBezTo>
                  <a:pt x="179754" y="244438"/>
                  <a:pt x="165270" y="272432"/>
                  <a:pt x="153385" y="301260"/>
                </a:cubicBezTo>
                <a:cubicBezTo>
                  <a:pt x="162020" y="318965"/>
                  <a:pt x="172047" y="337040"/>
                  <a:pt x="184118" y="356321"/>
                </a:cubicBezTo>
                <a:cubicBezTo>
                  <a:pt x="199809" y="381534"/>
                  <a:pt x="207980" y="390340"/>
                  <a:pt x="222835" y="406284"/>
                </a:cubicBezTo>
                <a:cubicBezTo>
                  <a:pt x="224321" y="407767"/>
                  <a:pt x="225807" y="409436"/>
                  <a:pt x="227385" y="411104"/>
                </a:cubicBezTo>
                <a:lnTo>
                  <a:pt x="234813" y="419169"/>
                </a:lnTo>
                <a:cubicBezTo>
                  <a:pt x="254218" y="421486"/>
                  <a:pt x="274273" y="422691"/>
                  <a:pt x="294607" y="422691"/>
                </a:cubicBezTo>
                <a:lnTo>
                  <a:pt x="311784" y="422691"/>
                </a:lnTo>
                <a:cubicBezTo>
                  <a:pt x="332025" y="422691"/>
                  <a:pt x="352080" y="421486"/>
                  <a:pt x="371485" y="419169"/>
                </a:cubicBezTo>
                <a:lnTo>
                  <a:pt x="378913" y="411104"/>
                </a:lnTo>
                <a:cubicBezTo>
                  <a:pt x="380491" y="409436"/>
                  <a:pt x="382070" y="407767"/>
                  <a:pt x="383463" y="406284"/>
                </a:cubicBezTo>
                <a:cubicBezTo>
                  <a:pt x="398318" y="390340"/>
                  <a:pt x="406489" y="381534"/>
                  <a:pt x="422273" y="356321"/>
                </a:cubicBezTo>
                <a:cubicBezTo>
                  <a:pt x="434343" y="337040"/>
                  <a:pt x="444371" y="318965"/>
                  <a:pt x="452913" y="301260"/>
                </a:cubicBezTo>
                <a:cubicBezTo>
                  <a:pt x="441028" y="272432"/>
                  <a:pt x="426544" y="244438"/>
                  <a:pt x="409831" y="218020"/>
                </a:cubicBezTo>
                <a:cubicBezTo>
                  <a:pt x="397668" y="198739"/>
                  <a:pt x="384391" y="180200"/>
                  <a:pt x="370185" y="162866"/>
                </a:cubicBezTo>
                <a:cubicBezTo>
                  <a:pt x="350502" y="160595"/>
                  <a:pt x="326825" y="159459"/>
                  <a:pt x="303149" y="159459"/>
                </a:cubicBezTo>
                <a:close/>
                <a:moveTo>
                  <a:pt x="303149" y="95754"/>
                </a:moveTo>
                <a:cubicBezTo>
                  <a:pt x="291729" y="104931"/>
                  <a:pt x="280494" y="115035"/>
                  <a:pt x="269631" y="125788"/>
                </a:cubicBezTo>
                <a:cubicBezTo>
                  <a:pt x="288758" y="124861"/>
                  <a:pt x="317540" y="124861"/>
                  <a:pt x="336667" y="125788"/>
                </a:cubicBezTo>
                <a:cubicBezTo>
                  <a:pt x="325897" y="115035"/>
                  <a:pt x="314662" y="104931"/>
                  <a:pt x="303149" y="95754"/>
                </a:cubicBezTo>
                <a:close/>
                <a:moveTo>
                  <a:pt x="413453" y="34112"/>
                </a:moveTo>
                <a:cubicBezTo>
                  <a:pt x="388941" y="34112"/>
                  <a:pt x="359693" y="46162"/>
                  <a:pt x="326454" y="70078"/>
                </a:cubicBezTo>
                <a:cubicBezTo>
                  <a:pt x="347530" y="87226"/>
                  <a:pt x="368235" y="107619"/>
                  <a:pt x="388012" y="130608"/>
                </a:cubicBezTo>
                <a:cubicBezTo>
                  <a:pt x="425801" y="136077"/>
                  <a:pt x="460155" y="145346"/>
                  <a:pt x="490424" y="158138"/>
                </a:cubicBezTo>
                <a:lnTo>
                  <a:pt x="490424" y="156933"/>
                </a:lnTo>
                <a:cubicBezTo>
                  <a:pt x="493023" y="105117"/>
                  <a:pt x="478632" y="61179"/>
                  <a:pt x="453841" y="45143"/>
                </a:cubicBezTo>
                <a:cubicBezTo>
                  <a:pt x="442607" y="37820"/>
                  <a:pt x="428958" y="34112"/>
                  <a:pt x="413453" y="34112"/>
                </a:cubicBezTo>
                <a:close/>
                <a:moveTo>
                  <a:pt x="192845" y="34112"/>
                </a:moveTo>
                <a:cubicBezTo>
                  <a:pt x="177340" y="34112"/>
                  <a:pt x="163784" y="37820"/>
                  <a:pt x="152549" y="45143"/>
                </a:cubicBezTo>
                <a:cubicBezTo>
                  <a:pt x="127759" y="61179"/>
                  <a:pt x="113368" y="105117"/>
                  <a:pt x="115874" y="156933"/>
                </a:cubicBezTo>
                <a:lnTo>
                  <a:pt x="115967" y="158138"/>
                </a:lnTo>
                <a:cubicBezTo>
                  <a:pt x="146143" y="145346"/>
                  <a:pt x="180497" y="136077"/>
                  <a:pt x="218286" y="130608"/>
                </a:cubicBezTo>
                <a:cubicBezTo>
                  <a:pt x="238062" y="107619"/>
                  <a:pt x="258768" y="87226"/>
                  <a:pt x="279937" y="70078"/>
                </a:cubicBezTo>
                <a:cubicBezTo>
                  <a:pt x="246697" y="46162"/>
                  <a:pt x="217450" y="34112"/>
                  <a:pt x="192845" y="34112"/>
                </a:cubicBezTo>
                <a:close/>
                <a:moveTo>
                  <a:pt x="192845" y="0"/>
                </a:moveTo>
                <a:cubicBezTo>
                  <a:pt x="225342" y="0"/>
                  <a:pt x="262482" y="14924"/>
                  <a:pt x="303149" y="44494"/>
                </a:cubicBezTo>
                <a:cubicBezTo>
                  <a:pt x="343816" y="14924"/>
                  <a:pt x="380956" y="0"/>
                  <a:pt x="413453" y="0"/>
                </a:cubicBezTo>
                <a:cubicBezTo>
                  <a:pt x="435643" y="0"/>
                  <a:pt x="455513" y="5562"/>
                  <a:pt x="472411" y="16500"/>
                </a:cubicBezTo>
                <a:cubicBezTo>
                  <a:pt x="491445" y="28828"/>
                  <a:pt x="506208" y="50148"/>
                  <a:pt x="515214" y="78050"/>
                </a:cubicBezTo>
                <a:cubicBezTo>
                  <a:pt x="523756" y="104468"/>
                  <a:pt x="526820" y="135613"/>
                  <a:pt x="524127" y="167964"/>
                </a:cubicBezTo>
                <a:lnTo>
                  <a:pt x="524127" y="174824"/>
                </a:lnTo>
                <a:cubicBezTo>
                  <a:pt x="577144" y="205506"/>
                  <a:pt x="606298" y="246662"/>
                  <a:pt x="606298" y="290971"/>
                </a:cubicBezTo>
                <a:cubicBezTo>
                  <a:pt x="606298" y="337597"/>
                  <a:pt x="574451" y="380236"/>
                  <a:pt x="516607" y="411382"/>
                </a:cubicBezTo>
                <a:cubicBezTo>
                  <a:pt x="516700" y="412216"/>
                  <a:pt x="516792" y="412958"/>
                  <a:pt x="516792" y="413792"/>
                </a:cubicBezTo>
                <a:cubicBezTo>
                  <a:pt x="521528" y="479513"/>
                  <a:pt x="503051" y="529105"/>
                  <a:pt x="464519" y="553299"/>
                </a:cubicBezTo>
                <a:cubicBezTo>
                  <a:pt x="448363" y="563495"/>
                  <a:pt x="429701" y="568686"/>
                  <a:pt x="408903" y="568686"/>
                </a:cubicBezTo>
                <a:cubicBezTo>
                  <a:pt x="376870" y="568686"/>
                  <a:pt x="340381" y="556172"/>
                  <a:pt x="303149" y="532628"/>
                </a:cubicBezTo>
                <a:cubicBezTo>
                  <a:pt x="266010" y="556172"/>
                  <a:pt x="229428" y="568686"/>
                  <a:pt x="197395" y="568686"/>
                </a:cubicBezTo>
                <a:cubicBezTo>
                  <a:pt x="176690" y="568686"/>
                  <a:pt x="157935" y="563495"/>
                  <a:pt x="141779" y="553299"/>
                </a:cubicBezTo>
                <a:cubicBezTo>
                  <a:pt x="103340" y="529105"/>
                  <a:pt x="84770" y="479513"/>
                  <a:pt x="89506" y="413700"/>
                </a:cubicBezTo>
                <a:cubicBezTo>
                  <a:pt x="89598" y="412958"/>
                  <a:pt x="89691" y="412124"/>
                  <a:pt x="89784" y="411382"/>
                </a:cubicBezTo>
                <a:cubicBezTo>
                  <a:pt x="31847" y="380236"/>
                  <a:pt x="0" y="337597"/>
                  <a:pt x="0" y="290971"/>
                </a:cubicBezTo>
                <a:cubicBezTo>
                  <a:pt x="0" y="246662"/>
                  <a:pt x="29154" y="205506"/>
                  <a:pt x="82171" y="174824"/>
                </a:cubicBezTo>
                <a:lnTo>
                  <a:pt x="82171" y="167964"/>
                </a:lnTo>
                <a:cubicBezTo>
                  <a:pt x="79478" y="135613"/>
                  <a:pt x="82542" y="104468"/>
                  <a:pt x="91084" y="78050"/>
                </a:cubicBezTo>
                <a:cubicBezTo>
                  <a:pt x="100090" y="50148"/>
                  <a:pt x="114946" y="28828"/>
                  <a:pt x="133887" y="16500"/>
                </a:cubicBezTo>
                <a:cubicBezTo>
                  <a:pt x="150785" y="5562"/>
                  <a:pt x="170655" y="0"/>
                  <a:pt x="19284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cs typeface="+mn-ea"/>
              <a:sym typeface="+mn-lt"/>
            </a:endParaRPr>
          </a:p>
        </p:txBody>
      </p:sp>
      <p:sp>
        <p:nvSpPr>
          <p:cNvPr id="48" name="椭圆 45">
            <a:extLst>
              <a:ext uri="{FF2B5EF4-FFF2-40B4-BE49-F238E27FC236}">
                <a16:creationId xmlns:a16="http://schemas.microsoft.com/office/drawing/2014/main" id="{DAE3E201-1E66-08BA-2D4F-0CCE5354A5A3}"/>
              </a:ext>
            </a:extLst>
          </p:cNvPr>
          <p:cNvSpPr/>
          <p:nvPr/>
        </p:nvSpPr>
        <p:spPr>
          <a:xfrm>
            <a:off x="8551177" y="2313474"/>
            <a:ext cx="755387" cy="733741"/>
          </a:xfrm>
          <a:custGeom>
            <a:avLst/>
            <a:gdLst>
              <a:gd name="connsiteX0" fmla="*/ 357006 w 608274"/>
              <a:gd name="connsiteY0" fmla="*/ 315793 h 590844"/>
              <a:gd name="connsiteX1" fmla="*/ 344664 w 608274"/>
              <a:gd name="connsiteY1" fmla="*/ 351821 h 590844"/>
              <a:gd name="connsiteX2" fmla="*/ 552405 w 608274"/>
              <a:gd name="connsiteY2" fmla="*/ 559238 h 590844"/>
              <a:gd name="connsiteX3" fmla="*/ 554572 w 608274"/>
              <a:gd name="connsiteY3" fmla="*/ 560178 h 590844"/>
              <a:gd name="connsiteX4" fmla="*/ 554666 w 608274"/>
              <a:gd name="connsiteY4" fmla="*/ 560178 h 590844"/>
              <a:gd name="connsiteX5" fmla="*/ 556928 w 608274"/>
              <a:gd name="connsiteY5" fmla="*/ 559238 h 590844"/>
              <a:gd name="connsiteX6" fmla="*/ 576618 w 608274"/>
              <a:gd name="connsiteY6" fmla="*/ 539578 h 590844"/>
              <a:gd name="connsiteX7" fmla="*/ 577560 w 608274"/>
              <a:gd name="connsiteY7" fmla="*/ 537320 h 590844"/>
              <a:gd name="connsiteX8" fmla="*/ 576618 w 608274"/>
              <a:gd name="connsiteY8" fmla="*/ 535063 h 590844"/>
              <a:gd name="connsiteX9" fmla="*/ 347019 w 608274"/>
              <a:gd name="connsiteY9" fmla="*/ 272617 h 590844"/>
              <a:gd name="connsiteX10" fmla="*/ 361339 w 608274"/>
              <a:gd name="connsiteY10" fmla="*/ 276756 h 590844"/>
              <a:gd name="connsiteX11" fmla="*/ 370572 w 608274"/>
              <a:gd name="connsiteY11" fmla="*/ 285974 h 590844"/>
              <a:gd name="connsiteX12" fmla="*/ 598287 w 608274"/>
              <a:gd name="connsiteY12" fmla="*/ 513333 h 590844"/>
              <a:gd name="connsiteX13" fmla="*/ 608274 w 608274"/>
              <a:gd name="connsiteY13" fmla="*/ 537320 h 590844"/>
              <a:gd name="connsiteX14" fmla="*/ 598287 w 608274"/>
              <a:gd name="connsiteY14" fmla="*/ 561213 h 590844"/>
              <a:gd name="connsiteX15" fmla="*/ 578691 w 608274"/>
              <a:gd name="connsiteY15" fmla="*/ 580873 h 590844"/>
              <a:gd name="connsiteX16" fmla="*/ 554666 w 608274"/>
              <a:gd name="connsiteY16" fmla="*/ 590844 h 590844"/>
              <a:gd name="connsiteX17" fmla="*/ 554572 w 608274"/>
              <a:gd name="connsiteY17" fmla="*/ 590844 h 590844"/>
              <a:gd name="connsiteX18" fmla="*/ 530736 w 608274"/>
              <a:gd name="connsiteY18" fmla="*/ 580873 h 590844"/>
              <a:gd name="connsiteX19" fmla="*/ 316211 w 608274"/>
              <a:gd name="connsiteY19" fmla="*/ 366683 h 590844"/>
              <a:gd name="connsiteX20" fmla="*/ 312442 w 608274"/>
              <a:gd name="connsiteY20" fmla="*/ 350880 h 590844"/>
              <a:gd name="connsiteX21" fmla="*/ 327328 w 608274"/>
              <a:gd name="connsiteY21" fmla="*/ 307610 h 590844"/>
              <a:gd name="connsiteX22" fmla="*/ 335902 w 608274"/>
              <a:gd name="connsiteY22" fmla="*/ 282588 h 590844"/>
              <a:gd name="connsiteX23" fmla="*/ 347019 w 608274"/>
              <a:gd name="connsiteY23" fmla="*/ 272617 h 590844"/>
              <a:gd name="connsiteX24" fmla="*/ 74870 w 608274"/>
              <a:gd name="connsiteY24" fmla="*/ 82350 h 590844"/>
              <a:gd name="connsiteX25" fmla="*/ 426850 w 608274"/>
              <a:gd name="connsiteY25" fmla="*/ 82350 h 590844"/>
              <a:gd name="connsiteX26" fmla="*/ 426850 w 608274"/>
              <a:gd name="connsiteY26" fmla="*/ 306027 h 590844"/>
              <a:gd name="connsiteX27" fmla="*/ 379461 w 608274"/>
              <a:gd name="connsiteY27" fmla="*/ 258714 h 590844"/>
              <a:gd name="connsiteX28" fmla="*/ 341210 w 608274"/>
              <a:gd name="connsiteY28" fmla="*/ 247709 h 590844"/>
              <a:gd name="connsiteX29" fmla="*/ 315867 w 608274"/>
              <a:gd name="connsiteY29" fmla="*/ 265957 h 590844"/>
              <a:gd name="connsiteX30" fmla="*/ 204507 w 608274"/>
              <a:gd name="connsiteY30" fmla="*/ 235763 h 590844"/>
              <a:gd name="connsiteX31" fmla="*/ 195274 w 608274"/>
              <a:gd name="connsiteY31" fmla="*/ 230590 h 590844"/>
              <a:gd name="connsiteX32" fmla="*/ 213740 w 608274"/>
              <a:gd name="connsiteY32" fmla="*/ 231154 h 590844"/>
              <a:gd name="connsiteX33" fmla="*/ 225517 w 608274"/>
              <a:gd name="connsiteY33" fmla="*/ 231719 h 590844"/>
              <a:gd name="connsiteX34" fmla="*/ 248599 w 608274"/>
              <a:gd name="connsiteY34" fmla="*/ 232377 h 590844"/>
              <a:gd name="connsiteX35" fmla="*/ 322085 w 608274"/>
              <a:gd name="connsiteY35" fmla="*/ 227674 h 590844"/>
              <a:gd name="connsiteX36" fmla="*/ 361749 w 608274"/>
              <a:gd name="connsiteY36" fmla="*/ 186852 h 590844"/>
              <a:gd name="connsiteX37" fmla="*/ 323216 w 608274"/>
              <a:gd name="connsiteY37" fmla="*/ 133049 h 590844"/>
              <a:gd name="connsiteX38" fmla="*/ 205167 w 608274"/>
              <a:gd name="connsiteY38" fmla="*/ 122514 h 590844"/>
              <a:gd name="connsiteX39" fmla="*/ 158248 w 608274"/>
              <a:gd name="connsiteY39" fmla="*/ 124395 h 590844"/>
              <a:gd name="connsiteX40" fmla="*/ 157683 w 608274"/>
              <a:gd name="connsiteY40" fmla="*/ 124395 h 590844"/>
              <a:gd name="connsiteX41" fmla="*/ 137239 w 608274"/>
              <a:gd name="connsiteY41" fmla="*/ 144336 h 590844"/>
              <a:gd name="connsiteX42" fmla="*/ 157212 w 608274"/>
              <a:gd name="connsiteY42" fmla="*/ 165312 h 590844"/>
              <a:gd name="connsiteX43" fmla="*/ 208087 w 608274"/>
              <a:gd name="connsiteY43" fmla="*/ 163336 h 590844"/>
              <a:gd name="connsiteX44" fmla="*/ 306634 w 608274"/>
              <a:gd name="connsiteY44" fmla="*/ 170485 h 590844"/>
              <a:gd name="connsiteX45" fmla="*/ 321049 w 608274"/>
              <a:gd name="connsiteY45" fmla="*/ 183465 h 590844"/>
              <a:gd name="connsiteX46" fmla="*/ 311251 w 608274"/>
              <a:gd name="connsiteY46" fmla="*/ 188263 h 590844"/>
              <a:gd name="connsiteX47" fmla="*/ 250200 w 608274"/>
              <a:gd name="connsiteY47" fmla="*/ 191461 h 590844"/>
              <a:gd name="connsiteX48" fmla="*/ 225517 w 608274"/>
              <a:gd name="connsiteY48" fmla="*/ 190896 h 590844"/>
              <a:gd name="connsiteX49" fmla="*/ 216755 w 608274"/>
              <a:gd name="connsiteY49" fmla="*/ 190426 h 590844"/>
              <a:gd name="connsiteX50" fmla="*/ 156929 w 608274"/>
              <a:gd name="connsiteY50" fmla="*/ 206040 h 590844"/>
              <a:gd name="connsiteX51" fmla="*/ 150335 w 608274"/>
              <a:gd name="connsiteY51" fmla="*/ 236516 h 590844"/>
              <a:gd name="connsiteX52" fmla="*/ 187078 w 608274"/>
              <a:gd name="connsiteY52" fmla="*/ 272823 h 590844"/>
              <a:gd name="connsiteX53" fmla="*/ 300887 w 608274"/>
              <a:gd name="connsiteY53" fmla="*/ 305839 h 590844"/>
              <a:gd name="connsiteX54" fmla="*/ 291277 w 608274"/>
              <a:gd name="connsiteY54" fmla="*/ 334057 h 590844"/>
              <a:gd name="connsiteX55" fmla="*/ 74870 w 608274"/>
              <a:gd name="connsiteY55" fmla="*/ 334057 h 590844"/>
              <a:gd name="connsiteX56" fmla="*/ 41731 w 608274"/>
              <a:gd name="connsiteY56" fmla="*/ 0 h 590844"/>
              <a:gd name="connsiteX57" fmla="*/ 459894 w 608274"/>
              <a:gd name="connsiteY57" fmla="*/ 0 h 590844"/>
              <a:gd name="connsiteX58" fmla="*/ 501720 w 608274"/>
              <a:gd name="connsiteY58" fmla="*/ 41669 h 590844"/>
              <a:gd name="connsiteX59" fmla="*/ 501720 w 608274"/>
              <a:gd name="connsiteY59" fmla="*/ 374737 h 590844"/>
              <a:gd name="connsiteX60" fmla="*/ 501155 w 608274"/>
              <a:gd name="connsiteY60" fmla="*/ 380193 h 590844"/>
              <a:gd name="connsiteX61" fmla="*/ 457539 w 608274"/>
              <a:gd name="connsiteY61" fmla="*/ 336643 h 590844"/>
              <a:gd name="connsiteX62" fmla="*/ 457539 w 608274"/>
              <a:gd name="connsiteY62" fmla="*/ 66971 h 590844"/>
              <a:gd name="connsiteX63" fmla="*/ 442184 w 608274"/>
              <a:gd name="connsiteY63" fmla="*/ 51639 h 590844"/>
              <a:gd name="connsiteX64" fmla="*/ 59536 w 608274"/>
              <a:gd name="connsiteY64" fmla="*/ 51639 h 590844"/>
              <a:gd name="connsiteX65" fmla="*/ 44181 w 608274"/>
              <a:gd name="connsiteY65" fmla="*/ 66971 h 590844"/>
              <a:gd name="connsiteX66" fmla="*/ 44181 w 608274"/>
              <a:gd name="connsiteY66" fmla="*/ 349341 h 590844"/>
              <a:gd name="connsiteX67" fmla="*/ 59536 w 608274"/>
              <a:gd name="connsiteY67" fmla="*/ 364673 h 590844"/>
              <a:gd name="connsiteX68" fmla="*/ 287128 w 608274"/>
              <a:gd name="connsiteY68" fmla="*/ 364673 h 590844"/>
              <a:gd name="connsiteX69" fmla="*/ 298055 w 608274"/>
              <a:gd name="connsiteY69" fmla="*/ 384708 h 590844"/>
              <a:gd name="connsiteX70" fmla="*/ 329801 w 608274"/>
              <a:gd name="connsiteY70" fmla="*/ 416406 h 590844"/>
              <a:gd name="connsiteX71" fmla="*/ 41731 w 608274"/>
              <a:gd name="connsiteY71" fmla="*/ 416406 h 590844"/>
              <a:gd name="connsiteX72" fmla="*/ 0 w 608274"/>
              <a:gd name="connsiteY72" fmla="*/ 374737 h 590844"/>
              <a:gd name="connsiteX73" fmla="*/ 0 w 608274"/>
              <a:gd name="connsiteY73" fmla="*/ 41669 h 590844"/>
              <a:gd name="connsiteX74" fmla="*/ 41731 w 608274"/>
              <a:gd name="connsiteY74" fmla="*/ 0 h 590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608274" h="590844">
                <a:moveTo>
                  <a:pt x="357006" y="315793"/>
                </a:moveTo>
                <a:lnTo>
                  <a:pt x="344664" y="351821"/>
                </a:lnTo>
                <a:lnTo>
                  <a:pt x="552405" y="559238"/>
                </a:lnTo>
                <a:cubicBezTo>
                  <a:pt x="552971" y="559802"/>
                  <a:pt x="553818" y="560178"/>
                  <a:pt x="554572" y="560178"/>
                </a:cubicBezTo>
                <a:lnTo>
                  <a:pt x="554666" y="560178"/>
                </a:lnTo>
                <a:cubicBezTo>
                  <a:pt x="555514" y="560178"/>
                  <a:pt x="556362" y="559802"/>
                  <a:pt x="556928" y="559238"/>
                </a:cubicBezTo>
                <a:lnTo>
                  <a:pt x="576618" y="539578"/>
                </a:lnTo>
                <a:cubicBezTo>
                  <a:pt x="577372" y="538825"/>
                  <a:pt x="577560" y="537885"/>
                  <a:pt x="577560" y="537320"/>
                </a:cubicBezTo>
                <a:cubicBezTo>
                  <a:pt x="577560" y="536756"/>
                  <a:pt x="577372" y="535815"/>
                  <a:pt x="576618" y="535063"/>
                </a:cubicBezTo>
                <a:close/>
                <a:moveTo>
                  <a:pt x="347019" y="272617"/>
                </a:moveTo>
                <a:cubicBezTo>
                  <a:pt x="352106" y="271394"/>
                  <a:pt x="357571" y="272993"/>
                  <a:pt x="361339" y="276756"/>
                </a:cubicBezTo>
                <a:lnTo>
                  <a:pt x="370572" y="285974"/>
                </a:lnTo>
                <a:lnTo>
                  <a:pt x="598287" y="513333"/>
                </a:lnTo>
                <a:cubicBezTo>
                  <a:pt x="604694" y="519730"/>
                  <a:pt x="608274" y="528290"/>
                  <a:pt x="608274" y="537320"/>
                </a:cubicBezTo>
                <a:cubicBezTo>
                  <a:pt x="608274" y="546351"/>
                  <a:pt x="604694" y="554817"/>
                  <a:pt x="598287" y="561213"/>
                </a:cubicBezTo>
                <a:lnTo>
                  <a:pt x="578691" y="580873"/>
                </a:lnTo>
                <a:cubicBezTo>
                  <a:pt x="572284" y="587269"/>
                  <a:pt x="563805" y="590844"/>
                  <a:pt x="554666" y="590844"/>
                </a:cubicBezTo>
                <a:lnTo>
                  <a:pt x="554572" y="590844"/>
                </a:lnTo>
                <a:cubicBezTo>
                  <a:pt x="545622" y="590844"/>
                  <a:pt x="537143" y="587269"/>
                  <a:pt x="530736" y="580873"/>
                </a:cubicBezTo>
                <a:lnTo>
                  <a:pt x="316211" y="366683"/>
                </a:lnTo>
                <a:cubicBezTo>
                  <a:pt x="312066" y="362544"/>
                  <a:pt x="310558" y="356430"/>
                  <a:pt x="312442" y="350880"/>
                </a:cubicBezTo>
                <a:lnTo>
                  <a:pt x="327328" y="307610"/>
                </a:lnTo>
                <a:lnTo>
                  <a:pt x="335902" y="282588"/>
                </a:lnTo>
                <a:cubicBezTo>
                  <a:pt x="337598" y="277602"/>
                  <a:pt x="341837" y="273840"/>
                  <a:pt x="347019" y="272617"/>
                </a:cubicBezTo>
                <a:close/>
                <a:moveTo>
                  <a:pt x="74870" y="82350"/>
                </a:moveTo>
                <a:lnTo>
                  <a:pt x="426850" y="82350"/>
                </a:lnTo>
                <a:lnTo>
                  <a:pt x="426850" y="306027"/>
                </a:lnTo>
                <a:lnTo>
                  <a:pt x="379461" y="258714"/>
                </a:lnTo>
                <a:cubicBezTo>
                  <a:pt x="369474" y="248650"/>
                  <a:pt x="354966" y="244511"/>
                  <a:pt x="341210" y="247709"/>
                </a:cubicBezTo>
                <a:cubicBezTo>
                  <a:pt x="330564" y="250249"/>
                  <a:pt x="321520" y="256927"/>
                  <a:pt x="315867" y="265957"/>
                </a:cubicBezTo>
                <a:cubicBezTo>
                  <a:pt x="275073" y="263229"/>
                  <a:pt x="245113" y="254764"/>
                  <a:pt x="204507" y="235763"/>
                </a:cubicBezTo>
                <a:cubicBezTo>
                  <a:pt x="200550" y="233882"/>
                  <a:pt x="197535" y="232095"/>
                  <a:pt x="195274" y="230590"/>
                </a:cubicBezTo>
                <a:cubicBezTo>
                  <a:pt x="201398" y="230308"/>
                  <a:pt x="209500" y="230872"/>
                  <a:pt x="213740" y="231154"/>
                </a:cubicBezTo>
                <a:cubicBezTo>
                  <a:pt x="218262" y="231531"/>
                  <a:pt x="222313" y="231719"/>
                  <a:pt x="225517" y="231719"/>
                </a:cubicBezTo>
                <a:cubicBezTo>
                  <a:pt x="232959" y="231719"/>
                  <a:pt x="240779" y="232095"/>
                  <a:pt x="248599" y="232377"/>
                </a:cubicBezTo>
                <a:cubicBezTo>
                  <a:pt x="272812" y="233318"/>
                  <a:pt x="297966" y="234258"/>
                  <a:pt x="322085" y="227674"/>
                </a:cubicBezTo>
                <a:cubicBezTo>
                  <a:pt x="355813" y="218456"/>
                  <a:pt x="361089" y="196070"/>
                  <a:pt x="361749" y="186852"/>
                </a:cubicBezTo>
                <a:cubicBezTo>
                  <a:pt x="363351" y="165594"/>
                  <a:pt x="347900" y="143960"/>
                  <a:pt x="323216" y="133049"/>
                </a:cubicBezTo>
                <a:cubicBezTo>
                  <a:pt x="286190" y="116776"/>
                  <a:pt x="245019" y="119692"/>
                  <a:pt x="205167" y="122514"/>
                </a:cubicBezTo>
                <a:cubicBezTo>
                  <a:pt x="188585" y="123737"/>
                  <a:pt x="172851" y="124866"/>
                  <a:pt x="158248" y="124395"/>
                </a:cubicBezTo>
                <a:lnTo>
                  <a:pt x="157683" y="124395"/>
                </a:lnTo>
                <a:cubicBezTo>
                  <a:pt x="146660" y="124395"/>
                  <a:pt x="137522" y="133237"/>
                  <a:pt x="137239" y="144336"/>
                </a:cubicBezTo>
                <a:cubicBezTo>
                  <a:pt x="136956" y="155623"/>
                  <a:pt x="145907" y="165030"/>
                  <a:pt x="157212" y="165312"/>
                </a:cubicBezTo>
                <a:cubicBezTo>
                  <a:pt x="173699" y="165688"/>
                  <a:pt x="191223" y="164465"/>
                  <a:pt x="208087" y="163336"/>
                </a:cubicBezTo>
                <a:cubicBezTo>
                  <a:pt x="242946" y="160891"/>
                  <a:pt x="278935" y="158257"/>
                  <a:pt x="306634" y="170485"/>
                </a:cubicBezTo>
                <a:cubicBezTo>
                  <a:pt x="316809" y="174906"/>
                  <a:pt x="320955" y="181866"/>
                  <a:pt x="321049" y="183465"/>
                </a:cubicBezTo>
                <a:cubicBezTo>
                  <a:pt x="320672" y="184124"/>
                  <a:pt x="318034" y="186381"/>
                  <a:pt x="311251" y="188263"/>
                </a:cubicBezTo>
                <a:cubicBezTo>
                  <a:pt x="293256" y="193248"/>
                  <a:pt x="271398" y="192307"/>
                  <a:pt x="250200" y="191461"/>
                </a:cubicBezTo>
                <a:cubicBezTo>
                  <a:pt x="241815" y="191178"/>
                  <a:pt x="233525" y="190896"/>
                  <a:pt x="225517" y="190896"/>
                </a:cubicBezTo>
                <a:cubicBezTo>
                  <a:pt x="223067" y="190896"/>
                  <a:pt x="220052" y="190614"/>
                  <a:pt x="216755" y="190426"/>
                </a:cubicBezTo>
                <a:cubicBezTo>
                  <a:pt x="198477" y="189015"/>
                  <a:pt x="170873" y="187134"/>
                  <a:pt x="156929" y="206040"/>
                </a:cubicBezTo>
                <a:cubicBezTo>
                  <a:pt x="150052" y="215258"/>
                  <a:pt x="147697" y="226075"/>
                  <a:pt x="150335" y="236516"/>
                </a:cubicBezTo>
                <a:cubicBezTo>
                  <a:pt x="154857" y="254387"/>
                  <a:pt x="172851" y="266145"/>
                  <a:pt x="187078" y="272823"/>
                </a:cubicBezTo>
                <a:cubicBezTo>
                  <a:pt x="228437" y="292200"/>
                  <a:pt x="260752" y="301888"/>
                  <a:pt x="300887" y="305839"/>
                </a:cubicBezTo>
                <a:lnTo>
                  <a:pt x="291277" y="334057"/>
                </a:lnTo>
                <a:lnTo>
                  <a:pt x="74870" y="334057"/>
                </a:lnTo>
                <a:close/>
                <a:moveTo>
                  <a:pt x="41731" y="0"/>
                </a:moveTo>
                <a:lnTo>
                  <a:pt x="459894" y="0"/>
                </a:lnTo>
                <a:cubicBezTo>
                  <a:pt x="482974" y="0"/>
                  <a:pt x="501720" y="18624"/>
                  <a:pt x="501720" y="41669"/>
                </a:cubicBezTo>
                <a:lnTo>
                  <a:pt x="501720" y="374737"/>
                </a:lnTo>
                <a:cubicBezTo>
                  <a:pt x="501720" y="376618"/>
                  <a:pt x="501343" y="378311"/>
                  <a:pt x="501155" y="380193"/>
                </a:cubicBezTo>
                <a:lnTo>
                  <a:pt x="457539" y="336643"/>
                </a:lnTo>
                <a:lnTo>
                  <a:pt x="457539" y="66971"/>
                </a:lnTo>
                <a:cubicBezTo>
                  <a:pt x="457539" y="58506"/>
                  <a:pt x="450663" y="51639"/>
                  <a:pt x="442184" y="51639"/>
                </a:cubicBezTo>
                <a:lnTo>
                  <a:pt x="59536" y="51639"/>
                </a:lnTo>
                <a:cubicBezTo>
                  <a:pt x="51057" y="51639"/>
                  <a:pt x="44181" y="58506"/>
                  <a:pt x="44181" y="66971"/>
                </a:cubicBezTo>
                <a:lnTo>
                  <a:pt x="44181" y="349341"/>
                </a:lnTo>
                <a:cubicBezTo>
                  <a:pt x="44181" y="357806"/>
                  <a:pt x="51057" y="364673"/>
                  <a:pt x="59536" y="364673"/>
                </a:cubicBezTo>
                <a:lnTo>
                  <a:pt x="287128" y="364673"/>
                </a:lnTo>
                <a:cubicBezTo>
                  <a:pt x="288729" y="372198"/>
                  <a:pt x="292497" y="379158"/>
                  <a:pt x="298055" y="384708"/>
                </a:cubicBezTo>
                <a:lnTo>
                  <a:pt x="329801" y="416406"/>
                </a:lnTo>
                <a:lnTo>
                  <a:pt x="41731" y="416406"/>
                </a:lnTo>
                <a:cubicBezTo>
                  <a:pt x="18746" y="416406"/>
                  <a:pt x="0" y="397688"/>
                  <a:pt x="0" y="374737"/>
                </a:cubicBezTo>
                <a:lnTo>
                  <a:pt x="0" y="41669"/>
                </a:lnTo>
                <a:cubicBezTo>
                  <a:pt x="0" y="18624"/>
                  <a:pt x="18746" y="0"/>
                  <a:pt x="4173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cs typeface="+mn-ea"/>
              <a:sym typeface="+mn-lt"/>
            </a:endParaRPr>
          </a:p>
        </p:txBody>
      </p:sp>
      <p:sp>
        <p:nvSpPr>
          <p:cNvPr id="20" name="任意多边形 47">
            <a:extLst>
              <a:ext uri="{FF2B5EF4-FFF2-40B4-BE49-F238E27FC236}">
                <a16:creationId xmlns:a16="http://schemas.microsoft.com/office/drawing/2014/main" id="{BE211170-95BB-28EF-F59B-D86A1582914A}"/>
              </a:ext>
            </a:extLst>
          </p:cNvPr>
          <p:cNvSpPr/>
          <p:nvPr/>
        </p:nvSpPr>
        <p:spPr>
          <a:xfrm rot="18900000" flipV="1">
            <a:off x="99493" y="160716"/>
            <a:ext cx="1257992" cy="771874"/>
          </a:xfrm>
          <a:custGeom>
            <a:avLst/>
            <a:gdLst>
              <a:gd name="connsiteX0" fmla="*/ 0 w 1667713"/>
              <a:gd name="connsiteY0" fmla="*/ 456881 h 1023269"/>
              <a:gd name="connsiteX1" fmla="*/ 412332 w 1667713"/>
              <a:gd name="connsiteY1" fmla="*/ 44549 h 1023269"/>
              <a:gd name="connsiteX2" fmla="*/ 412333 w 1667713"/>
              <a:gd name="connsiteY2" fmla="*/ 44549 h 1023269"/>
              <a:gd name="connsiteX3" fmla="*/ 456882 w 1667713"/>
              <a:gd name="connsiteY3" fmla="*/ 0 h 1023269"/>
              <a:gd name="connsiteX4" fmla="*/ 1514743 w 1667713"/>
              <a:gd name="connsiteY4" fmla="*/ 0 h 1023269"/>
              <a:gd name="connsiteX5" fmla="*/ 1667713 w 1667713"/>
              <a:gd name="connsiteY5" fmla="*/ 152970 h 1023269"/>
              <a:gd name="connsiteX6" fmla="*/ 1667713 w 1667713"/>
              <a:gd name="connsiteY6" fmla="*/ 704806 h 1023269"/>
              <a:gd name="connsiteX7" fmla="*/ 1349251 w 1667713"/>
              <a:gd name="connsiteY7" fmla="*/ 1023269 h 1023269"/>
              <a:gd name="connsiteX8" fmla="*/ 1349251 w 1667713"/>
              <a:gd name="connsiteY8" fmla="*/ 318462 h 1023269"/>
              <a:gd name="connsiteX9" fmla="*/ 138420 w 1667713"/>
              <a:gd name="connsiteY9" fmla="*/ 318462 h 1023269"/>
              <a:gd name="connsiteX10" fmla="*/ 1 w 1667713"/>
              <a:gd name="connsiteY10" fmla="*/ 456881 h 10232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7713" h="1023269">
                <a:moveTo>
                  <a:pt x="0" y="456881"/>
                </a:moveTo>
                <a:lnTo>
                  <a:pt x="412332" y="44549"/>
                </a:lnTo>
                <a:lnTo>
                  <a:pt x="412333" y="44549"/>
                </a:lnTo>
                <a:lnTo>
                  <a:pt x="456882" y="0"/>
                </a:lnTo>
                <a:lnTo>
                  <a:pt x="1514743" y="0"/>
                </a:lnTo>
                <a:cubicBezTo>
                  <a:pt x="1599226" y="1"/>
                  <a:pt x="1667713" y="68487"/>
                  <a:pt x="1667713" y="152970"/>
                </a:cubicBezTo>
                <a:lnTo>
                  <a:pt x="1667713" y="704806"/>
                </a:lnTo>
                <a:lnTo>
                  <a:pt x="1349251" y="1023269"/>
                </a:lnTo>
                <a:lnTo>
                  <a:pt x="1349251" y="318462"/>
                </a:lnTo>
                <a:lnTo>
                  <a:pt x="138420" y="318462"/>
                </a:lnTo>
                <a:lnTo>
                  <a:pt x="1" y="456881"/>
                </a:lnTo>
                <a:close/>
              </a:path>
            </a:pathLst>
          </a:cu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1" name="任意多边形 48">
            <a:extLst>
              <a:ext uri="{FF2B5EF4-FFF2-40B4-BE49-F238E27FC236}">
                <a16:creationId xmlns:a16="http://schemas.microsoft.com/office/drawing/2014/main" id="{08439836-DEA9-3C3F-1AE0-DEAB4987D494}"/>
              </a:ext>
            </a:extLst>
          </p:cNvPr>
          <p:cNvSpPr/>
          <p:nvPr/>
        </p:nvSpPr>
        <p:spPr>
          <a:xfrm rot="18900000" flipV="1">
            <a:off x="-102618" y="95709"/>
            <a:ext cx="926781" cy="721545"/>
          </a:xfrm>
          <a:custGeom>
            <a:avLst/>
            <a:gdLst>
              <a:gd name="connsiteX0" fmla="*/ 303771 w 1228628"/>
              <a:gd name="connsiteY0" fmla="*/ 32819 h 956548"/>
              <a:gd name="connsiteX1" fmla="*/ 303771 w 1228628"/>
              <a:gd name="connsiteY1" fmla="*/ 32820 h 956548"/>
              <a:gd name="connsiteX2" fmla="*/ 336591 w 1228628"/>
              <a:gd name="connsiteY2" fmla="*/ 0 h 956548"/>
              <a:gd name="connsiteX3" fmla="*/ 1115933 w 1228628"/>
              <a:gd name="connsiteY3" fmla="*/ 0 h 956548"/>
              <a:gd name="connsiteX4" fmla="*/ 1228628 w 1228628"/>
              <a:gd name="connsiteY4" fmla="*/ 112695 h 956548"/>
              <a:gd name="connsiteX5" fmla="*/ 1228628 w 1228628"/>
              <a:gd name="connsiteY5" fmla="*/ 721932 h 956548"/>
              <a:gd name="connsiteX6" fmla="*/ 994013 w 1228628"/>
              <a:gd name="connsiteY6" fmla="*/ 956548 h 956548"/>
              <a:gd name="connsiteX7" fmla="*/ 994013 w 1228628"/>
              <a:gd name="connsiteY7" fmla="*/ 234616 h 956548"/>
              <a:gd name="connsiteX8" fmla="*/ 101975 w 1228628"/>
              <a:gd name="connsiteY8" fmla="*/ 234616 h 956548"/>
              <a:gd name="connsiteX9" fmla="*/ 0 w 1228628"/>
              <a:gd name="connsiteY9" fmla="*/ 336591 h 9565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8628" h="956548">
                <a:moveTo>
                  <a:pt x="303771" y="32819"/>
                </a:moveTo>
                <a:lnTo>
                  <a:pt x="303771" y="32820"/>
                </a:lnTo>
                <a:lnTo>
                  <a:pt x="336591" y="0"/>
                </a:lnTo>
                <a:lnTo>
                  <a:pt x="1115933" y="0"/>
                </a:lnTo>
                <a:cubicBezTo>
                  <a:pt x="1178173" y="0"/>
                  <a:pt x="1228628" y="50456"/>
                  <a:pt x="1228628" y="112695"/>
                </a:cubicBezTo>
                <a:lnTo>
                  <a:pt x="1228628" y="721932"/>
                </a:lnTo>
                <a:lnTo>
                  <a:pt x="994013" y="956548"/>
                </a:lnTo>
                <a:lnTo>
                  <a:pt x="994013" y="234616"/>
                </a:lnTo>
                <a:lnTo>
                  <a:pt x="101975" y="234616"/>
                </a:lnTo>
                <a:lnTo>
                  <a:pt x="0" y="336591"/>
                </a:lnTo>
                <a:close/>
              </a:path>
            </a:pathLst>
          </a:custGeom>
          <a:solidFill>
            <a:schemeClr val="accent2">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pic>
        <p:nvPicPr>
          <p:cNvPr id="4" name="图片 3">
            <a:extLst>
              <a:ext uri="{FF2B5EF4-FFF2-40B4-BE49-F238E27FC236}">
                <a16:creationId xmlns:a16="http://schemas.microsoft.com/office/drawing/2014/main" id="{6F48012D-525C-8671-53E8-F98F95622E42}"/>
              </a:ext>
            </a:extLst>
          </p:cNvPr>
          <p:cNvPicPr>
            <a:picLocks noChangeAspect="1"/>
          </p:cNvPicPr>
          <p:nvPr/>
        </p:nvPicPr>
        <p:blipFill>
          <a:blip r:embed="rId3"/>
          <a:stretch>
            <a:fillRect/>
          </a:stretch>
        </p:blipFill>
        <p:spPr>
          <a:xfrm>
            <a:off x="360772" y="2205034"/>
            <a:ext cx="4705350" cy="2447925"/>
          </a:xfrm>
          <a:prstGeom prst="rect">
            <a:avLst/>
          </a:prstGeom>
        </p:spPr>
      </p:pic>
      <p:pic>
        <p:nvPicPr>
          <p:cNvPr id="8" name="图片 7">
            <a:extLst>
              <a:ext uri="{FF2B5EF4-FFF2-40B4-BE49-F238E27FC236}">
                <a16:creationId xmlns:a16="http://schemas.microsoft.com/office/drawing/2014/main" id="{DEF7E95C-4751-27B0-00BF-B7CFABAFCB41}"/>
              </a:ext>
            </a:extLst>
          </p:cNvPr>
          <p:cNvPicPr>
            <a:picLocks noChangeAspect="1"/>
          </p:cNvPicPr>
          <p:nvPr/>
        </p:nvPicPr>
        <p:blipFill>
          <a:blip r:embed="rId4"/>
          <a:stretch>
            <a:fillRect/>
          </a:stretch>
        </p:blipFill>
        <p:spPr>
          <a:xfrm>
            <a:off x="5606828" y="1482583"/>
            <a:ext cx="6253894" cy="3892829"/>
          </a:xfrm>
          <a:prstGeom prst="rect">
            <a:avLst/>
          </a:prstGeom>
        </p:spPr>
      </p:pic>
    </p:spTree>
    <p:extLst>
      <p:ext uri="{BB962C8B-B14F-4D97-AF65-F5344CB8AC3E}">
        <p14:creationId xmlns:p14="http://schemas.microsoft.com/office/powerpoint/2010/main" val="314339703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DD795B-EDEF-DFA8-6200-03B10016AE05}"/>
            </a:ext>
          </a:extLst>
        </p:cNvPr>
        <p:cNvGrpSpPr/>
        <p:nvPr/>
      </p:nvGrpSpPr>
      <p:grpSpPr>
        <a:xfrm>
          <a:off x="0" y="0"/>
          <a:ext cx="0" cy="0"/>
          <a:chOff x="0" y="0"/>
          <a:chExt cx="0" cy="0"/>
        </a:xfrm>
      </p:grpSpPr>
      <p:sp>
        <p:nvSpPr>
          <p:cNvPr id="47" name="椭圆 13">
            <a:extLst>
              <a:ext uri="{FF2B5EF4-FFF2-40B4-BE49-F238E27FC236}">
                <a16:creationId xmlns:a16="http://schemas.microsoft.com/office/drawing/2014/main" id="{20A10B82-FA7E-0478-3E4D-2E9C113ED584}"/>
              </a:ext>
            </a:extLst>
          </p:cNvPr>
          <p:cNvSpPr/>
          <p:nvPr/>
        </p:nvSpPr>
        <p:spPr>
          <a:xfrm>
            <a:off x="5229135" y="2326081"/>
            <a:ext cx="755387" cy="708526"/>
          </a:xfrm>
          <a:custGeom>
            <a:avLst/>
            <a:gdLst>
              <a:gd name="connsiteX0" fmla="*/ 258582 w 606298"/>
              <a:gd name="connsiteY0" fmla="*/ 455598 h 568686"/>
              <a:gd name="connsiteX1" fmla="*/ 303149 w 606298"/>
              <a:gd name="connsiteY1" fmla="*/ 490637 h 568686"/>
              <a:gd name="connsiteX2" fmla="*/ 347716 w 606298"/>
              <a:gd name="connsiteY2" fmla="*/ 455598 h 568686"/>
              <a:gd name="connsiteX3" fmla="*/ 311784 w 606298"/>
              <a:gd name="connsiteY3" fmla="*/ 456896 h 568686"/>
              <a:gd name="connsiteX4" fmla="*/ 294607 w 606298"/>
              <a:gd name="connsiteY4" fmla="*/ 456896 h 568686"/>
              <a:gd name="connsiteX5" fmla="*/ 258582 w 606298"/>
              <a:gd name="connsiteY5" fmla="*/ 455598 h 568686"/>
              <a:gd name="connsiteX6" fmla="*/ 482810 w 606298"/>
              <a:gd name="connsiteY6" fmla="*/ 426955 h 568686"/>
              <a:gd name="connsiteX7" fmla="*/ 402311 w 606298"/>
              <a:gd name="connsiteY7" fmla="*/ 449202 h 568686"/>
              <a:gd name="connsiteX8" fmla="*/ 391633 w 606298"/>
              <a:gd name="connsiteY8" fmla="*/ 460233 h 568686"/>
              <a:gd name="connsiteX9" fmla="*/ 333696 w 606298"/>
              <a:gd name="connsiteY9" fmla="*/ 510752 h 568686"/>
              <a:gd name="connsiteX10" fmla="*/ 407603 w 606298"/>
              <a:gd name="connsiteY10" fmla="*/ 533647 h 568686"/>
              <a:gd name="connsiteX11" fmla="*/ 445578 w 606298"/>
              <a:gd name="connsiteY11" fmla="*/ 523358 h 568686"/>
              <a:gd name="connsiteX12" fmla="*/ 482810 w 606298"/>
              <a:gd name="connsiteY12" fmla="*/ 426955 h 568686"/>
              <a:gd name="connsiteX13" fmla="*/ 123488 w 606298"/>
              <a:gd name="connsiteY13" fmla="*/ 426955 h 568686"/>
              <a:gd name="connsiteX14" fmla="*/ 160720 w 606298"/>
              <a:gd name="connsiteY14" fmla="*/ 523358 h 568686"/>
              <a:gd name="connsiteX15" fmla="*/ 198788 w 606298"/>
              <a:gd name="connsiteY15" fmla="*/ 533647 h 568686"/>
              <a:gd name="connsiteX16" fmla="*/ 272602 w 606298"/>
              <a:gd name="connsiteY16" fmla="*/ 510752 h 568686"/>
              <a:gd name="connsiteX17" fmla="*/ 214665 w 606298"/>
              <a:gd name="connsiteY17" fmla="*/ 460233 h 568686"/>
              <a:gd name="connsiteX18" fmla="*/ 204080 w 606298"/>
              <a:gd name="connsiteY18" fmla="*/ 449202 h 568686"/>
              <a:gd name="connsiteX19" fmla="*/ 123488 w 606298"/>
              <a:gd name="connsiteY19" fmla="*/ 426955 h 568686"/>
              <a:gd name="connsiteX20" fmla="*/ 469069 w 606298"/>
              <a:gd name="connsiteY20" fmla="*/ 346681 h 568686"/>
              <a:gd name="connsiteX21" fmla="*/ 450777 w 606298"/>
              <a:gd name="connsiteY21" fmla="*/ 374953 h 568686"/>
              <a:gd name="connsiteX22" fmla="*/ 449292 w 606298"/>
              <a:gd name="connsiteY22" fmla="*/ 377178 h 568686"/>
              <a:gd name="connsiteX23" fmla="*/ 425523 w 606298"/>
              <a:gd name="connsiteY23" fmla="*/ 409250 h 568686"/>
              <a:gd name="connsiteX24" fmla="*/ 479189 w 606298"/>
              <a:gd name="connsiteY24" fmla="*/ 391360 h 568686"/>
              <a:gd name="connsiteX25" fmla="*/ 469069 w 606298"/>
              <a:gd name="connsiteY25" fmla="*/ 346681 h 568686"/>
              <a:gd name="connsiteX26" fmla="*/ 137229 w 606298"/>
              <a:gd name="connsiteY26" fmla="*/ 346681 h 568686"/>
              <a:gd name="connsiteX27" fmla="*/ 127109 w 606298"/>
              <a:gd name="connsiteY27" fmla="*/ 391360 h 568686"/>
              <a:gd name="connsiteX28" fmla="*/ 180868 w 606298"/>
              <a:gd name="connsiteY28" fmla="*/ 409250 h 568686"/>
              <a:gd name="connsiteX29" fmla="*/ 157006 w 606298"/>
              <a:gd name="connsiteY29" fmla="*/ 377178 h 568686"/>
              <a:gd name="connsiteX30" fmla="*/ 155521 w 606298"/>
              <a:gd name="connsiteY30" fmla="*/ 375046 h 568686"/>
              <a:gd name="connsiteX31" fmla="*/ 137229 w 606298"/>
              <a:gd name="connsiteY31" fmla="*/ 346681 h 568686"/>
              <a:gd name="connsiteX32" fmla="*/ 303114 w 606298"/>
              <a:gd name="connsiteY32" fmla="*/ 237523 h 568686"/>
              <a:gd name="connsiteX33" fmla="*/ 350005 w 606298"/>
              <a:gd name="connsiteY33" fmla="*/ 284343 h 568686"/>
              <a:gd name="connsiteX34" fmla="*/ 303114 w 606298"/>
              <a:gd name="connsiteY34" fmla="*/ 331163 h 568686"/>
              <a:gd name="connsiteX35" fmla="*/ 256223 w 606298"/>
              <a:gd name="connsiteY35" fmla="*/ 284343 h 568686"/>
              <a:gd name="connsiteX36" fmla="*/ 303114 w 606298"/>
              <a:gd name="connsiteY36" fmla="*/ 237523 h 568686"/>
              <a:gd name="connsiteX37" fmla="*/ 517257 w 606298"/>
              <a:gd name="connsiteY37" fmla="*/ 210604 h 568686"/>
              <a:gd name="connsiteX38" fmla="*/ 516792 w 606298"/>
              <a:gd name="connsiteY38" fmla="*/ 213292 h 568686"/>
              <a:gd name="connsiteX39" fmla="*/ 490888 w 606298"/>
              <a:gd name="connsiteY39" fmla="*/ 303392 h 568686"/>
              <a:gd name="connsiteX40" fmla="*/ 511500 w 606298"/>
              <a:gd name="connsiteY40" fmla="*/ 374953 h 568686"/>
              <a:gd name="connsiteX41" fmla="*/ 572130 w 606298"/>
              <a:gd name="connsiteY41" fmla="*/ 290971 h 568686"/>
              <a:gd name="connsiteX42" fmla="*/ 517257 w 606298"/>
              <a:gd name="connsiteY42" fmla="*/ 210604 h 568686"/>
              <a:gd name="connsiteX43" fmla="*/ 89041 w 606298"/>
              <a:gd name="connsiteY43" fmla="*/ 210604 h 568686"/>
              <a:gd name="connsiteX44" fmla="*/ 34168 w 606298"/>
              <a:gd name="connsiteY44" fmla="*/ 290971 h 568686"/>
              <a:gd name="connsiteX45" fmla="*/ 94798 w 606298"/>
              <a:gd name="connsiteY45" fmla="*/ 374953 h 568686"/>
              <a:gd name="connsiteX46" fmla="*/ 115410 w 606298"/>
              <a:gd name="connsiteY46" fmla="*/ 303392 h 568686"/>
              <a:gd name="connsiteX47" fmla="*/ 89506 w 606298"/>
              <a:gd name="connsiteY47" fmla="*/ 213292 h 568686"/>
              <a:gd name="connsiteX48" fmla="*/ 419952 w 606298"/>
              <a:gd name="connsiteY48" fmla="*/ 171487 h 568686"/>
              <a:gd name="connsiteX49" fmla="*/ 438893 w 606298"/>
              <a:gd name="connsiteY49" fmla="*/ 199666 h 568686"/>
              <a:gd name="connsiteX50" fmla="*/ 470833 w 606298"/>
              <a:gd name="connsiteY50" fmla="*/ 256952 h 568686"/>
              <a:gd name="connsiteX51" fmla="*/ 484017 w 606298"/>
              <a:gd name="connsiteY51" fmla="*/ 200407 h 568686"/>
              <a:gd name="connsiteX52" fmla="*/ 484946 w 606298"/>
              <a:gd name="connsiteY52" fmla="*/ 193085 h 568686"/>
              <a:gd name="connsiteX53" fmla="*/ 419952 w 606298"/>
              <a:gd name="connsiteY53" fmla="*/ 171487 h 568686"/>
              <a:gd name="connsiteX54" fmla="*/ 186346 w 606298"/>
              <a:gd name="connsiteY54" fmla="*/ 171487 h 568686"/>
              <a:gd name="connsiteX55" fmla="*/ 121352 w 606298"/>
              <a:gd name="connsiteY55" fmla="*/ 193085 h 568686"/>
              <a:gd name="connsiteX56" fmla="*/ 122281 w 606298"/>
              <a:gd name="connsiteY56" fmla="*/ 200407 h 568686"/>
              <a:gd name="connsiteX57" fmla="*/ 135465 w 606298"/>
              <a:gd name="connsiteY57" fmla="*/ 256952 h 568686"/>
              <a:gd name="connsiteX58" fmla="*/ 167405 w 606298"/>
              <a:gd name="connsiteY58" fmla="*/ 199666 h 568686"/>
              <a:gd name="connsiteX59" fmla="*/ 186346 w 606298"/>
              <a:gd name="connsiteY59" fmla="*/ 171487 h 568686"/>
              <a:gd name="connsiteX60" fmla="*/ 303149 w 606298"/>
              <a:gd name="connsiteY60" fmla="*/ 159459 h 568686"/>
              <a:gd name="connsiteX61" fmla="*/ 236113 w 606298"/>
              <a:gd name="connsiteY61" fmla="*/ 162866 h 568686"/>
              <a:gd name="connsiteX62" fmla="*/ 196559 w 606298"/>
              <a:gd name="connsiteY62" fmla="*/ 218020 h 568686"/>
              <a:gd name="connsiteX63" fmla="*/ 153385 w 606298"/>
              <a:gd name="connsiteY63" fmla="*/ 301260 h 568686"/>
              <a:gd name="connsiteX64" fmla="*/ 184118 w 606298"/>
              <a:gd name="connsiteY64" fmla="*/ 356321 h 568686"/>
              <a:gd name="connsiteX65" fmla="*/ 222835 w 606298"/>
              <a:gd name="connsiteY65" fmla="*/ 406284 h 568686"/>
              <a:gd name="connsiteX66" fmla="*/ 227385 w 606298"/>
              <a:gd name="connsiteY66" fmla="*/ 411104 h 568686"/>
              <a:gd name="connsiteX67" fmla="*/ 234813 w 606298"/>
              <a:gd name="connsiteY67" fmla="*/ 419169 h 568686"/>
              <a:gd name="connsiteX68" fmla="*/ 294607 w 606298"/>
              <a:gd name="connsiteY68" fmla="*/ 422691 h 568686"/>
              <a:gd name="connsiteX69" fmla="*/ 311784 w 606298"/>
              <a:gd name="connsiteY69" fmla="*/ 422691 h 568686"/>
              <a:gd name="connsiteX70" fmla="*/ 371485 w 606298"/>
              <a:gd name="connsiteY70" fmla="*/ 419169 h 568686"/>
              <a:gd name="connsiteX71" fmla="*/ 378913 w 606298"/>
              <a:gd name="connsiteY71" fmla="*/ 411104 h 568686"/>
              <a:gd name="connsiteX72" fmla="*/ 383463 w 606298"/>
              <a:gd name="connsiteY72" fmla="*/ 406284 h 568686"/>
              <a:gd name="connsiteX73" fmla="*/ 422273 w 606298"/>
              <a:gd name="connsiteY73" fmla="*/ 356321 h 568686"/>
              <a:gd name="connsiteX74" fmla="*/ 452913 w 606298"/>
              <a:gd name="connsiteY74" fmla="*/ 301260 h 568686"/>
              <a:gd name="connsiteX75" fmla="*/ 409831 w 606298"/>
              <a:gd name="connsiteY75" fmla="*/ 218020 h 568686"/>
              <a:gd name="connsiteX76" fmla="*/ 370185 w 606298"/>
              <a:gd name="connsiteY76" fmla="*/ 162866 h 568686"/>
              <a:gd name="connsiteX77" fmla="*/ 303149 w 606298"/>
              <a:gd name="connsiteY77" fmla="*/ 159459 h 568686"/>
              <a:gd name="connsiteX78" fmla="*/ 303149 w 606298"/>
              <a:gd name="connsiteY78" fmla="*/ 95754 h 568686"/>
              <a:gd name="connsiteX79" fmla="*/ 269631 w 606298"/>
              <a:gd name="connsiteY79" fmla="*/ 125788 h 568686"/>
              <a:gd name="connsiteX80" fmla="*/ 336667 w 606298"/>
              <a:gd name="connsiteY80" fmla="*/ 125788 h 568686"/>
              <a:gd name="connsiteX81" fmla="*/ 303149 w 606298"/>
              <a:gd name="connsiteY81" fmla="*/ 95754 h 568686"/>
              <a:gd name="connsiteX82" fmla="*/ 413453 w 606298"/>
              <a:gd name="connsiteY82" fmla="*/ 34112 h 568686"/>
              <a:gd name="connsiteX83" fmla="*/ 326454 w 606298"/>
              <a:gd name="connsiteY83" fmla="*/ 70078 h 568686"/>
              <a:gd name="connsiteX84" fmla="*/ 388012 w 606298"/>
              <a:gd name="connsiteY84" fmla="*/ 130608 h 568686"/>
              <a:gd name="connsiteX85" fmla="*/ 490424 w 606298"/>
              <a:gd name="connsiteY85" fmla="*/ 158138 h 568686"/>
              <a:gd name="connsiteX86" fmla="*/ 490424 w 606298"/>
              <a:gd name="connsiteY86" fmla="*/ 156933 h 568686"/>
              <a:gd name="connsiteX87" fmla="*/ 453841 w 606298"/>
              <a:gd name="connsiteY87" fmla="*/ 45143 h 568686"/>
              <a:gd name="connsiteX88" fmla="*/ 413453 w 606298"/>
              <a:gd name="connsiteY88" fmla="*/ 34112 h 568686"/>
              <a:gd name="connsiteX89" fmla="*/ 192845 w 606298"/>
              <a:gd name="connsiteY89" fmla="*/ 34112 h 568686"/>
              <a:gd name="connsiteX90" fmla="*/ 152549 w 606298"/>
              <a:gd name="connsiteY90" fmla="*/ 45143 h 568686"/>
              <a:gd name="connsiteX91" fmla="*/ 115874 w 606298"/>
              <a:gd name="connsiteY91" fmla="*/ 156933 h 568686"/>
              <a:gd name="connsiteX92" fmla="*/ 115967 w 606298"/>
              <a:gd name="connsiteY92" fmla="*/ 158138 h 568686"/>
              <a:gd name="connsiteX93" fmla="*/ 218286 w 606298"/>
              <a:gd name="connsiteY93" fmla="*/ 130608 h 568686"/>
              <a:gd name="connsiteX94" fmla="*/ 279937 w 606298"/>
              <a:gd name="connsiteY94" fmla="*/ 70078 h 568686"/>
              <a:gd name="connsiteX95" fmla="*/ 192845 w 606298"/>
              <a:gd name="connsiteY95" fmla="*/ 34112 h 568686"/>
              <a:gd name="connsiteX96" fmla="*/ 192845 w 606298"/>
              <a:gd name="connsiteY96" fmla="*/ 0 h 568686"/>
              <a:gd name="connsiteX97" fmla="*/ 303149 w 606298"/>
              <a:gd name="connsiteY97" fmla="*/ 44494 h 568686"/>
              <a:gd name="connsiteX98" fmla="*/ 413453 w 606298"/>
              <a:gd name="connsiteY98" fmla="*/ 0 h 568686"/>
              <a:gd name="connsiteX99" fmla="*/ 472411 w 606298"/>
              <a:gd name="connsiteY99" fmla="*/ 16500 h 568686"/>
              <a:gd name="connsiteX100" fmla="*/ 515214 w 606298"/>
              <a:gd name="connsiteY100" fmla="*/ 78050 h 568686"/>
              <a:gd name="connsiteX101" fmla="*/ 524127 w 606298"/>
              <a:gd name="connsiteY101" fmla="*/ 167964 h 568686"/>
              <a:gd name="connsiteX102" fmla="*/ 524127 w 606298"/>
              <a:gd name="connsiteY102" fmla="*/ 174824 h 568686"/>
              <a:gd name="connsiteX103" fmla="*/ 606298 w 606298"/>
              <a:gd name="connsiteY103" fmla="*/ 290971 h 568686"/>
              <a:gd name="connsiteX104" fmla="*/ 516607 w 606298"/>
              <a:gd name="connsiteY104" fmla="*/ 411382 h 568686"/>
              <a:gd name="connsiteX105" fmla="*/ 516792 w 606298"/>
              <a:gd name="connsiteY105" fmla="*/ 413792 h 568686"/>
              <a:gd name="connsiteX106" fmla="*/ 464519 w 606298"/>
              <a:gd name="connsiteY106" fmla="*/ 553299 h 568686"/>
              <a:gd name="connsiteX107" fmla="*/ 408903 w 606298"/>
              <a:gd name="connsiteY107" fmla="*/ 568686 h 568686"/>
              <a:gd name="connsiteX108" fmla="*/ 303149 w 606298"/>
              <a:gd name="connsiteY108" fmla="*/ 532628 h 568686"/>
              <a:gd name="connsiteX109" fmla="*/ 197395 w 606298"/>
              <a:gd name="connsiteY109" fmla="*/ 568686 h 568686"/>
              <a:gd name="connsiteX110" fmla="*/ 141779 w 606298"/>
              <a:gd name="connsiteY110" fmla="*/ 553299 h 568686"/>
              <a:gd name="connsiteX111" fmla="*/ 89506 w 606298"/>
              <a:gd name="connsiteY111" fmla="*/ 413700 h 568686"/>
              <a:gd name="connsiteX112" fmla="*/ 89784 w 606298"/>
              <a:gd name="connsiteY112" fmla="*/ 411382 h 568686"/>
              <a:gd name="connsiteX113" fmla="*/ 0 w 606298"/>
              <a:gd name="connsiteY113" fmla="*/ 290971 h 568686"/>
              <a:gd name="connsiteX114" fmla="*/ 82171 w 606298"/>
              <a:gd name="connsiteY114" fmla="*/ 174824 h 568686"/>
              <a:gd name="connsiteX115" fmla="*/ 82171 w 606298"/>
              <a:gd name="connsiteY115" fmla="*/ 167964 h 568686"/>
              <a:gd name="connsiteX116" fmla="*/ 91084 w 606298"/>
              <a:gd name="connsiteY116" fmla="*/ 78050 h 568686"/>
              <a:gd name="connsiteX117" fmla="*/ 133887 w 606298"/>
              <a:gd name="connsiteY117" fmla="*/ 16500 h 568686"/>
              <a:gd name="connsiteX118" fmla="*/ 192845 w 606298"/>
              <a:gd name="connsiteY118" fmla="*/ 0 h 5686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606298" h="568686">
                <a:moveTo>
                  <a:pt x="258582" y="455598"/>
                </a:moveTo>
                <a:cubicBezTo>
                  <a:pt x="273159" y="469039"/>
                  <a:pt x="288200" y="480811"/>
                  <a:pt x="303149" y="490637"/>
                </a:cubicBezTo>
                <a:cubicBezTo>
                  <a:pt x="318190" y="480811"/>
                  <a:pt x="333139" y="469039"/>
                  <a:pt x="347716" y="455598"/>
                </a:cubicBezTo>
                <a:cubicBezTo>
                  <a:pt x="335274" y="456432"/>
                  <a:pt x="323483" y="456896"/>
                  <a:pt x="311784" y="456896"/>
                </a:cubicBezTo>
                <a:lnTo>
                  <a:pt x="294607" y="456896"/>
                </a:lnTo>
                <a:cubicBezTo>
                  <a:pt x="282908" y="456896"/>
                  <a:pt x="271024" y="456432"/>
                  <a:pt x="258582" y="455598"/>
                </a:cubicBezTo>
                <a:close/>
                <a:moveTo>
                  <a:pt x="482810" y="426955"/>
                </a:moveTo>
                <a:cubicBezTo>
                  <a:pt x="458020" y="436688"/>
                  <a:pt x="431001" y="444104"/>
                  <a:pt x="402311" y="449202"/>
                </a:cubicBezTo>
                <a:lnTo>
                  <a:pt x="391633" y="460233"/>
                </a:lnTo>
                <a:cubicBezTo>
                  <a:pt x="373249" y="479421"/>
                  <a:pt x="353751" y="496384"/>
                  <a:pt x="333696" y="510752"/>
                </a:cubicBezTo>
                <a:cubicBezTo>
                  <a:pt x="360436" y="525768"/>
                  <a:pt x="385877" y="533647"/>
                  <a:pt x="407603" y="533647"/>
                </a:cubicBezTo>
                <a:cubicBezTo>
                  <a:pt x="421995" y="533647"/>
                  <a:pt x="434808" y="530218"/>
                  <a:pt x="445578" y="523358"/>
                </a:cubicBezTo>
                <a:cubicBezTo>
                  <a:pt x="470833" y="507507"/>
                  <a:pt x="484017" y="473303"/>
                  <a:pt x="482810" y="426955"/>
                </a:cubicBezTo>
                <a:close/>
                <a:moveTo>
                  <a:pt x="123488" y="426955"/>
                </a:moveTo>
                <a:cubicBezTo>
                  <a:pt x="122281" y="473303"/>
                  <a:pt x="135465" y="507507"/>
                  <a:pt x="160720" y="523358"/>
                </a:cubicBezTo>
                <a:cubicBezTo>
                  <a:pt x="171490" y="530218"/>
                  <a:pt x="184303" y="533647"/>
                  <a:pt x="198788" y="533647"/>
                </a:cubicBezTo>
                <a:cubicBezTo>
                  <a:pt x="220421" y="533647"/>
                  <a:pt x="245862" y="525768"/>
                  <a:pt x="272602" y="510752"/>
                </a:cubicBezTo>
                <a:cubicBezTo>
                  <a:pt x="252547" y="496384"/>
                  <a:pt x="233142" y="479421"/>
                  <a:pt x="214665" y="460233"/>
                </a:cubicBezTo>
                <a:lnTo>
                  <a:pt x="204080" y="449202"/>
                </a:lnTo>
                <a:cubicBezTo>
                  <a:pt x="175297" y="444104"/>
                  <a:pt x="148278" y="436688"/>
                  <a:pt x="123488" y="426955"/>
                </a:cubicBezTo>
                <a:close/>
                <a:moveTo>
                  <a:pt x="469069" y="346681"/>
                </a:moveTo>
                <a:cubicBezTo>
                  <a:pt x="463591" y="356043"/>
                  <a:pt x="457555" y="365313"/>
                  <a:pt x="450777" y="374953"/>
                </a:cubicBezTo>
                <a:lnTo>
                  <a:pt x="449292" y="377178"/>
                </a:lnTo>
                <a:cubicBezTo>
                  <a:pt x="437686" y="393770"/>
                  <a:pt x="434529" y="398405"/>
                  <a:pt x="425523" y="409250"/>
                </a:cubicBezTo>
                <a:cubicBezTo>
                  <a:pt x="444464" y="404523"/>
                  <a:pt x="462476" y="398497"/>
                  <a:pt x="479189" y="391360"/>
                </a:cubicBezTo>
                <a:cubicBezTo>
                  <a:pt x="476961" y="376992"/>
                  <a:pt x="473525" y="361976"/>
                  <a:pt x="469069" y="346681"/>
                </a:cubicBezTo>
                <a:close/>
                <a:moveTo>
                  <a:pt x="137229" y="346681"/>
                </a:moveTo>
                <a:cubicBezTo>
                  <a:pt x="132773" y="361976"/>
                  <a:pt x="129337" y="376992"/>
                  <a:pt x="127109" y="391360"/>
                </a:cubicBezTo>
                <a:cubicBezTo>
                  <a:pt x="143822" y="398497"/>
                  <a:pt x="161834" y="404523"/>
                  <a:pt x="180868" y="409250"/>
                </a:cubicBezTo>
                <a:cubicBezTo>
                  <a:pt x="171769" y="398312"/>
                  <a:pt x="168426" y="393492"/>
                  <a:pt x="157006" y="377178"/>
                </a:cubicBezTo>
                <a:lnTo>
                  <a:pt x="155521" y="375046"/>
                </a:lnTo>
                <a:cubicBezTo>
                  <a:pt x="148743" y="365313"/>
                  <a:pt x="142800" y="356043"/>
                  <a:pt x="137229" y="346681"/>
                </a:cubicBezTo>
                <a:close/>
                <a:moveTo>
                  <a:pt x="303114" y="237523"/>
                </a:moveTo>
                <a:cubicBezTo>
                  <a:pt x="329011" y="237523"/>
                  <a:pt x="350005" y="258485"/>
                  <a:pt x="350005" y="284343"/>
                </a:cubicBezTo>
                <a:cubicBezTo>
                  <a:pt x="350005" y="310201"/>
                  <a:pt x="329011" y="331163"/>
                  <a:pt x="303114" y="331163"/>
                </a:cubicBezTo>
                <a:cubicBezTo>
                  <a:pt x="277217" y="331163"/>
                  <a:pt x="256223" y="310201"/>
                  <a:pt x="256223" y="284343"/>
                </a:cubicBezTo>
                <a:cubicBezTo>
                  <a:pt x="256223" y="258485"/>
                  <a:pt x="277217" y="237523"/>
                  <a:pt x="303114" y="237523"/>
                </a:cubicBezTo>
                <a:close/>
                <a:moveTo>
                  <a:pt x="517257" y="210604"/>
                </a:moveTo>
                <a:lnTo>
                  <a:pt x="516792" y="213292"/>
                </a:lnTo>
                <a:cubicBezTo>
                  <a:pt x="511593" y="245550"/>
                  <a:pt x="503144" y="275027"/>
                  <a:pt x="490888" y="303392"/>
                </a:cubicBezTo>
                <a:cubicBezTo>
                  <a:pt x="500173" y="327771"/>
                  <a:pt x="507043" y="351872"/>
                  <a:pt x="511500" y="374953"/>
                </a:cubicBezTo>
                <a:cubicBezTo>
                  <a:pt x="550682" y="351223"/>
                  <a:pt x="572130" y="321560"/>
                  <a:pt x="572130" y="290971"/>
                </a:cubicBezTo>
                <a:cubicBezTo>
                  <a:pt x="572130" y="262143"/>
                  <a:pt x="552725" y="233778"/>
                  <a:pt x="517257" y="210604"/>
                </a:cubicBezTo>
                <a:close/>
                <a:moveTo>
                  <a:pt x="89041" y="210604"/>
                </a:moveTo>
                <a:cubicBezTo>
                  <a:pt x="53573" y="233778"/>
                  <a:pt x="34168" y="262143"/>
                  <a:pt x="34168" y="290971"/>
                </a:cubicBezTo>
                <a:cubicBezTo>
                  <a:pt x="34168" y="321560"/>
                  <a:pt x="55616" y="351223"/>
                  <a:pt x="94798" y="374953"/>
                </a:cubicBezTo>
                <a:cubicBezTo>
                  <a:pt x="99255" y="351872"/>
                  <a:pt x="106218" y="327771"/>
                  <a:pt x="115410" y="303392"/>
                </a:cubicBezTo>
                <a:cubicBezTo>
                  <a:pt x="103247" y="275027"/>
                  <a:pt x="94705" y="245550"/>
                  <a:pt x="89506" y="213292"/>
                </a:cubicBezTo>
                <a:close/>
                <a:moveTo>
                  <a:pt x="419952" y="171487"/>
                </a:moveTo>
                <a:cubicBezTo>
                  <a:pt x="426451" y="180571"/>
                  <a:pt x="432765" y="190026"/>
                  <a:pt x="438893" y="199666"/>
                </a:cubicBezTo>
                <a:cubicBezTo>
                  <a:pt x="450777" y="218576"/>
                  <a:pt x="461548" y="237856"/>
                  <a:pt x="470833" y="256952"/>
                </a:cubicBezTo>
                <a:cubicBezTo>
                  <a:pt x="477146" y="237949"/>
                  <a:pt x="481510" y="219410"/>
                  <a:pt x="484017" y="200407"/>
                </a:cubicBezTo>
                <a:lnTo>
                  <a:pt x="484946" y="193085"/>
                </a:lnTo>
                <a:cubicBezTo>
                  <a:pt x="465633" y="184278"/>
                  <a:pt x="443814" y="177048"/>
                  <a:pt x="419952" y="171487"/>
                </a:cubicBezTo>
                <a:close/>
                <a:moveTo>
                  <a:pt x="186346" y="171487"/>
                </a:moveTo>
                <a:cubicBezTo>
                  <a:pt x="162577" y="177048"/>
                  <a:pt x="140758" y="184278"/>
                  <a:pt x="121352" y="193085"/>
                </a:cubicBezTo>
                <a:lnTo>
                  <a:pt x="122281" y="200407"/>
                </a:lnTo>
                <a:cubicBezTo>
                  <a:pt x="124881" y="219410"/>
                  <a:pt x="129152" y="237949"/>
                  <a:pt x="135465" y="256952"/>
                </a:cubicBezTo>
                <a:cubicBezTo>
                  <a:pt x="144750" y="237856"/>
                  <a:pt x="155521" y="218576"/>
                  <a:pt x="167405" y="199666"/>
                </a:cubicBezTo>
                <a:cubicBezTo>
                  <a:pt x="173533" y="190026"/>
                  <a:pt x="179847" y="180571"/>
                  <a:pt x="186346" y="171487"/>
                </a:cubicBezTo>
                <a:close/>
                <a:moveTo>
                  <a:pt x="303149" y="159459"/>
                </a:moveTo>
                <a:cubicBezTo>
                  <a:pt x="279473" y="159459"/>
                  <a:pt x="255797" y="160595"/>
                  <a:pt x="236113" y="162866"/>
                </a:cubicBezTo>
                <a:cubicBezTo>
                  <a:pt x="222000" y="180200"/>
                  <a:pt x="208630" y="198739"/>
                  <a:pt x="196559" y="218020"/>
                </a:cubicBezTo>
                <a:cubicBezTo>
                  <a:pt x="179754" y="244438"/>
                  <a:pt x="165270" y="272432"/>
                  <a:pt x="153385" y="301260"/>
                </a:cubicBezTo>
                <a:cubicBezTo>
                  <a:pt x="162020" y="318965"/>
                  <a:pt x="172047" y="337040"/>
                  <a:pt x="184118" y="356321"/>
                </a:cubicBezTo>
                <a:cubicBezTo>
                  <a:pt x="199809" y="381534"/>
                  <a:pt x="207980" y="390340"/>
                  <a:pt x="222835" y="406284"/>
                </a:cubicBezTo>
                <a:cubicBezTo>
                  <a:pt x="224321" y="407767"/>
                  <a:pt x="225807" y="409436"/>
                  <a:pt x="227385" y="411104"/>
                </a:cubicBezTo>
                <a:lnTo>
                  <a:pt x="234813" y="419169"/>
                </a:lnTo>
                <a:cubicBezTo>
                  <a:pt x="254218" y="421486"/>
                  <a:pt x="274273" y="422691"/>
                  <a:pt x="294607" y="422691"/>
                </a:cubicBezTo>
                <a:lnTo>
                  <a:pt x="311784" y="422691"/>
                </a:lnTo>
                <a:cubicBezTo>
                  <a:pt x="332025" y="422691"/>
                  <a:pt x="352080" y="421486"/>
                  <a:pt x="371485" y="419169"/>
                </a:cubicBezTo>
                <a:lnTo>
                  <a:pt x="378913" y="411104"/>
                </a:lnTo>
                <a:cubicBezTo>
                  <a:pt x="380491" y="409436"/>
                  <a:pt x="382070" y="407767"/>
                  <a:pt x="383463" y="406284"/>
                </a:cubicBezTo>
                <a:cubicBezTo>
                  <a:pt x="398318" y="390340"/>
                  <a:pt x="406489" y="381534"/>
                  <a:pt x="422273" y="356321"/>
                </a:cubicBezTo>
                <a:cubicBezTo>
                  <a:pt x="434343" y="337040"/>
                  <a:pt x="444371" y="318965"/>
                  <a:pt x="452913" y="301260"/>
                </a:cubicBezTo>
                <a:cubicBezTo>
                  <a:pt x="441028" y="272432"/>
                  <a:pt x="426544" y="244438"/>
                  <a:pt x="409831" y="218020"/>
                </a:cubicBezTo>
                <a:cubicBezTo>
                  <a:pt x="397668" y="198739"/>
                  <a:pt x="384391" y="180200"/>
                  <a:pt x="370185" y="162866"/>
                </a:cubicBezTo>
                <a:cubicBezTo>
                  <a:pt x="350502" y="160595"/>
                  <a:pt x="326825" y="159459"/>
                  <a:pt x="303149" y="159459"/>
                </a:cubicBezTo>
                <a:close/>
                <a:moveTo>
                  <a:pt x="303149" y="95754"/>
                </a:moveTo>
                <a:cubicBezTo>
                  <a:pt x="291729" y="104931"/>
                  <a:pt x="280494" y="115035"/>
                  <a:pt x="269631" y="125788"/>
                </a:cubicBezTo>
                <a:cubicBezTo>
                  <a:pt x="288758" y="124861"/>
                  <a:pt x="317540" y="124861"/>
                  <a:pt x="336667" y="125788"/>
                </a:cubicBezTo>
                <a:cubicBezTo>
                  <a:pt x="325897" y="115035"/>
                  <a:pt x="314662" y="104931"/>
                  <a:pt x="303149" y="95754"/>
                </a:cubicBezTo>
                <a:close/>
                <a:moveTo>
                  <a:pt x="413453" y="34112"/>
                </a:moveTo>
                <a:cubicBezTo>
                  <a:pt x="388941" y="34112"/>
                  <a:pt x="359693" y="46162"/>
                  <a:pt x="326454" y="70078"/>
                </a:cubicBezTo>
                <a:cubicBezTo>
                  <a:pt x="347530" y="87226"/>
                  <a:pt x="368235" y="107619"/>
                  <a:pt x="388012" y="130608"/>
                </a:cubicBezTo>
                <a:cubicBezTo>
                  <a:pt x="425801" y="136077"/>
                  <a:pt x="460155" y="145346"/>
                  <a:pt x="490424" y="158138"/>
                </a:cubicBezTo>
                <a:lnTo>
                  <a:pt x="490424" y="156933"/>
                </a:lnTo>
                <a:cubicBezTo>
                  <a:pt x="493023" y="105117"/>
                  <a:pt x="478632" y="61179"/>
                  <a:pt x="453841" y="45143"/>
                </a:cubicBezTo>
                <a:cubicBezTo>
                  <a:pt x="442607" y="37820"/>
                  <a:pt x="428958" y="34112"/>
                  <a:pt x="413453" y="34112"/>
                </a:cubicBezTo>
                <a:close/>
                <a:moveTo>
                  <a:pt x="192845" y="34112"/>
                </a:moveTo>
                <a:cubicBezTo>
                  <a:pt x="177340" y="34112"/>
                  <a:pt x="163784" y="37820"/>
                  <a:pt x="152549" y="45143"/>
                </a:cubicBezTo>
                <a:cubicBezTo>
                  <a:pt x="127759" y="61179"/>
                  <a:pt x="113368" y="105117"/>
                  <a:pt x="115874" y="156933"/>
                </a:cubicBezTo>
                <a:lnTo>
                  <a:pt x="115967" y="158138"/>
                </a:lnTo>
                <a:cubicBezTo>
                  <a:pt x="146143" y="145346"/>
                  <a:pt x="180497" y="136077"/>
                  <a:pt x="218286" y="130608"/>
                </a:cubicBezTo>
                <a:cubicBezTo>
                  <a:pt x="238062" y="107619"/>
                  <a:pt x="258768" y="87226"/>
                  <a:pt x="279937" y="70078"/>
                </a:cubicBezTo>
                <a:cubicBezTo>
                  <a:pt x="246697" y="46162"/>
                  <a:pt x="217450" y="34112"/>
                  <a:pt x="192845" y="34112"/>
                </a:cubicBezTo>
                <a:close/>
                <a:moveTo>
                  <a:pt x="192845" y="0"/>
                </a:moveTo>
                <a:cubicBezTo>
                  <a:pt x="225342" y="0"/>
                  <a:pt x="262482" y="14924"/>
                  <a:pt x="303149" y="44494"/>
                </a:cubicBezTo>
                <a:cubicBezTo>
                  <a:pt x="343816" y="14924"/>
                  <a:pt x="380956" y="0"/>
                  <a:pt x="413453" y="0"/>
                </a:cubicBezTo>
                <a:cubicBezTo>
                  <a:pt x="435643" y="0"/>
                  <a:pt x="455513" y="5562"/>
                  <a:pt x="472411" y="16500"/>
                </a:cubicBezTo>
                <a:cubicBezTo>
                  <a:pt x="491445" y="28828"/>
                  <a:pt x="506208" y="50148"/>
                  <a:pt x="515214" y="78050"/>
                </a:cubicBezTo>
                <a:cubicBezTo>
                  <a:pt x="523756" y="104468"/>
                  <a:pt x="526820" y="135613"/>
                  <a:pt x="524127" y="167964"/>
                </a:cubicBezTo>
                <a:lnTo>
                  <a:pt x="524127" y="174824"/>
                </a:lnTo>
                <a:cubicBezTo>
                  <a:pt x="577144" y="205506"/>
                  <a:pt x="606298" y="246662"/>
                  <a:pt x="606298" y="290971"/>
                </a:cubicBezTo>
                <a:cubicBezTo>
                  <a:pt x="606298" y="337597"/>
                  <a:pt x="574451" y="380236"/>
                  <a:pt x="516607" y="411382"/>
                </a:cubicBezTo>
                <a:cubicBezTo>
                  <a:pt x="516700" y="412216"/>
                  <a:pt x="516792" y="412958"/>
                  <a:pt x="516792" y="413792"/>
                </a:cubicBezTo>
                <a:cubicBezTo>
                  <a:pt x="521528" y="479513"/>
                  <a:pt x="503051" y="529105"/>
                  <a:pt x="464519" y="553299"/>
                </a:cubicBezTo>
                <a:cubicBezTo>
                  <a:pt x="448363" y="563495"/>
                  <a:pt x="429701" y="568686"/>
                  <a:pt x="408903" y="568686"/>
                </a:cubicBezTo>
                <a:cubicBezTo>
                  <a:pt x="376870" y="568686"/>
                  <a:pt x="340381" y="556172"/>
                  <a:pt x="303149" y="532628"/>
                </a:cubicBezTo>
                <a:cubicBezTo>
                  <a:pt x="266010" y="556172"/>
                  <a:pt x="229428" y="568686"/>
                  <a:pt x="197395" y="568686"/>
                </a:cubicBezTo>
                <a:cubicBezTo>
                  <a:pt x="176690" y="568686"/>
                  <a:pt x="157935" y="563495"/>
                  <a:pt x="141779" y="553299"/>
                </a:cubicBezTo>
                <a:cubicBezTo>
                  <a:pt x="103340" y="529105"/>
                  <a:pt x="84770" y="479513"/>
                  <a:pt x="89506" y="413700"/>
                </a:cubicBezTo>
                <a:cubicBezTo>
                  <a:pt x="89598" y="412958"/>
                  <a:pt x="89691" y="412124"/>
                  <a:pt x="89784" y="411382"/>
                </a:cubicBezTo>
                <a:cubicBezTo>
                  <a:pt x="31847" y="380236"/>
                  <a:pt x="0" y="337597"/>
                  <a:pt x="0" y="290971"/>
                </a:cubicBezTo>
                <a:cubicBezTo>
                  <a:pt x="0" y="246662"/>
                  <a:pt x="29154" y="205506"/>
                  <a:pt x="82171" y="174824"/>
                </a:cubicBezTo>
                <a:lnTo>
                  <a:pt x="82171" y="167964"/>
                </a:lnTo>
                <a:cubicBezTo>
                  <a:pt x="79478" y="135613"/>
                  <a:pt x="82542" y="104468"/>
                  <a:pt x="91084" y="78050"/>
                </a:cubicBezTo>
                <a:cubicBezTo>
                  <a:pt x="100090" y="50148"/>
                  <a:pt x="114946" y="28828"/>
                  <a:pt x="133887" y="16500"/>
                </a:cubicBezTo>
                <a:cubicBezTo>
                  <a:pt x="150785" y="5562"/>
                  <a:pt x="170655" y="0"/>
                  <a:pt x="19284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cs typeface="+mn-ea"/>
              <a:sym typeface="+mn-lt"/>
            </a:endParaRPr>
          </a:p>
        </p:txBody>
      </p:sp>
      <p:sp>
        <p:nvSpPr>
          <p:cNvPr id="48" name="椭圆 45">
            <a:extLst>
              <a:ext uri="{FF2B5EF4-FFF2-40B4-BE49-F238E27FC236}">
                <a16:creationId xmlns:a16="http://schemas.microsoft.com/office/drawing/2014/main" id="{BFE9CEEE-3714-828F-8ED3-F13FFB45DEF9}"/>
              </a:ext>
            </a:extLst>
          </p:cNvPr>
          <p:cNvSpPr/>
          <p:nvPr/>
        </p:nvSpPr>
        <p:spPr>
          <a:xfrm>
            <a:off x="8551177" y="2313474"/>
            <a:ext cx="755387" cy="733741"/>
          </a:xfrm>
          <a:custGeom>
            <a:avLst/>
            <a:gdLst>
              <a:gd name="connsiteX0" fmla="*/ 357006 w 608274"/>
              <a:gd name="connsiteY0" fmla="*/ 315793 h 590844"/>
              <a:gd name="connsiteX1" fmla="*/ 344664 w 608274"/>
              <a:gd name="connsiteY1" fmla="*/ 351821 h 590844"/>
              <a:gd name="connsiteX2" fmla="*/ 552405 w 608274"/>
              <a:gd name="connsiteY2" fmla="*/ 559238 h 590844"/>
              <a:gd name="connsiteX3" fmla="*/ 554572 w 608274"/>
              <a:gd name="connsiteY3" fmla="*/ 560178 h 590844"/>
              <a:gd name="connsiteX4" fmla="*/ 554666 w 608274"/>
              <a:gd name="connsiteY4" fmla="*/ 560178 h 590844"/>
              <a:gd name="connsiteX5" fmla="*/ 556928 w 608274"/>
              <a:gd name="connsiteY5" fmla="*/ 559238 h 590844"/>
              <a:gd name="connsiteX6" fmla="*/ 576618 w 608274"/>
              <a:gd name="connsiteY6" fmla="*/ 539578 h 590844"/>
              <a:gd name="connsiteX7" fmla="*/ 577560 w 608274"/>
              <a:gd name="connsiteY7" fmla="*/ 537320 h 590844"/>
              <a:gd name="connsiteX8" fmla="*/ 576618 w 608274"/>
              <a:gd name="connsiteY8" fmla="*/ 535063 h 590844"/>
              <a:gd name="connsiteX9" fmla="*/ 347019 w 608274"/>
              <a:gd name="connsiteY9" fmla="*/ 272617 h 590844"/>
              <a:gd name="connsiteX10" fmla="*/ 361339 w 608274"/>
              <a:gd name="connsiteY10" fmla="*/ 276756 h 590844"/>
              <a:gd name="connsiteX11" fmla="*/ 370572 w 608274"/>
              <a:gd name="connsiteY11" fmla="*/ 285974 h 590844"/>
              <a:gd name="connsiteX12" fmla="*/ 598287 w 608274"/>
              <a:gd name="connsiteY12" fmla="*/ 513333 h 590844"/>
              <a:gd name="connsiteX13" fmla="*/ 608274 w 608274"/>
              <a:gd name="connsiteY13" fmla="*/ 537320 h 590844"/>
              <a:gd name="connsiteX14" fmla="*/ 598287 w 608274"/>
              <a:gd name="connsiteY14" fmla="*/ 561213 h 590844"/>
              <a:gd name="connsiteX15" fmla="*/ 578691 w 608274"/>
              <a:gd name="connsiteY15" fmla="*/ 580873 h 590844"/>
              <a:gd name="connsiteX16" fmla="*/ 554666 w 608274"/>
              <a:gd name="connsiteY16" fmla="*/ 590844 h 590844"/>
              <a:gd name="connsiteX17" fmla="*/ 554572 w 608274"/>
              <a:gd name="connsiteY17" fmla="*/ 590844 h 590844"/>
              <a:gd name="connsiteX18" fmla="*/ 530736 w 608274"/>
              <a:gd name="connsiteY18" fmla="*/ 580873 h 590844"/>
              <a:gd name="connsiteX19" fmla="*/ 316211 w 608274"/>
              <a:gd name="connsiteY19" fmla="*/ 366683 h 590844"/>
              <a:gd name="connsiteX20" fmla="*/ 312442 w 608274"/>
              <a:gd name="connsiteY20" fmla="*/ 350880 h 590844"/>
              <a:gd name="connsiteX21" fmla="*/ 327328 w 608274"/>
              <a:gd name="connsiteY21" fmla="*/ 307610 h 590844"/>
              <a:gd name="connsiteX22" fmla="*/ 335902 w 608274"/>
              <a:gd name="connsiteY22" fmla="*/ 282588 h 590844"/>
              <a:gd name="connsiteX23" fmla="*/ 347019 w 608274"/>
              <a:gd name="connsiteY23" fmla="*/ 272617 h 590844"/>
              <a:gd name="connsiteX24" fmla="*/ 74870 w 608274"/>
              <a:gd name="connsiteY24" fmla="*/ 82350 h 590844"/>
              <a:gd name="connsiteX25" fmla="*/ 426850 w 608274"/>
              <a:gd name="connsiteY25" fmla="*/ 82350 h 590844"/>
              <a:gd name="connsiteX26" fmla="*/ 426850 w 608274"/>
              <a:gd name="connsiteY26" fmla="*/ 306027 h 590844"/>
              <a:gd name="connsiteX27" fmla="*/ 379461 w 608274"/>
              <a:gd name="connsiteY27" fmla="*/ 258714 h 590844"/>
              <a:gd name="connsiteX28" fmla="*/ 341210 w 608274"/>
              <a:gd name="connsiteY28" fmla="*/ 247709 h 590844"/>
              <a:gd name="connsiteX29" fmla="*/ 315867 w 608274"/>
              <a:gd name="connsiteY29" fmla="*/ 265957 h 590844"/>
              <a:gd name="connsiteX30" fmla="*/ 204507 w 608274"/>
              <a:gd name="connsiteY30" fmla="*/ 235763 h 590844"/>
              <a:gd name="connsiteX31" fmla="*/ 195274 w 608274"/>
              <a:gd name="connsiteY31" fmla="*/ 230590 h 590844"/>
              <a:gd name="connsiteX32" fmla="*/ 213740 w 608274"/>
              <a:gd name="connsiteY32" fmla="*/ 231154 h 590844"/>
              <a:gd name="connsiteX33" fmla="*/ 225517 w 608274"/>
              <a:gd name="connsiteY33" fmla="*/ 231719 h 590844"/>
              <a:gd name="connsiteX34" fmla="*/ 248599 w 608274"/>
              <a:gd name="connsiteY34" fmla="*/ 232377 h 590844"/>
              <a:gd name="connsiteX35" fmla="*/ 322085 w 608274"/>
              <a:gd name="connsiteY35" fmla="*/ 227674 h 590844"/>
              <a:gd name="connsiteX36" fmla="*/ 361749 w 608274"/>
              <a:gd name="connsiteY36" fmla="*/ 186852 h 590844"/>
              <a:gd name="connsiteX37" fmla="*/ 323216 w 608274"/>
              <a:gd name="connsiteY37" fmla="*/ 133049 h 590844"/>
              <a:gd name="connsiteX38" fmla="*/ 205167 w 608274"/>
              <a:gd name="connsiteY38" fmla="*/ 122514 h 590844"/>
              <a:gd name="connsiteX39" fmla="*/ 158248 w 608274"/>
              <a:gd name="connsiteY39" fmla="*/ 124395 h 590844"/>
              <a:gd name="connsiteX40" fmla="*/ 157683 w 608274"/>
              <a:gd name="connsiteY40" fmla="*/ 124395 h 590844"/>
              <a:gd name="connsiteX41" fmla="*/ 137239 w 608274"/>
              <a:gd name="connsiteY41" fmla="*/ 144336 h 590844"/>
              <a:gd name="connsiteX42" fmla="*/ 157212 w 608274"/>
              <a:gd name="connsiteY42" fmla="*/ 165312 h 590844"/>
              <a:gd name="connsiteX43" fmla="*/ 208087 w 608274"/>
              <a:gd name="connsiteY43" fmla="*/ 163336 h 590844"/>
              <a:gd name="connsiteX44" fmla="*/ 306634 w 608274"/>
              <a:gd name="connsiteY44" fmla="*/ 170485 h 590844"/>
              <a:gd name="connsiteX45" fmla="*/ 321049 w 608274"/>
              <a:gd name="connsiteY45" fmla="*/ 183465 h 590844"/>
              <a:gd name="connsiteX46" fmla="*/ 311251 w 608274"/>
              <a:gd name="connsiteY46" fmla="*/ 188263 h 590844"/>
              <a:gd name="connsiteX47" fmla="*/ 250200 w 608274"/>
              <a:gd name="connsiteY47" fmla="*/ 191461 h 590844"/>
              <a:gd name="connsiteX48" fmla="*/ 225517 w 608274"/>
              <a:gd name="connsiteY48" fmla="*/ 190896 h 590844"/>
              <a:gd name="connsiteX49" fmla="*/ 216755 w 608274"/>
              <a:gd name="connsiteY49" fmla="*/ 190426 h 590844"/>
              <a:gd name="connsiteX50" fmla="*/ 156929 w 608274"/>
              <a:gd name="connsiteY50" fmla="*/ 206040 h 590844"/>
              <a:gd name="connsiteX51" fmla="*/ 150335 w 608274"/>
              <a:gd name="connsiteY51" fmla="*/ 236516 h 590844"/>
              <a:gd name="connsiteX52" fmla="*/ 187078 w 608274"/>
              <a:gd name="connsiteY52" fmla="*/ 272823 h 590844"/>
              <a:gd name="connsiteX53" fmla="*/ 300887 w 608274"/>
              <a:gd name="connsiteY53" fmla="*/ 305839 h 590844"/>
              <a:gd name="connsiteX54" fmla="*/ 291277 w 608274"/>
              <a:gd name="connsiteY54" fmla="*/ 334057 h 590844"/>
              <a:gd name="connsiteX55" fmla="*/ 74870 w 608274"/>
              <a:gd name="connsiteY55" fmla="*/ 334057 h 590844"/>
              <a:gd name="connsiteX56" fmla="*/ 41731 w 608274"/>
              <a:gd name="connsiteY56" fmla="*/ 0 h 590844"/>
              <a:gd name="connsiteX57" fmla="*/ 459894 w 608274"/>
              <a:gd name="connsiteY57" fmla="*/ 0 h 590844"/>
              <a:gd name="connsiteX58" fmla="*/ 501720 w 608274"/>
              <a:gd name="connsiteY58" fmla="*/ 41669 h 590844"/>
              <a:gd name="connsiteX59" fmla="*/ 501720 w 608274"/>
              <a:gd name="connsiteY59" fmla="*/ 374737 h 590844"/>
              <a:gd name="connsiteX60" fmla="*/ 501155 w 608274"/>
              <a:gd name="connsiteY60" fmla="*/ 380193 h 590844"/>
              <a:gd name="connsiteX61" fmla="*/ 457539 w 608274"/>
              <a:gd name="connsiteY61" fmla="*/ 336643 h 590844"/>
              <a:gd name="connsiteX62" fmla="*/ 457539 w 608274"/>
              <a:gd name="connsiteY62" fmla="*/ 66971 h 590844"/>
              <a:gd name="connsiteX63" fmla="*/ 442184 w 608274"/>
              <a:gd name="connsiteY63" fmla="*/ 51639 h 590844"/>
              <a:gd name="connsiteX64" fmla="*/ 59536 w 608274"/>
              <a:gd name="connsiteY64" fmla="*/ 51639 h 590844"/>
              <a:gd name="connsiteX65" fmla="*/ 44181 w 608274"/>
              <a:gd name="connsiteY65" fmla="*/ 66971 h 590844"/>
              <a:gd name="connsiteX66" fmla="*/ 44181 w 608274"/>
              <a:gd name="connsiteY66" fmla="*/ 349341 h 590844"/>
              <a:gd name="connsiteX67" fmla="*/ 59536 w 608274"/>
              <a:gd name="connsiteY67" fmla="*/ 364673 h 590844"/>
              <a:gd name="connsiteX68" fmla="*/ 287128 w 608274"/>
              <a:gd name="connsiteY68" fmla="*/ 364673 h 590844"/>
              <a:gd name="connsiteX69" fmla="*/ 298055 w 608274"/>
              <a:gd name="connsiteY69" fmla="*/ 384708 h 590844"/>
              <a:gd name="connsiteX70" fmla="*/ 329801 w 608274"/>
              <a:gd name="connsiteY70" fmla="*/ 416406 h 590844"/>
              <a:gd name="connsiteX71" fmla="*/ 41731 w 608274"/>
              <a:gd name="connsiteY71" fmla="*/ 416406 h 590844"/>
              <a:gd name="connsiteX72" fmla="*/ 0 w 608274"/>
              <a:gd name="connsiteY72" fmla="*/ 374737 h 590844"/>
              <a:gd name="connsiteX73" fmla="*/ 0 w 608274"/>
              <a:gd name="connsiteY73" fmla="*/ 41669 h 590844"/>
              <a:gd name="connsiteX74" fmla="*/ 41731 w 608274"/>
              <a:gd name="connsiteY74" fmla="*/ 0 h 590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608274" h="590844">
                <a:moveTo>
                  <a:pt x="357006" y="315793"/>
                </a:moveTo>
                <a:lnTo>
                  <a:pt x="344664" y="351821"/>
                </a:lnTo>
                <a:lnTo>
                  <a:pt x="552405" y="559238"/>
                </a:lnTo>
                <a:cubicBezTo>
                  <a:pt x="552971" y="559802"/>
                  <a:pt x="553818" y="560178"/>
                  <a:pt x="554572" y="560178"/>
                </a:cubicBezTo>
                <a:lnTo>
                  <a:pt x="554666" y="560178"/>
                </a:lnTo>
                <a:cubicBezTo>
                  <a:pt x="555514" y="560178"/>
                  <a:pt x="556362" y="559802"/>
                  <a:pt x="556928" y="559238"/>
                </a:cubicBezTo>
                <a:lnTo>
                  <a:pt x="576618" y="539578"/>
                </a:lnTo>
                <a:cubicBezTo>
                  <a:pt x="577372" y="538825"/>
                  <a:pt x="577560" y="537885"/>
                  <a:pt x="577560" y="537320"/>
                </a:cubicBezTo>
                <a:cubicBezTo>
                  <a:pt x="577560" y="536756"/>
                  <a:pt x="577372" y="535815"/>
                  <a:pt x="576618" y="535063"/>
                </a:cubicBezTo>
                <a:close/>
                <a:moveTo>
                  <a:pt x="347019" y="272617"/>
                </a:moveTo>
                <a:cubicBezTo>
                  <a:pt x="352106" y="271394"/>
                  <a:pt x="357571" y="272993"/>
                  <a:pt x="361339" y="276756"/>
                </a:cubicBezTo>
                <a:lnTo>
                  <a:pt x="370572" y="285974"/>
                </a:lnTo>
                <a:lnTo>
                  <a:pt x="598287" y="513333"/>
                </a:lnTo>
                <a:cubicBezTo>
                  <a:pt x="604694" y="519730"/>
                  <a:pt x="608274" y="528290"/>
                  <a:pt x="608274" y="537320"/>
                </a:cubicBezTo>
                <a:cubicBezTo>
                  <a:pt x="608274" y="546351"/>
                  <a:pt x="604694" y="554817"/>
                  <a:pt x="598287" y="561213"/>
                </a:cubicBezTo>
                <a:lnTo>
                  <a:pt x="578691" y="580873"/>
                </a:lnTo>
                <a:cubicBezTo>
                  <a:pt x="572284" y="587269"/>
                  <a:pt x="563805" y="590844"/>
                  <a:pt x="554666" y="590844"/>
                </a:cubicBezTo>
                <a:lnTo>
                  <a:pt x="554572" y="590844"/>
                </a:lnTo>
                <a:cubicBezTo>
                  <a:pt x="545622" y="590844"/>
                  <a:pt x="537143" y="587269"/>
                  <a:pt x="530736" y="580873"/>
                </a:cubicBezTo>
                <a:lnTo>
                  <a:pt x="316211" y="366683"/>
                </a:lnTo>
                <a:cubicBezTo>
                  <a:pt x="312066" y="362544"/>
                  <a:pt x="310558" y="356430"/>
                  <a:pt x="312442" y="350880"/>
                </a:cubicBezTo>
                <a:lnTo>
                  <a:pt x="327328" y="307610"/>
                </a:lnTo>
                <a:lnTo>
                  <a:pt x="335902" y="282588"/>
                </a:lnTo>
                <a:cubicBezTo>
                  <a:pt x="337598" y="277602"/>
                  <a:pt x="341837" y="273840"/>
                  <a:pt x="347019" y="272617"/>
                </a:cubicBezTo>
                <a:close/>
                <a:moveTo>
                  <a:pt x="74870" y="82350"/>
                </a:moveTo>
                <a:lnTo>
                  <a:pt x="426850" y="82350"/>
                </a:lnTo>
                <a:lnTo>
                  <a:pt x="426850" y="306027"/>
                </a:lnTo>
                <a:lnTo>
                  <a:pt x="379461" y="258714"/>
                </a:lnTo>
                <a:cubicBezTo>
                  <a:pt x="369474" y="248650"/>
                  <a:pt x="354966" y="244511"/>
                  <a:pt x="341210" y="247709"/>
                </a:cubicBezTo>
                <a:cubicBezTo>
                  <a:pt x="330564" y="250249"/>
                  <a:pt x="321520" y="256927"/>
                  <a:pt x="315867" y="265957"/>
                </a:cubicBezTo>
                <a:cubicBezTo>
                  <a:pt x="275073" y="263229"/>
                  <a:pt x="245113" y="254764"/>
                  <a:pt x="204507" y="235763"/>
                </a:cubicBezTo>
                <a:cubicBezTo>
                  <a:pt x="200550" y="233882"/>
                  <a:pt x="197535" y="232095"/>
                  <a:pt x="195274" y="230590"/>
                </a:cubicBezTo>
                <a:cubicBezTo>
                  <a:pt x="201398" y="230308"/>
                  <a:pt x="209500" y="230872"/>
                  <a:pt x="213740" y="231154"/>
                </a:cubicBezTo>
                <a:cubicBezTo>
                  <a:pt x="218262" y="231531"/>
                  <a:pt x="222313" y="231719"/>
                  <a:pt x="225517" y="231719"/>
                </a:cubicBezTo>
                <a:cubicBezTo>
                  <a:pt x="232959" y="231719"/>
                  <a:pt x="240779" y="232095"/>
                  <a:pt x="248599" y="232377"/>
                </a:cubicBezTo>
                <a:cubicBezTo>
                  <a:pt x="272812" y="233318"/>
                  <a:pt x="297966" y="234258"/>
                  <a:pt x="322085" y="227674"/>
                </a:cubicBezTo>
                <a:cubicBezTo>
                  <a:pt x="355813" y="218456"/>
                  <a:pt x="361089" y="196070"/>
                  <a:pt x="361749" y="186852"/>
                </a:cubicBezTo>
                <a:cubicBezTo>
                  <a:pt x="363351" y="165594"/>
                  <a:pt x="347900" y="143960"/>
                  <a:pt x="323216" y="133049"/>
                </a:cubicBezTo>
                <a:cubicBezTo>
                  <a:pt x="286190" y="116776"/>
                  <a:pt x="245019" y="119692"/>
                  <a:pt x="205167" y="122514"/>
                </a:cubicBezTo>
                <a:cubicBezTo>
                  <a:pt x="188585" y="123737"/>
                  <a:pt x="172851" y="124866"/>
                  <a:pt x="158248" y="124395"/>
                </a:cubicBezTo>
                <a:lnTo>
                  <a:pt x="157683" y="124395"/>
                </a:lnTo>
                <a:cubicBezTo>
                  <a:pt x="146660" y="124395"/>
                  <a:pt x="137522" y="133237"/>
                  <a:pt x="137239" y="144336"/>
                </a:cubicBezTo>
                <a:cubicBezTo>
                  <a:pt x="136956" y="155623"/>
                  <a:pt x="145907" y="165030"/>
                  <a:pt x="157212" y="165312"/>
                </a:cubicBezTo>
                <a:cubicBezTo>
                  <a:pt x="173699" y="165688"/>
                  <a:pt x="191223" y="164465"/>
                  <a:pt x="208087" y="163336"/>
                </a:cubicBezTo>
                <a:cubicBezTo>
                  <a:pt x="242946" y="160891"/>
                  <a:pt x="278935" y="158257"/>
                  <a:pt x="306634" y="170485"/>
                </a:cubicBezTo>
                <a:cubicBezTo>
                  <a:pt x="316809" y="174906"/>
                  <a:pt x="320955" y="181866"/>
                  <a:pt x="321049" y="183465"/>
                </a:cubicBezTo>
                <a:cubicBezTo>
                  <a:pt x="320672" y="184124"/>
                  <a:pt x="318034" y="186381"/>
                  <a:pt x="311251" y="188263"/>
                </a:cubicBezTo>
                <a:cubicBezTo>
                  <a:pt x="293256" y="193248"/>
                  <a:pt x="271398" y="192307"/>
                  <a:pt x="250200" y="191461"/>
                </a:cubicBezTo>
                <a:cubicBezTo>
                  <a:pt x="241815" y="191178"/>
                  <a:pt x="233525" y="190896"/>
                  <a:pt x="225517" y="190896"/>
                </a:cubicBezTo>
                <a:cubicBezTo>
                  <a:pt x="223067" y="190896"/>
                  <a:pt x="220052" y="190614"/>
                  <a:pt x="216755" y="190426"/>
                </a:cubicBezTo>
                <a:cubicBezTo>
                  <a:pt x="198477" y="189015"/>
                  <a:pt x="170873" y="187134"/>
                  <a:pt x="156929" y="206040"/>
                </a:cubicBezTo>
                <a:cubicBezTo>
                  <a:pt x="150052" y="215258"/>
                  <a:pt x="147697" y="226075"/>
                  <a:pt x="150335" y="236516"/>
                </a:cubicBezTo>
                <a:cubicBezTo>
                  <a:pt x="154857" y="254387"/>
                  <a:pt x="172851" y="266145"/>
                  <a:pt x="187078" y="272823"/>
                </a:cubicBezTo>
                <a:cubicBezTo>
                  <a:pt x="228437" y="292200"/>
                  <a:pt x="260752" y="301888"/>
                  <a:pt x="300887" y="305839"/>
                </a:cubicBezTo>
                <a:lnTo>
                  <a:pt x="291277" y="334057"/>
                </a:lnTo>
                <a:lnTo>
                  <a:pt x="74870" y="334057"/>
                </a:lnTo>
                <a:close/>
                <a:moveTo>
                  <a:pt x="41731" y="0"/>
                </a:moveTo>
                <a:lnTo>
                  <a:pt x="459894" y="0"/>
                </a:lnTo>
                <a:cubicBezTo>
                  <a:pt x="482974" y="0"/>
                  <a:pt x="501720" y="18624"/>
                  <a:pt x="501720" y="41669"/>
                </a:cubicBezTo>
                <a:lnTo>
                  <a:pt x="501720" y="374737"/>
                </a:lnTo>
                <a:cubicBezTo>
                  <a:pt x="501720" y="376618"/>
                  <a:pt x="501343" y="378311"/>
                  <a:pt x="501155" y="380193"/>
                </a:cubicBezTo>
                <a:lnTo>
                  <a:pt x="457539" y="336643"/>
                </a:lnTo>
                <a:lnTo>
                  <a:pt x="457539" y="66971"/>
                </a:lnTo>
                <a:cubicBezTo>
                  <a:pt x="457539" y="58506"/>
                  <a:pt x="450663" y="51639"/>
                  <a:pt x="442184" y="51639"/>
                </a:cubicBezTo>
                <a:lnTo>
                  <a:pt x="59536" y="51639"/>
                </a:lnTo>
                <a:cubicBezTo>
                  <a:pt x="51057" y="51639"/>
                  <a:pt x="44181" y="58506"/>
                  <a:pt x="44181" y="66971"/>
                </a:cubicBezTo>
                <a:lnTo>
                  <a:pt x="44181" y="349341"/>
                </a:lnTo>
                <a:cubicBezTo>
                  <a:pt x="44181" y="357806"/>
                  <a:pt x="51057" y="364673"/>
                  <a:pt x="59536" y="364673"/>
                </a:cubicBezTo>
                <a:lnTo>
                  <a:pt x="287128" y="364673"/>
                </a:lnTo>
                <a:cubicBezTo>
                  <a:pt x="288729" y="372198"/>
                  <a:pt x="292497" y="379158"/>
                  <a:pt x="298055" y="384708"/>
                </a:cubicBezTo>
                <a:lnTo>
                  <a:pt x="329801" y="416406"/>
                </a:lnTo>
                <a:lnTo>
                  <a:pt x="41731" y="416406"/>
                </a:lnTo>
                <a:cubicBezTo>
                  <a:pt x="18746" y="416406"/>
                  <a:pt x="0" y="397688"/>
                  <a:pt x="0" y="374737"/>
                </a:cubicBezTo>
                <a:lnTo>
                  <a:pt x="0" y="41669"/>
                </a:lnTo>
                <a:cubicBezTo>
                  <a:pt x="0" y="18624"/>
                  <a:pt x="18746" y="0"/>
                  <a:pt x="4173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cs typeface="+mn-ea"/>
              <a:sym typeface="+mn-lt"/>
            </a:endParaRPr>
          </a:p>
        </p:txBody>
      </p:sp>
      <p:sp>
        <p:nvSpPr>
          <p:cNvPr id="20" name="任意多边形 47">
            <a:extLst>
              <a:ext uri="{FF2B5EF4-FFF2-40B4-BE49-F238E27FC236}">
                <a16:creationId xmlns:a16="http://schemas.microsoft.com/office/drawing/2014/main" id="{CC95A925-A6C0-C213-0787-44AEEEF2D171}"/>
              </a:ext>
            </a:extLst>
          </p:cNvPr>
          <p:cNvSpPr/>
          <p:nvPr/>
        </p:nvSpPr>
        <p:spPr>
          <a:xfrm rot="18900000" flipV="1">
            <a:off x="99493" y="160716"/>
            <a:ext cx="1257992" cy="771874"/>
          </a:xfrm>
          <a:custGeom>
            <a:avLst/>
            <a:gdLst>
              <a:gd name="connsiteX0" fmla="*/ 0 w 1667713"/>
              <a:gd name="connsiteY0" fmla="*/ 456881 h 1023269"/>
              <a:gd name="connsiteX1" fmla="*/ 412332 w 1667713"/>
              <a:gd name="connsiteY1" fmla="*/ 44549 h 1023269"/>
              <a:gd name="connsiteX2" fmla="*/ 412333 w 1667713"/>
              <a:gd name="connsiteY2" fmla="*/ 44549 h 1023269"/>
              <a:gd name="connsiteX3" fmla="*/ 456882 w 1667713"/>
              <a:gd name="connsiteY3" fmla="*/ 0 h 1023269"/>
              <a:gd name="connsiteX4" fmla="*/ 1514743 w 1667713"/>
              <a:gd name="connsiteY4" fmla="*/ 0 h 1023269"/>
              <a:gd name="connsiteX5" fmla="*/ 1667713 w 1667713"/>
              <a:gd name="connsiteY5" fmla="*/ 152970 h 1023269"/>
              <a:gd name="connsiteX6" fmla="*/ 1667713 w 1667713"/>
              <a:gd name="connsiteY6" fmla="*/ 704806 h 1023269"/>
              <a:gd name="connsiteX7" fmla="*/ 1349251 w 1667713"/>
              <a:gd name="connsiteY7" fmla="*/ 1023269 h 1023269"/>
              <a:gd name="connsiteX8" fmla="*/ 1349251 w 1667713"/>
              <a:gd name="connsiteY8" fmla="*/ 318462 h 1023269"/>
              <a:gd name="connsiteX9" fmla="*/ 138420 w 1667713"/>
              <a:gd name="connsiteY9" fmla="*/ 318462 h 1023269"/>
              <a:gd name="connsiteX10" fmla="*/ 1 w 1667713"/>
              <a:gd name="connsiteY10" fmla="*/ 456881 h 10232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7713" h="1023269">
                <a:moveTo>
                  <a:pt x="0" y="456881"/>
                </a:moveTo>
                <a:lnTo>
                  <a:pt x="412332" y="44549"/>
                </a:lnTo>
                <a:lnTo>
                  <a:pt x="412333" y="44549"/>
                </a:lnTo>
                <a:lnTo>
                  <a:pt x="456882" y="0"/>
                </a:lnTo>
                <a:lnTo>
                  <a:pt x="1514743" y="0"/>
                </a:lnTo>
                <a:cubicBezTo>
                  <a:pt x="1599226" y="1"/>
                  <a:pt x="1667713" y="68487"/>
                  <a:pt x="1667713" y="152970"/>
                </a:cubicBezTo>
                <a:lnTo>
                  <a:pt x="1667713" y="704806"/>
                </a:lnTo>
                <a:lnTo>
                  <a:pt x="1349251" y="1023269"/>
                </a:lnTo>
                <a:lnTo>
                  <a:pt x="1349251" y="318462"/>
                </a:lnTo>
                <a:lnTo>
                  <a:pt x="138420" y="318462"/>
                </a:lnTo>
                <a:lnTo>
                  <a:pt x="1" y="456881"/>
                </a:lnTo>
                <a:close/>
              </a:path>
            </a:pathLst>
          </a:cu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1" name="任意多边形 48">
            <a:extLst>
              <a:ext uri="{FF2B5EF4-FFF2-40B4-BE49-F238E27FC236}">
                <a16:creationId xmlns:a16="http://schemas.microsoft.com/office/drawing/2014/main" id="{284C15D9-81E3-D512-7823-A0F91B817961}"/>
              </a:ext>
            </a:extLst>
          </p:cNvPr>
          <p:cNvSpPr/>
          <p:nvPr/>
        </p:nvSpPr>
        <p:spPr>
          <a:xfrm rot="18900000" flipV="1">
            <a:off x="-102618" y="95709"/>
            <a:ext cx="926781" cy="721545"/>
          </a:xfrm>
          <a:custGeom>
            <a:avLst/>
            <a:gdLst>
              <a:gd name="connsiteX0" fmla="*/ 303771 w 1228628"/>
              <a:gd name="connsiteY0" fmla="*/ 32819 h 956548"/>
              <a:gd name="connsiteX1" fmla="*/ 303771 w 1228628"/>
              <a:gd name="connsiteY1" fmla="*/ 32820 h 956548"/>
              <a:gd name="connsiteX2" fmla="*/ 336591 w 1228628"/>
              <a:gd name="connsiteY2" fmla="*/ 0 h 956548"/>
              <a:gd name="connsiteX3" fmla="*/ 1115933 w 1228628"/>
              <a:gd name="connsiteY3" fmla="*/ 0 h 956548"/>
              <a:gd name="connsiteX4" fmla="*/ 1228628 w 1228628"/>
              <a:gd name="connsiteY4" fmla="*/ 112695 h 956548"/>
              <a:gd name="connsiteX5" fmla="*/ 1228628 w 1228628"/>
              <a:gd name="connsiteY5" fmla="*/ 721932 h 956548"/>
              <a:gd name="connsiteX6" fmla="*/ 994013 w 1228628"/>
              <a:gd name="connsiteY6" fmla="*/ 956548 h 956548"/>
              <a:gd name="connsiteX7" fmla="*/ 994013 w 1228628"/>
              <a:gd name="connsiteY7" fmla="*/ 234616 h 956548"/>
              <a:gd name="connsiteX8" fmla="*/ 101975 w 1228628"/>
              <a:gd name="connsiteY8" fmla="*/ 234616 h 956548"/>
              <a:gd name="connsiteX9" fmla="*/ 0 w 1228628"/>
              <a:gd name="connsiteY9" fmla="*/ 336591 h 9565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8628" h="956548">
                <a:moveTo>
                  <a:pt x="303771" y="32819"/>
                </a:moveTo>
                <a:lnTo>
                  <a:pt x="303771" y="32820"/>
                </a:lnTo>
                <a:lnTo>
                  <a:pt x="336591" y="0"/>
                </a:lnTo>
                <a:lnTo>
                  <a:pt x="1115933" y="0"/>
                </a:lnTo>
                <a:cubicBezTo>
                  <a:pt x="1178173" y="0"/>
                  <a:pt x="1228628" y="50456"/>
                  <a:pt x="1228628" y="112695"/>
                </a:cubicBezTo>
                <a:lnTo>
                  <a:pt x="1228628" y="721932"/>
                </a:lnTo>
                <a:lnTo>
                  <a:pt x="994013" y="956548"/>
                </a:lnTo>
                <a:lnTo>
                  <a:pt x="994013" y="234616"/>
                </a:lnTo>
                <a:lnTo>
                  <a:pt x="101975" y="234616"/>
                </a:lnTo>
                <a:lnTo>
                  <a:pt x="0" y="336591"/>
                </a:lnTo>
                <a:close/>
              </a:path>
            </a:pathLst>
          </a:custGeom>
          <a:solidFill>
            <a:schemeClr val="accent2">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pic>
        <p:nvPicPr>
          <p:cNvPr id="4" name="图片 3" descr="图表, 散点图&#10;&#10;AI 生成的内容可能不正确。">
            <a:extLst>
              <a:ext uri="{FF2B5EF4-FFF2-40B4-BE49-F238E27FC236}">
                <a16:creationId xmlns:a16="http://schemas.microsoft.com/office/drawing/2014/main" id="{3EBF4D79-9323-4756-C52D-0083D3A0FDB3}"/>
              </a:ext>
            </a:extLst>
          </p:cNvPr>
          <p:cNvPicPr>
            <a:picLocks noChangeAspect="1"/>
          </p:cNvPicPr>
          <p:nvPr/>
        </p:nvPicPr>
        <p:blipFill>
          <a:blip r:embed="rId3">
            <a:extLst>
              <a:ext uri="{28A0092B-C50C-407E-A947-70E740481C1C}">
                <a14:useLocalDpi xmlns:a14="http://schemas.microsoft.com/office/drawing/2010/main" val="0"/>
              </a:ext>
            </a:extLst>
          </a:blip>
          <a:srcRect l="5664" t="6923" r="6570" b="1960"/>
          <a:stretch/>
        </p:blipFill>
        <p:spPr>
          <a:xfrm>
            <a:off x="2092074" y="546653"/>
            <a:ext cx="8007852" cy="6156678"/>
          </a:xfrm>
          <a:prstGeom prst="rect">
            <a:avLst/>
          </a:prstGeom>
        </p:spPr>
      </p:pic>
    </p:spTree>
    <p:extLst>
      <p:ext uri="{BB962C8B-B14F-4D97-AF65-F5344CB8AC3E}">
        <p14:creationId xmlns:p14="http://schemas.microsoft.com/office/powerpoint/2010/main" val="400114402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BBBD26-D924-8C6D-932E-78F8E92FDC66}"/>
            </a:ext>
          </a:extLst>
        </p:cNvPr>
        <p:cNvGrpSpPr/>
        <p:nvPr/>
      </p:nvGrpSpPr>
      <p:grpSpPr>
        <a:xfrm>
          <a:off x="0" y="0"/>
          <a:ext cx="0" cy="0"/>
          <a:chOff x="0" y="0"/>
          <a:chExt cx="0" cy="0"/>
        </a:xfrm>
      </p:grpSpPr>
      <p:sp>
        <p:nvSpPr>
          <p:cNvPr id="47" name="椭圆 13">
            <a:extLst>
              <a:ext uri="{FF2B5EF4-FFF2-40B4-BE49-F238E27FC236}">
                <a16:creationId xmlns:a16="http://schemas.microsoft.com/office/drawing/2014/main" id="{2058BC93-FF68-6B95-1D61-25A177F61BCD}"/>
              </a:ext>
            </a:extLst>
          </p:cNvPr>
          <p:cNvSpPr/>
          <p:nvPr/>
        </p:nvSpPr>
        <p:spPr>
          <a:xfrm>
            <a:off x="5229135" y="2326081"/>
            <a:ext cx="755387" cy="708526"/>
          </a:xfrm>
          <a:custGeom>
            <a:avLst/>
            <a:gdLst>
              <a:gd name="connsiteX0" fmla="*/ 258582 w 606298"/>
              <a:gd name="connsiteY0" fmla="*/ 455598 h 568686"/>
              <a:gd name="connsiteX1" fmla="*/ 303149 w 606298"/>
              <a:gd name="connsiteY1" fmla="*/ 490637 h 568686"/>
              <a:gd name="connsiteX2" fmla="*/ 347716 w 606298"/>
              <a:gd name="connsiteY2" fmla="*/ 455598 h 568686"/>
              <a:gd name="connsiteX3" fmla="*/ 311784 w 606298"/>
              <a:gd name="connsiteY3" fmla="*/ 456896 h 568686"/>
              <a:gd name="connsiteX4" fmla="*/ 294607 w 606298"/>
              <a:gd name="connsiteY4" fmla="*/ 456896 h 568686"/>
              <a:gd name="connsiteX5" fmla="*/ 258582 w 606298"/>
              <a:gd name="connsiteY5" fmla="*/ 455598 h 568686"/>
              <a:gd name="connsiteX6" fmla="*/ 482810 w 606298"/>
              <a:gd name="connsiteY6" fmla="*/ 426955 h 568686"/>
              <a:gd name="connsiteX7" fmla="*/ 402311 w 606298"/>
              <a:gd name="connsiteY7" fmla="*/ 449202 h 568686"/>
              <a:gd name="connsiteX8" fmla="*/ 391633 w 606298"/>
              <a:gd name="connsiteY8" fmla="*/ 460233 h 568686"/>
              <a:gd name="connsiteX9" fmla="*/ 333696 w 606298"/>
              <a:gd name="connsiteY9" fmla="*/ 510752 h 568686"/>
              <a:gd name="connsiteX10" fmla="*/ 407603 w 606298"/>
              <a:gd name="connsiteY10" fmla="*/ 533647 h 568686"/>
              <a:gd name="connsiteX11" fmla="*/ 445578 w 606298"/>
              <a:gd name="connsiteY11" fmla="*/ 523358 h 568686"/>
              <a:gd name="connsiteX12" fmla="*/ 482810 w 606298"/>
              <a:gd name="connsiteY12" fmla="*/ 426955 h 568686"/>
              <a:gd name="connsiteX13" fmla="*/ 123488 w 606298"/>
              <a:gd name="connsiteY13" fmla="*/ 426955 h 568686"/>
              <a:gd name="connsiteX14" fmla="*/ 160720 w 606298"/>
              <a:gd name="connsiteY14" fmla="*/ 523358 h 568686"/>
              <a:gd name="connsiteX15" fmla="*/ 198788 w 606298"/>
              <a:gd name="connsiteY15" fmla="*/ 533647 h 568686"/>
              <a:gd name="connsiteX16" fmla="*/ 272602 w 606298"/>
              <a:gd name="connsiteY16" fmla="*/ 510752 h 568686"/>
              <a:gd name="connsiteX17" fmla="*/ 214665 w 606298"/>
              <a:gd name="connsiteY17" fmla="*/ 460233 h 568686"/>
              <a:gd name="connsiteX18" fmla="*/ 204080 w 606298"/>
              <a:gd name="connsiteY18" fmla="*/ 449202 h 568686"/>
              <a:gd name="connsiteX19" fmla="*/ 123488 w 606298"/>
              <a:gd name="connsiteY19" fmla="*/ 426955 h 568686"/>
              <a:gd name="connsiteX20" fmla="*/ 469069 w 606298"/>
              <a:gd name="connsiteY20" fmla="*/ 346681 h 568686"/>
              <a:gd name="connsiteX21" fmla="*/ 450777 w 606298"/>
              <a:gd name="connsiteY21" fmla="*/ 374953 h 568686"/>
              <a:gd name="connsiteX22" fmla="*/ 449292 w 606298"/>
              <a:gd name="connsiteY22" fmla="*/ 377178 h 568686"/>
              <a:gd name="connsiteX23" fmla="*/ 425523 w 606298"/>
              <a:gd name="connsiteY23" fmla="*/ 409250 h 568686"/>
              <a:gd name="connsiteX24" fmla="*/ 479189 w 606298"/>
              <a:gd name="connsiteY24" fmla="*/ 391360 h 568686"/>
              <a:gd name="connsiteX25" fmla="*/ 469069 w 606298"/>
              <a:gd name="connsiteY25" fmla="*/ 346681 h 568686"/>
              <a:gd name="connsiteX26" fmla="*/ 137229 w 606298"/>
              <a:gd name="connsiteY26" fmla="*/ 346681 h 568686"/>
              <a:gd name="connsiteX27" fmla="*/ 127109 w 606298"/>
              <a:gd name="connsiteY27" fmla="*/ 391360 h 568686"/>
              <a:gd name="connsiteX28" fmla="*/ 180868 w 606298"/>
              <a:gd name="connsiteY28" fmla="*/ 409250 h 568686"/>
              <a:gd name="connsiteX29" fmla="*/ 157006 w 606298"/>
              <a:gd name="connsiteY29" fmla="*/ 377178 h 568686"/>
              <a:gd name="connsiteX30" fmla="*/ 155521 w 606298"/>
              <a:gd name="connsiteY30" fmla="*/ 375046 h 568686"/>
              <a:gd name="connsiteX31" fmla="*/ 137229 w 606298"/>
              <a:gd name="connsiteY31" fmla="*/ 346681 h 568686"/>
              <a:gd name="connsiteX32" fmla="*/ 303114 w 606298"/>
              <a:gd name="connsiteY32" fmla="*/ 237523 h 568686"/>
              <a:gd name="connsiteX33" fmla="*/ 350005 w 606298"/>
              <a:gd name="connsiteY33" fmla="*/ 284343 h 568686"/>
              <a:gd name="connsiteX34" fmla="*/ 303114 w 606298"/>
              <a:gd name="connsiteY34" fmla="*/ 331163 h 568686"/>
              <a:gd name="connsiteX35" fmla="*/ 256223 w 606298"/>
              <a:gd name="connsiteY35" fmla="*/ 284343 h 568686"/>
              <a:gd name="connsiteX36" fmla="*/ 303114 w 606298"/>
              <a:gd name="connsiteY36" fmla="*/ 237523 h 568686"/>
              <a:gd name="connsiteX37" fmla="*/ 517257 w 606298"/>
              <a:gd name="connsiteY37" fmla="*/ 210604 h 568686"/>
              <a:gd name="connsiteX38" fmla="*/ 516792 w 606298"/>
              <a:gd name="connsiteY38" fmla="*/ 213292 h 568686"/>
              <a:gd name="connsiteX39" fmla="*/ 490888 w 606298"/>
              <a:gd name="connsiteY39" fmla="*/ 303392 h 568686"/>
              <a:gd name="connsiteX40" fmla="*/ 511500 w 606298"/>
              <a:gd name="connsiteY40" fmla="*/ 374953 h 568686"/>
              <a:gd name="connsiteX41" fmla="*/ 572130 w 606298"/>
              <a:gd name="connsiteY41" fmla="*/ 290971 h 568686"/>
              <a:gd name="connsiteX42" fmla="*/ 517257 w 606298"/>
              <a:gd name="connsiteY42" fmla="*/ 210604 h 568686"/>
              <a:gd name="connsiteX43" fmla="*/ 89041 w 606298"/>
              <a:gd name="connsiteY43" fmla="*/ 210604 h 568686"/>
              <a:gd name="connsiteX44" fmla="*/ 34168 w 606298"/>
              <a:gd name="connsiteY44" fmla="*/ 290971 h 568686"/>
              <a:gd name="connsiteX45" fmla="*/ 94798 w 606298"/>
              <a:gd name="connsiteY45" fmla="*/ 374953 h 568686"/>
              <a:gd name="connsiteX46" fmla="*/ 115410 w 606298"/>
              <a:gd name="connsiteY46" fmla="*/ 303392 h 568686"/>
              <a:gd name="connsiteX47" fmla="*/ 89506 w 606298"/>
              <a:gd name="connsiteY47" fmla="*/ 213292 h 568686"/>
              <a:gd name="connsiteX48" fmla="*/ 419952 w 606298"/>
              <a:gd name="connsiteY48" fmla="*/ 171487 h 568686"/>
              <a:gd name="connsiteX49" fmla="*/ 438893 w 606298"/>
              <a:gd name="connsiteY49" fmla="*/ 199666 h 568686"/>
              <a:gd name="connsiteX50" fmla="*/ 470833 w 606298"/>
              <a:gd name="connsiteY50" fmla="*/ 256952 h 568686"/>
              <a:gd name="connsiteX51" fmla="*/ 484017 w 606298"/>
              <a:gd name="connsiteY51" fmla="*/ 200407 h 568686"/>
              <a:gd name="connsiteX52" fmla="*/ 484946 w 606298"/>
              <a:gd name="connsiteY52" fmla="*/ 193085 h 568686"/>
              <a:gd name="connsiteX53" fmla="*/ 419952 w 606298"/>
              <a:gd name="connsiteY53" fmla="*/ 171487 h 568686"/>
              <a:gd name="connsiteX54" fmla="*/ 186346 w 606298"/>
              <a:gd name="connsiteY54" fmla="*/ 171487 h 568686"/>
              <a:gd name="connsiteX55" fmla="*/ 121352 w 606298"/>
              <a:gd name="connsiteY55" fmla="*/ 193085 h 568686"/>
              <a:gd name="connsiteX56" fmla="*/ 122281 w 606298"/>
              <a:gd name="connsiteY56" fmla="*/ 200407 h 568686"/>
              <a:gd name="connsiteX57" fmla="*/ 135465 w 606298"/>
              <a:gd name="connsiteY57" fmla="*/ 256952 h 568686"/>
              <a:gd name="connsiteX58" fmla="*/ 167405 w 606298"/>
              <a:gd name="connsiteY58" fmla="*/ 199666 h 568686"/>
              <a:gd name="connsiteX59" fmla="*/ 186346 w 606298"/>
              <a:gd name="connsiteY59" fmla="*/ 171487 h 568686"/>
              <a:gd name="connsiteX60" fmla="*/ 303149 w 606298"/>
              <a:gd name="connsiteY60" fmla="*/ 159459 h 568686"/>
              <a:gd name="connsiteX61" fmla="*/ 236113 w 606298"/>
              <a:gd name="connsiteY61" fmla="*/ 162866 h 568686"/>
              <a:gd name="connsiteX62" fmla="*/ 196559 w 606298"/>
              <a:gd name="connsiteY62" fmla="*/ 218020 h 568686"/>
              <a:gd name="connsiteX63" fmla="*/ 153385 w 606298"/>
              <a:gd name="connsiteY63" fmla="*/ 301260 h 568686"/>
              <a:gd name="connsiteX64" fmla="*/ 184118 w 606298"/>
              <a:gd name="connsiteY64" fmla="*/ 356321 h 568686"/>
              <a:gd name="connsiteX65" fmla="*/ 222835 w 606298"/>
              <a:gd name="connsiteY65" fmla="*/ 406284 h 568686"/>
              <a:gd name="connsiteX66" fmla="*/ 227385 w 606298"/>
              <a:gd name="connsiteY66" fmla="*/ 411104 h 568686"/>
              <a:gd name="connsiteX67" fmla="*/ 234813 w 606298"/>
              <a:gd name="connsiteY67" fmla="*/ 419169 h 568686"/>
              <a:gd name="connsiteX68" fmla="*/ 294607 w 606298"/>
              <a:gd name="connsiteY68" fmla="*/ 422691 h 568686"/>
              <a:gd name="connsiteX69" fmla="*/ 311784 w 606298"/>
              <a:gd name="connsiteY69" fmla="*/ 422691 h 568686"/>
              <a:gd name="connsiteX70" fmla="*/ 371485 w 606298"/>
              <a:gd name="connsiteY70" fmla="*/ 419169 h 568686"/>
              <a:gd name="connsiteX71" fmla="*/ 378913 w 606298"/>
              <a:gd name="connsiteY71" fmla="*/ 411104 h 568686"/>
              <a:gd name="connsiteX72" fmla="*/ 383463 w 606298"/>
              <a:gd name="connsiteY72" fmla="*/ 406284 h 568686"/>
              <a:gd name="connsiteX73" fmla="*/ 422273 w 606298"/>
              <a:gd name="connsiteY73" fmla="*/ 356321 h 568686"/>
              <a:gd name="connsiteX74" fmla="*/ 452913 w 606298"/>
              <a:gd name="connsiteY74" fmla="*/ 301260 h 568686"/>
              <a:gd name="connsiteX75" fmla="*/ 409831 w 606298"/>
              <a:gd name="connsiteY75" fmla="*/ 218020 h 568686"/>
              <a:gd name="connsiteX76" fmla="*/ 370185 w 606298"/>
              <a:gd name="connsiteY76" fmla="*/ 162866 h 568686"/>
              <a:gd name="connsiteX77" fmla="*/ 303149 w 606298"/>
              <a:gd name="connsiteY77" fmla="*/ 159459 h 568686"/>
              <a:gd name="connsiteX78" fmla="*/ 303149 w 606298"/>
              <a:gd name="connsiteY78" fmla="*/ 95754 h 568686"/>
              <a:gd name="connsiteX79" fmla="*/ 269631 w 606298"/>
              <a:gd name="connsiteY79" fmla="*/ 125788 h 568686"/>
              <a:gd name="connsiteX80" fmla="*/ 336667 w 606298"/>
              <a:gd name="connsiteY80" fmla="*/ 125788 h 568686"/>
              <a:gd name="connsiteX81" fmla="*/ 303149 w 606298"/>
              <a:gd name="connsiteY81" fmla="*/ 95754 h 568686"/>
              <a:gd name="connsiteX82" fmla="*/ 413453 w 606298"/>
              <a:gd name="connsiteY82" fmla="*/ 34112 h 568686"/>
              <a:gd name="connsiteX83" fmla="*/ 326454 w 606298"/>
              <a:gd name="connsiteY83" fmla="*/ 70078 h 568686"/>
              <a:gd name="connsiteX84" fmla="*/ 388012 w 606298"/>
              <a:gd name="connsiteY84" fmla="*/ 130608 h 568686"/>
              <a:gd name="connsiteX85" fmla="*/ 490424 w 606298"/>
              <a:gd name="connsiteY85" fmla="*/ 158138 h 568686"/>
              <a:gd name="connsiteX86" fmla="*/ 490424 w 606298"/>
              <a:gd name="connsiteY86" fmla="*/ 156933 h 568686"/>
              <a:gd name="connsiteX87" fmla="*/ 453841 w 606298"/>
              <a:gd name="connsiteY87" fmla="*/ 45143 h 568686"/>
              <a:gd name="connsiteX88" fmla="*/ 413453 w 606298"/>
              <a:gd name="connsiteY88" fmla="*/ 34112 h 568686"/>
              <a:gd name="connsiteX89" fmla="*/ 192845 w 606298"/>
              <a:gd name="connsiteY89" fmla="*/ 34112 h 568686"/>
              <a:gd name="connsiteX90" fmla="*/ 152549 w 606298"/>
              <a:gd name="connsiteY90" fmla="*/ 45143 h 568686"/>
              <a:gd name="connsiteX91" fmla="*/ 115874 w 606298"/>
              <a:gd name="connsiteY91" fmla="*/ 156933 h 568686"/>
              <a:gd name="connsiteX92" fmla="*/ 115967 w 606298"/>
              <a:gd name="connsiteY92" fmla="*/ 158138 h 568686"/>
              <a:gd name="connsiteX93" fmla="*/ 218286 w 606298"/>
              <a:gd name="connsiteY93" fmla="*/ 130608 h 568686"/>
              <a:gd name="connsiteX94" fmla="*/ 279937 w 606298"/>
              <a:gd name="connsiteY94" fmla="*/ 70078 h 568686"/>
              <a:gd name="connsiteX95" fmla="*/ 192845 w 606298"/>
              <a:gd name="connsiteY95" fmla="*/ 34112 h 568686"/>
              <a:gd name="connsiteX96" fmla="*/ 192845 w 606298"/>
              <a:gd name="connsiteY96" fmla="*/ 0 h 568686"/>
              <a:gd name="connsiteX97" fmla="*/ 303149 w 606298"/>
              <a:gd name="connsiteY97" fmla="*/ 44494 h 568686"/>
              <a:gd name="connsiteX98" fmla="*/ 413453 w 606298"/>
              <a:gd name="connsiteY98" fmla="*/ 0 h 568686"/>
              <a:gd name="connsiteX99" fmla="*/ 472411 w 606298"/>
              <a:gd name="connsiteY99" fmla="*/ 16500 h 568686"/>
              <a:gd name="connsiteX100" fmla="*/ 515214 w 606298"/>
              <a:gd name="connsiteY100" fmla="*/ 78050 h 568686"/>
              <a:gd name="connsiteX101" fmla="*/ 524127 w 606298"/>
              <a:gd name="connsiteY101" fmla="*/ 167964 h 568686"/>
              <a:gd name="connsiteX102" fmla="*/ 524127 w 606298"/>
              <a:gd name="connsiteY102" fmla="*/ 174824 h 568686"/>
              <a:gd name="connsiteX103" fmla="*/ 606298 w 606298"/>
              <a:gd name="connsiteY103" fmla="*/ 290971 h 568686"/>
              <a:gd name="connsiteX104" fmla="*/ 516607 w 606298"/>
              <a:gd name="connsiteY104" fmla="*/ 411382 h 568686"/>
              <a:gd name="connsiteX105" fmla="*/ 516792 w 606298"/>
              <a:gd name="connsiteY105" fmla="*/ 413792 h 568686"/>
              <a:gd name="connsiteX106" fmla="*/ 464519 w 606298"/>
              <a:gd name="connsiteY106" fmla="*/ 553299 h 568686"/>
              <a:gd name="connsiteX107" fmla="*/ 408903 w 606298"/>
              <a:gd name="connsiteY107" fmla="*/ 568686 h 568686"/>
              <a:gd name="connsiteX108" fmla="*/ 303149 w 606298"/>
              <a:gd name="connsiteY108" fmla="*/ 532628 h 568686"/>
              <a:gd name="connsiteX109" fmla="*/ 197395 w 606298"/>
              <a:gd name="connsiteY109" fmla="*/ 568686 h 568686"/>
              <a:gd name="connsiteX110" fmla="*/ 141779 w 606298"/>
              <a:gd name="connsiteY110" fmla="*/ 553299 h 568686"/>
              <a:gd name="connsiteX111" fmla="*/ 89506 w 606298"/>
              <a:gd name="connsiteY111" fmla="*/ 413700 h 568686"/>
              <a:gd name="connsiteX112" fmla="*/ 89784 w 606298"/>
              <a:gd name="connsiteY112" fmla="*/ 411382 h 568686"/>
              <a:gd name="connsiteX113" fmla="*/ 0 w 606298"/>
              <a:gd name="connsiteY113" fmla="*/ 290971 h 568686"/>
              <a:gd name="connsiteX114" fmla="*/ 82171 w 606298"/>
              <a:gd name="connsiteY114" fmla="*/ 174824 h 568686"/>
              <a:gd name="connsiteX115" fmla="*/ 82171 w 606298"/>
              <a:gd name="connsiteY115" fmla="*/ 167964 h 568686"/>
              <a:gd name="connsiteX116" fmla="*/ 91084 w 606298"/>
              <a:gd name="connsiteY116" fmla="*/ 78050 h 568686"/>
              <a:gd name="connsiteX117" fmla="*/ 133887 w 606298"/>
              <a:gd name="connsiteY117" fmla="*/ 16500 h 568686"/>
              <a:gd name="connsiteX118" fmla="*/ 192845 w 606298"/>
              <a:gd name="connsiteY118" fmla="*/ 0 h 5686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606298" h="568686">
                <a:moveTo>
                  <a:pt x="258582" y="455598"/>
                </a:moveTo>
                <a:cubicBezTo>
                  <a:pt x="273159" y="469039"/>
                  <a:pt x="288200" y="480811"/>
                  <a:pt x="303149" y="490637"/>
                </a:cubicBezTo>
                <a:cubicBezTo>
                  <a:pt x="318190" y="480811"/>
                  <a:pt x="333139" y="469039"/>
                  <a:pt x="347716" y="455598"/>
                </a:cubicBezTo>
                <a:cubicBezTo>
                  <a:pt x="335274" y="456432"/>
                  <a:pt x="323483" y="456896"/>
                  <a:pt x="311784" y="456896"/>
                </a:cubicBezTo>
                <a:lnTo>
                  <a:pt x="294607" y="456896"/>
                </a:lnTo>
                <a:cubicBezTo>
                  <a:pt x="282908" y="456896"/>
                  <a:pt x="271024" y="456432"/>
                  <a:pt x="258582" y="455598"/>
                </a:cubicBezTo>
                <a:close/>
                <a:moveTo>
                  <a:pt x="482810" y="426955"/>
                </a:moveTo>
                <a:cubicBezTo>
                  <a:pt x="458020" y="436688"/>
                  <a:pt x="431001" y="444104"/>
                  <a:pt x="402311" y="449202"/>
                </a:cubicBezTo>
                <a:lnTo>
                  <a:pt x="391633" y="460233"/>
                </a:lnTo>
                <a:cubicBezTo>
                  <a:pt x="373249" y="479421"/>
                  <a:pt x="353751" y="496384"/>
                  <a:pt x="333696" y="510752"/>
                </a:cubicBezTo>
                <a:cubicBezTo>
                  <a:pt x="360436" y="525768"/>
                  <a:pt x="385877" y="533647"/>
                  <a:pt x="407603" y="533647"/>
                </a:cubicBezTo>
                <a:cubicBezTo>
                  <a:pt x="421995" y="533647"/>
                  <a:pt x="434808" y="530218"/>
                  <a:pt x="445578" y="523358"/>
                </a:cubicBezTo>
                <a:cubicBezTo>
                  <a:pt x="470833" y="507507"/>
                  <a:pt x="484017" y="473303"/>
                  <a:pt x="482810" y="426955"/>
                </a:cubicBezTo>
                <a:close/>
                <a:moveTo>
                  <a:pt x="123488" y="426955"/>
                </a:moveTo>
                <a:cubicBezTo>
                  <a:pt x="122281" y="473303"/>
                  <a:pt x="135465" y="507507"/>
                  <a:pt x="160720" y="523358"/>
                </a:cubicBezTo>
                <a:cubicBezTo>
                  <a:pt x="171490" y="530218"/>
                  <a:pt x="184303" y="533647"/>
                  <a:pt x="198788" y="533647"/>
                </a:cubicBezTo>
                <a:cubicBezTo>
                  <a:pt x="220421" y="533647"/>
                  <a:pt x="245862" y="525768"/>
                  <a:pt x="272602" y="510752"/>
                </a:cubicBezTo>
                <a:cubicBezTo>
                  <a:pt x="252547" y="496384"/>
                  <a:pt x="233142" y="479421"/>
                  <a:pt x="214665" y="460233"/>
                </a:cubicBezTo>
                <a:lnTo>
                  <a:pt x="204080" y="449202"/>
                </a:lnTo>
                <a:cubicBezTo>
                  <a:pt x="175297" y="444104"/>
                  <a:pt x="148278" y="436688"/>
                  <a:pt x="123488" y="426955"/>
                </a:cubicBezTo>
                <a:close/>
                <a:moveTo>
                  <a:pt x="469069" y="346681"/>
                </a:moveTo>
                <a:cubicBezTo>
                  <a:pt x="463591" y="356043"/>
                  <a:pt x="457555" y="365313"/>
                  <a:pt x="450777" y="374953"/>
                </a:cubicBezTo>
                <a:lnTo>
                  <a:pt x="449292" y="377178"/>
                </a:lnTo>
                <a:cubicBezTo>
                  <a:pt x="437686" y="393770"/>
                  <a:pt x="434529" y="398405"/>
                  <a:pt x="425523" y="409250"/>
                </a:cubicBezTo>
                <a:cubicBezTo>
                  <a:pt x="444464" y="404523"/>
                  <a:pt x="462476" y="398497"/>
                  <a:pt x="479189" y="391360"/>
                </a:cubicBezTo>
                <a:cubicBezTo>
                  <a:pt x="476961" y="376992"/>
                  <a:pt x="473525" y="361976"/>
                  <a:pt x="469069" y="346681"/>
                </a:cubicBezTo>
                <a:close/>
                <a:moveTo>
                  <a:pt x="137229" y="346681"/>
                </a:moveTo>
                <a:cubicBezTo>
                  <a:pt x="132773" y="361976"/>
                  <a:pt x="129337" y="376992"/>
                  <a:pt x="127109" y="391360"/>
                </a:cubicBezTo>
                <a:cubicBezTo>
                  <a:pt x="143822" y="398497"/>
                  <a:pt x="161834" y="404523"/>
                  <a:pt x="180868" y="409250"/>
                </a:cubicBezTo>
                <a:cubicBezTo>
                  <a:pt x="171769" y="398312"/>
                  <a:pt x="168426" y="393492"/>
                  <a:pt x="157006" y="377178"/>
                </a:cubicBezTo>
                <a:lnTo>
                  <a:pt x="155521" y="375046"/>
                </a:lnTo>
                <a:cubicBezTo>
                  <a:pt x="148743" y="365313"/>
                  <a:pt x="142800" y="356043"/>
                  <a:pt x="137229" y="346681"/>
                </a:cubicBezTo>
                <a:close/>
                <a:moveTo>
                  <a:pt x="303114" y="237523"/>
                </a:moveTo>
                <a:cubicBezTo>
                  <a:pt x="329011" y="237523"/>
                  <a:pt x="350005" y="258485"/>
                  <a:pt x="350005" y="284343"/>
                </a:cubicBezTo>
                <a:cubicBezTo>
                  <a:pt x="350005" y="310201"/>
                  <a:pt x="329011" y="331163"/>
                  <a:pt x="303114" y="331163"/>
                </a:cubicBezTo>
                <a:cubicBezTo>
                  <a:pt x="277217" y="331163"/>
                  <a:pt x="256223" y="310201"/>
                  <a:pt x="256223" y="284343"/>
                </a:cubicBezTo>
                <a:cubicBezTo>
                  <a:pt x="256223" y="258485"/>
                  <a:pt x="277217" y="237523"/>
                  <a:pt x="303114" y="237523"/>
                </a:cubicBezTo>
                <a:close/>
                <a:moveTo>
                  <a:pt x="517257" y="210604"/>
                </a:moveTo>
                <a:lnTo>
                  <a:pt x="516792" y="213292"/>
                </a:lnTo>
                <a:cubicBezTo>
                  <a:pt x="511593" y="245550"/>
                  <a:pt x="503144" y="275027"/>
                  <a:pt x="490888" y="303392"/>
                </a:cubicBezTo>
                <a:cubicBezTo>
                  <a:pt x="500173" y="327771"/>
                  <a:pt x="507043" y="351872"/>
                  <a:pt x="511500" y="374953"/>
                </a:cubicBezTo>
                <a:cubicBezTo>
                  <a:pt x="550682" y="351223"/>
                  <a:pt x="572130" y="321560"/>
                  <a:pt x="572130" y="290971"/>
                </a:cubicBezTo>
                <a:cubicBezTo>
                  <a:pt x="572130" y="262143"/>
                  <a:pt x="552725" y="233778"/>
                  <a:pt x="517257" y="210604"/>
                </a:cubicBezTo>
                <a:close/>
                <a:moveTo>
                  <a:pt x="89041" y="210604"/>
                </a:moveTo>
                <a:cubicBezTo>
                  <a:pt x="53573" y="233778"/>
                  <a:pt x="34168" y="262143"/>
                  <a:pt x="34168" y="290971"/>
                </a:cubicBezTo>
                <a:cubicBezTo>
                  <a:pt x="34168" y="321560"/>
                  <a:pt x="55616" y="351223"/>
                  <a:pt x="94798" y="374953"/>
                </a:cubicBezTo>
                <a:cubicBezTo>
                  <a:pt x="99255" y="351872"/>
                  <a:pt x="106218" y="327771"/>
                  <a:pt x="115410" y="303392"/>
                </a:cubicBezTo>
                <a:cubicBezTo>
                  <a:pt x="103247" y="275027"/>
                  <a:pt x="94705" y="245550"/>
                  <a:pt x="89506" y="213292"/>
                </a:cubicBezTo>
                <a:close/>
                <a:moveTo>
                  <a:pt x="419952" y="171487"/>
                </a:moveTo>
                <a:cubicBezTo>
                  <a:pt x="426451" y="180571"/>
                  <a:pt x="432765" y="190026"/>
                  <a:pt x="438893" y="199666"/>
                </a:cubicBezTo>
                <a:cubicBezTo>
                  <a:pt x="450777" y="218576"/>
                  <a:pt x="461548" y="237856"/>
                  <a:pt x="470833" y="256952"/>
                </a:cubicBezTo>
                <a:cubicBezTo>
                  <a:pt x="477146" y="237949"/>
                  <a:pt x="481510" y="219410"/>
                  <a:pt x="484017" y="200407"/>
                </a:cubicBezTo>
                <a:lnTo>
                  <a:pt x="484946" y="193085"/>
                </a:lnTo>
                <a:cubicBezTo>
                  <a:pt x="465633" y="184278"/>
                  <a:pt x="443814" y="177048"/>
                  <a:pt x="419952" y="171487"/>
                </a:cubicBezTo>
                <a:close/>
                <a:moveTo>
                  <a:pt x="186346" y="171487"/>
                </a:moveTo>
                <a:cubicBezTo>
                  <a:pt x="162577" y="177048"/>
                  <a:pt x="140758" y="184278"/>
                  <a:pt x="121352" y="193085"/>
                </a:cubicBezTo>
                <a:lnTo>
                  <a:pt x="122281" y="200407"/>
                </a:lnTo>
                <a:cubicBezTo>
                  <a:pt x="124881" y="219410"/>
                  <a:pt x="129152" y="237949"/>
                  <a:pt x="135465" y="256952"/>
                </a:cubicBezTo>
                <a:cubicBezTo>
                  <a:pt x="144750" y="237856"/>
                  <a:pt x="155521" y="218576"/>
                  <a:pt x="167405" y="199666"/>
                </a:cubicBezTo>
                <a:cubicBezTo>
                  <a:pt x="173533" y="190026"/>
                  <a:pt x="179847" y="180571"/>
                  <a:pt x="186346" y="171487"/>
                </a:cubicBezTo>
                <a:close/>
                <a:moveTo>
                  <a:pt x="303149" y="159459"/>
                </a:moveTo>
                <a:cubicBezTo>
                  <a:pt x="279473" y="159459"/>
                  <a:pt x="255797" y="160595"/>
                  <a:pt x="236113" y="162866"/>
                </a:cubicBezTo>
                <a:cubicBezTo>
                  <a:pt x="222000" y="180200"/>
                  <a:pt x="208630" y="198739"/>
                  <a:pt x="196559" y="218020"/>
                </a:cubicBezTo>
                <a:cubicBezTo>
                  <a:pt x="179754" y="244438"/>
                  <a:pt x="165270" y="272432"/>
                  <a:pt x="153385" y="301260"/>
                </a:cubicBezTo>
                <a:cubicBezTo>
                  <a:pt x="162020" y="318965"/>
                  <a:pt x="172047" y="337040"/>
                  <a:pt x="184118" y="356321"/>
                </a:cubicBezTo>
                <a:cubicBezTo>
                  <a:pt x="199809" y="381534"/>
                  <a:pt x="207980" y="390340"/>
                  <a:pt x="222835" y="406284"/>
                </a:cubicBezTo>
                <a:cubicBezTo>
                  <a:pt x="224321" y="407767"/>
                  <a:pt x="225807" y="409436"/>
                  <a:pt x="227385" y="411104"/>
                </a:cubicBezTo>
                <a:lnTo>
                  <a:pt x="234813" y="419169"/>
                </a:lnTo>
                <a:cubicBezTo>
                  <a:pt x="254218" y="421486"/>
                  <a:pt x="274273" y="422691"/>
                  <a:pt x="294607" y="422691"/>
                </a:cubicBezTo>
                <a:lnTo>
                  <a:pt x="311784" y="422691"/>
                </a:lnTo>
                <a:cubicBezTo>
                  <a:pt x="332025" y="422691"/>
                  <a:pt x="352080" y="421486"/>
                  <a:pt x="371485" y="419169"/>
                </a:cubicBezTo>
                <a:lnTo>
                  <a:pt x="378913" y="411104"/>
                </a:lnTo>
                <a:cubicBezTo>
                  <a:pt x="380491" y="409436"/>
                  <a:pt x="382070" y="407767"/>
                  <a:pt x="383463" y="406284"/>
                </a:cubicBezTo>
                <a:cubicBezTo>
                  <a:pt x="398318" y="390340"/>
                  <a:pt x="406489" y="381534"/>
                  <a:pt x="422273" y="356321"/>
                </a:cubicBezTo>
                <a:cubicBezTo>
                  <a:pt x="434343" y="337040"/>
                  <a:pt x="444371" y="318965"/>
                  <a:pt x="452913" y="301260"/>
                </a:cubicBezTo>
                <a:cubicBezTo>
                  <a:pt x="441028" y="272432"/>
                  <a:pt x="426544" y="244438"/>
                  <a:pt x="409831" y="218020"/>
                </a:cubicBezTo>
                <a:cubicBezTo>
                  <a:pt x="397668" y="198739"/>
                  <a:pt x="384391" y="180200"/>
                  <a:pt x="370185" y="162866"/>
                </a:cubicBezTo>
                <a:cubicBezTo>
                  <a:pt x="350502" y="160595"/>
                  <a:pt x="326825" y="159459"/>
                  <a:pt x="303149" y="159459"/>
                </a:cubicBezTo>
                <a:close/>
                <a:moveTo>
                  <a:pt x="303149" y="95754"/>
                </a:moveTo>
                <a:cubicBezTo>
                  <a:pt x="291729" y="104931"/>
                  <a:pt x="280494" y="115035"/>
                  <a:pt x="269631" y="125788"/>
                </a:cubicBezTo>
                <a:cubicBezTo>
                  <a:pt x="288758" y="124861"/>
                  <a:pt x="317540" y="124861"/>
                  <a:pt x="336667" y="125788"/>
                </a:cubicBezTo>
                <a:cubicBezTo>
                  <a:pt x="325897" y="115035"/>
                  <a:pt x="314662" y="104931"/>
                  <a:pt x="303149" y="95754"/>
                </a:cubicBezTo>
                <a:close/>
                <a:moveTo>
                  <a:pt x="413453" y="34112"/>
                </a:moveTo>
                <a:cubicBezTo>
                  <a:pt x="388941" y="34112"/>
                  <a:pt x="359693" y="46162"/>
                  <a:pt x="326454" y="70078"/>
                </a:cubicBezTo>
                <a:cubicBezTo>
                  <a:pt x="347530" y="87226"/>
                  <a:pt x="368235" y="107619"/>
                  <a:pt x="388012" y="130608"/>
                </a:cubicBezTo>
                <a:cubicBezTo>
                  <a:pt x="425801" y="136077"/>
                  <a:pt x="460155" y="145346"/>
                  <a:pt x="490424" y="158138"/>
                </a:cubicBezTo>
                <a:lnTo>
                  <a:pt x="490424" y="156933"/>
                </a:lnTo>
                <a:cubicBezTo>
                  <a:pt x="493023" y="105117"/>
                  <a:pt x="478632" y="61179"/>
                  <a:pt x="453841" y="45143"/>
                </a:cubicBezTo>
                <a:cubicBezTo>
                  <a:pt x="442607" y="37820"/>
                  <a:pt x="428958" y="34112"/>
                  <a:pt x="413453" y="34112"/>
                </a:cubicBezTo>
                <a:close/>
                <a:moveTo>
                  <a:pt x="192845" y="34112"/>
                </a:moveTo>
                <a:cubicBezTo>
                  <a:pt x="177340" y="34112"/>
                  <a:pt x="163784" y="37820"/>
                  <a:pt x="152549" y="45143"/>
                </a:cubicBezTo>
                <a:cubicBezTo>
                  <a:pt x="127759" y="61179"/>
                  <a:pt x="113368" y="105117"/>
                  <a:pt x="115874" y="156933"/>
                </a:cubicBezTo>
                <a:lnTo>
                  <a:pt x="115967" y="158138"/>
                </a:lnTo>
                <a:cubicBezTo>
                  <a:pt x="146143" y="145346"/>
                  <a:pt x="180497" y="136077"/>
                  <a:pt x="218286" y="130608"/>
                </a:cubicBezTo>
                <a:cubicBezTo>
                  <a:pt x="238062" y="107619"/>
                  <a:pt x="258768" y="87226"/>
                  <a:pt x="279937" y="70078"/>
                </a:cubicBezTo>
                <a:cubicBezTo>
                  <a:pt x="246697" y="46162"/>
                  <a:pt x="217450" y="34112"/>
                  <a:pt x="192845" y="34112"/>
                </a:cubicBezTo>
                <a:close/>
                <a:moveTo>
                  <a:pt x="192845" y="0"/>
                </a:moveTo>
                <a:cubicBezTo>
                  <a:pt x="225342" y="0"/>
                  <a:pt x="262482" y="14924"/>
                  <a:pt x="303149" y="44494"/>
                </a:cubicBezTo>
                <a:cubicBezTo>
                  <a:pt x="343816" y="14924"/>
                  <a:pt x="380956" y="0"/>
                  <a:pt x="413453" y="0"/>
                </a:cubicBezTo>
                <a:cubicBezTo>
                  <a:pt x="435643" y="0"/>
                  <a:pt x="455513" y="5562"/>
                  <a:pt x="472411" y="16500"/>
                </a:cubicBezTo>
                <a:cubicBezTo>
                  <a:pt x="491445" y="28828"/>
                  <a:pt x="506208" y="50148"/>
                  <a:pt x="515214" y="78050"/>
                </a:cubicBezTo>
                <a:cubicBezTo>
                  <a:pt x="523756" y="104468"/>
                  <a:pt x="526820" y="135613"/>
                  <a:pt x="524127" y="167964"/>
                </a:cubicBezTo>
                <a:lnTo>
                  <a:pt x="524127" y="174824"/>
                </a:lnTo>
                <a:cubicBezTo>
                  <a:pt x="577144" y="205506"/>
                  <a:pt x="606298" y="246662"/>
                  <a:pt x="606298" y="290971"/>
                </a:cubicBezTo>
                <a:cubicBezTo>
                  <a:pt x="606298" y="337597"/>
                  <a:pt x="574451" y="380236"/>
                  <a:pt x="516607" y="411382"/>
                </a:cubicBezTo>
                <a:cubicBezTo>
                  <a:pt x="516700" y="412216"/>
                  <a:pt x="516792" y="412958"/>
                  <a:pt x="516792" y="413792"/>
                </a:cubicBezTo>
                <a:cubicBezTo>
                  <a:pt x="521528" y="479513"/>
                  <a:pt x="503051" y="529105"/>
                  <a:pt x="464519" y="553299"/>
                </a:cubicBezTo>
                <a:cubicBezTo>
                  <a:pt x="448363" y="563495"/>
                  <a:pt x="429701" y="568686"/>
                  <a:pt x="408903" y="568686"/>
                </a:cubicBezTo>
                <a:cubicBezTo>
                  <a:pt x="376870" y="568686"/>
                  <a:pt x="340381" y="556172"/>
                  <a:pt x="303149" y="532628"/>
                </a:cubicBezTo>
                <a:cubicBezTo>
                  <a:pt x="266010" y="556172"/>
                  <a:pt x="229428" y="568686"/>
                  <a:pt x="197395" y="568686"/>
                </a:cubicBezTo>
                <a:cubicBezTo>
                  <a:pt x="176690" y="568686"/>
                  <a:pt x="157935" y="563495"/>
                  <a:pt x="141779" y="553299"/>
                </a:cubicBezTo>
                <a:cubicBezTo>
                  <a:pt x="103340" y="529105"/>
                  <a:pt x="84770" y="479513"/>
                  <a:pt x="89506" y="413700"/>
                </a:cubicBezTo>
                <a:cubicBezTo>
                  <a:pt x="89598" y="412958"/>
                  <a:pt x="89691" y="412124"/>
                  <a:pt x="89784" y="411382"/>
                </a:cubicBezTo>
                <a:cubicBezTo>
                  <a:pt x="31847" y="380236"/>
                  <a:pt x="0" y="337597"/>
                  <a:pt x="0" y="290971"/>
                </a:cubicBezTo>
                <a:cubicBezTo>
                  <a:pt x="0" y="246662"/>
                  <a:pt x="29154" y="205506"/>
                  <a:pt x="82171" y="174824"/>
                </a:cubicBezTo>
                <a:lnTo>
                  <a:pt x="82171" y="167964"/>
                </a:lnTo>
                <a:cubicBezTo>
                  <a:pt x="79478" y="135613"/>
                  <a:pt x="82542" y="104468"/>
                  <a:pt x="91084" y="78050"/>
                </a:cubicBezTo>
                <a:cubicBezTo>
                  <a:pt x="100090" y="50148"/>
                  <a:pt x="114946" y="28828"/>
                  <a:pt x="133887" y="16500"/>
                </a:cubicBezTo>
                <a:cubicBezTo>
                  <a:pt x="150785" y="5562"/>
                  <a:pt x="170655" y="0"/>
                  <a:pt x="19284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cs typeface="+mn-ea"/>
              <a:sym typeface="+mn-lt"/>
            </a:endParaRPr>
          </a:p>
        </p:txBody>
      </p:sp>
      <p:sp>
        <p:nvSpPr>
          <p:cNvPr id="48" name="椭圆 45">
            <a:extLst>
              <a:ext uri="{FF2B5EF4-FFF2-40B4-BE49-F238E27FC236}">
                <a16:creationId xmlns:a16="http://schemas.microsoft.com/office/drawing/2014/main" id="{AB4A0494-829C-FDD2-9F49-ADDD096D3236}"/>
              </a:ext>
            </a:extLst>
          </p:cNvPr>
          <p:cNvSpPr/>
          <p:nvPr/>
        </p:nvSpPr>
        <p:spPr>
          <a:xfrm>
            <a:off x="8551177" y="2313474"/>
            <a:ext cx="755387" cy="733741"/>
          </a:xfrm>
          <a:custGeom>
            <a:avLst/>
            <a:gdLst>
              <a:gd name="connsiteX0" fmla="*/ 357006 w 608274"/>
              <a:gd name="connsiteY0" fmla="*/ 315793 h 590844"/>
              <a:gd name="connsiteX1" fmla="*/ 344664 w 608274"/>
              <a:gd name="connsiteY1" fmla="*/ 351821 h 590844"/>
              <a:gd name="connsiteX2" fmla="*/ 552405 w 608274"/>
              <a:gd name="connsiteY2" fmla="*/ 559238 h 590844"/>
              <a:gd name="connsiteX3" fmla="*/ 554572 w 608274"/>
              <a:gd name="connsiteY3" fmla="*/ 560178 h 590844"/>
              <a:gd name="connsiteX4" fmla="*/ 554666 w 608274"/>
              <a:gd name="connsiteY4" fmla="*/ 560178 h 590844"/>
              <a:gd name="connsiteX5" fmla="*/ 556928 w 608274"/>
              <a:gd name="connsiteY5" fmla="*/ 559238 h 590844"/>
              <a:gd name="connsiteX6" fmla="*/ 576618 w 608274"/>
              <a:gd name="connsiteY6" fmla="*/ 539578 h 590844"/>
              <a:gd name="connsiteX7" fmla="*/ 577560 w 608274"/>
              <a:gd name="connsiteY7" fmla="*/ 537320 h 590844"/>
              <a:gd name="connsiteX8" fmla="*/ 576618 w 608274"/>
              <a:gd name="connsiteY8" fmla="*/ 535063 h 590844"/>
              <a:gd name="connsiteX9" fmla="*/ 347019 w 608274"/>
              <a:gd name="connsiteY9" fmla="*/ 272617 h 590844"/>
              <a:gd name="connsiteX10" fmla="*/ 361339 w 608274"/>
              <a:gd name="connsiteY10" fmla="*/ 276756 h 590844"/>
              <a:gd name="connsiteX11" fmla="*/ 370572 w 608274"/>
              <a:gd name="connsiteY11" fmla="*/ 285974 h 590844"/>
              <a:gd name="connsiteX12" fmla="*/ 598287 w 608274"/>
              <a:gd name="connsiteY12" fmla="*/ 513333 h 590844"/>
              <a:gd name="connsiteX13" fmla="*/ 608274 w 608274"/>
              <a:gd name="connsiteY13" fmla="*/ 537320 h 590844"/>
              <a:gd name="connsiteX14" fmla="*/ 598287 w 608274"/>
              <a:gd name="connsiteY14" fmla="*/ 561213 h 590844"/>
              <a:gd name="connsiteX15" fmla="*/ 578691 w 608274"/>
              <a:gd name="connsiteY15" fmla="*/ 580873 h 590844"/>
              <a:gd name="connsiteX16" fmla="*/ 554666 w 608274"/>
              <a:gd name="connsiteY16" fmla="*/ 590844 h 590844"/>
              <a:gd name="connsiteX17" fmla="*/ 554572 w 608274"/>
              <a:gd name="connsiteY17" fmla="*/ 590844 h 590844"/>
              <a:gd name="connsiteX18" fmla="*/ 530736 w 608274"/>
              <a:gd name="connsiteY18" fmla="*/ 580873 h 590844"/>
              <a:gd name="connsiteX19" fmla="*/ 316211 w 608274"/>
              <a:gd name="connsiteY19" fmla="*/ 366683 h 590844"/>
              <a:gd name="connsiteX20" fmla="*/ 312442 w 608274"/>
              <a:gd name="connsiteY20" fmla="*/ 350880 h 590844"/>
              <a:gd name="connsiteX21" fmla="*/ 327328 w 608274"/>
              <a:gd name="connsiteY21" fmla="*/ 307610 h 590844"/>
              <a:gd name="connsiteX22" fmla="*/ 335902 w 608274"/>
              <a:gd name="connsiteY22" fmla="*/ 282588 h 590844"/>
              <a:gd name="connsiteX23" fmla="*/ 347019 w 608274"/>
              <a:gd name="connsiteY23" fmla="*/ 272617 h 590844"/>
              <a:gd name="connsiteX24" fmla="*/ 74870 w 608274"/>
              <a:gd name="connsiteY24" fmla="*/ 82350 h 590844"/>
              <a:gd name="connsiteX25" fmla="*/ 426850 w 608274"/>
              <a:gd name="connsiteY25" fmla="*/ 82350 h 590844"/>
              <a:gd name="connsiteX26" fmla="*/ 426850 w 608274"/>
              <a:gd name="connsiteY26" fmla="*/ 306027 h 590844"/>
              <a:gd name="connsiteX27" fmla="*/ 379461 w 608274"/>
              <a:gd name="connsiteY27" fmla="*/ 258714 h 590844"/>
              <a:gd name="connsiteX28" fmla="*/ 341210 w 608274"/>
              <a:gd name="connsiteY28" fmla="*/ 247709 h 590844"/>
              <a:gd name="connsiteX29" fmla="*/ 315867 w 608274"/>
              <a:gd name="connsiteY29" fmla="*/ 265957 h 590844"/>
              <a:gd name="connsiteX30" fmla="*/ 204507 w 608274"/>
              <a:gd name="connsiteY30" fmla="*/ 235763 h 590844"/>
              <a:gd name="connsiteX31" fmla="*/ 195274 w 608274"/>
              <a:gd name="connsiteY31" fmla="*/ 230590 h 590844"/>
              <a:gd name="connsiteX32" fmla="*/ 213740 w 608274"/>
              <a:gd name="connsiteY32" fmla="*/ 231154 h 590844"/>
              <a:gd name="connsiteX33" fmla="*/ 225517 w 608274"/>
              <a:gd name="connsiteY33" fmla="*/ 231719 h 590844"/>
              <a:gd name="connsiteX34" fmla="*/ 248599 w 608274"/>
              <a:gd name="connsiteY34" fmla="*/ 232377 h 590844"/>
              <a:gd name="connsiteX35" fmla="*/ 322085 w 608274"/>
              <a:gd name="connsiteY35" fmla="*/ 227674 h 590844"/>
              <a:gd name="connsiteX36" fmla="*/ 361749 w 608274"/>
              <a:gd name="connsiteY36" fmla="*/ 186852 h 590844"/>
              <a:gd name="connsiteX37" fmla="*/ 323216 w 608274"/>
              <a:gd name="connsiteY37" fmla="*/ 133049 h 590844"/>
              <a:gd name="connsiteX38" fmla="*/ 205167 w 608274"/>
              <a:gd name="connsiteY38" fmla="*/ 122514 h 590844"/>
              <a:gd name="connsiteX39" fmla="*/ 158248 w 608274"/>
              <a:gd name="connsiteY39" fmla="*/ 124395 h 590844"/>
              <a:gd name="connsiteX40" fmla="*/ 157683 w 608274"/>
              <a:gd name="connsiteY40" fmla="*/ 124395 h 590844"/>
              <a:gd name="connsiteX41" fmla="*/ 137239 w 608274"/>
              <a:gd name="connsiteY41" fmla="*/ 144336 h 590844"/>
              <a:gd name="connsiteX42" fmla="*/ 157212 w 608274"/>
              <a:gd name="connsiteY42" fmla="*/ 165312 h 590844"/>
              <a:gd name="connsiteX43" fmla="*/ 208087 w 608274"/>
              <a:gd name="connsiteY43" fmla="*/ 163336 h 590844"/>
              <a:gd name="connsiteX44" fmla="*/ 306634 w 608274"/>
              <a:gd name="connsiteY44" fmla="*/ 170485 h 590844"/>
              <a:gd name="connsiteX45" fmla="*/ 321049 w 608274"/>
              <a:gd name="connsiteY45" fmla="*/ 183465 h 590844"/>
              <a:gd name="connsiteX46" fmla="*/ 311251 w 608274"/>
              <a:gd name="connsiteY46" fmla="*/ 188263 h 590844"/>
              <a:gd name="connsiteX47" fmla="*/ 250200 w 608274"/>
              <a:gd name="connsiteY47" fmla="*/ 191461 h 590844"/>
              <a:gd name="connsiteX48" fmla="*/ 225517 w 608274"/>
              <a:gd name="connsiteY48" fmla="*/ 190896 h 590844"/>
              <a:gd name="connsiteX49" fmla="*/ 216755 w 608274"/>
              <a:gd name="connsiteY49" fmla="*/ 190426 h 590844"/>
              <a:gd name="connsiteX50" fmla="*/ 156929 w 608274"/>
              <a:gd name="connsiteY50" fmla="*/ 206040 h 590844"/>
              <a:gd name="connsiteX51" fmla="*/ 150335 w 608274"/>
              <a:gd name="connsiteY51" fmla="*/ 236516 h 590844"/>
              <a:gd name="connsiteX52" fmla="*/ 187078 w 608274"/>
              <a:gd name="connsiteY52" fmla="*/ 272823 h 590844"/>
              <a:gd name="connsiteX53" fmla="*/ 300887 w 608274"/>
              <a:gd name="connsiteY53" fmla="*/ 305839 h 590844"/>
              <a:gd name="connsiteX54" fmla="*/ 291277 w 608274"/>
              <a:gd name="connsiteY54" fmla="*/ 334057 h 590844"/>
              <a:gd name="connsiteX55" fmla="*/ 74870 w 608274"/>
              <a:gd name="connsiteY55" fmla="*/ 334057 h 590844"/>
              <a:gd name="connsiteX56" fmla="*/ 41731 w 608274"/>
              <a:gd name="connsiteY56" fmla="*/ 0 h 590844"/>
              <a:gd name="connsiteX57" fmla="*/ 459894 w 608274"/>
              <a:gd name="connsiteY57" fmla="*/ 0 h 590844"/>
              <a:gd name="connsiteX58" fmla="*/ 501720 w 608274"/>
              <a:gd name="connsiteY58" fmla="*/ 41669 h 590844"/>
              <a:gd name="connsiteX59" fmla="*/ 501720 w 608274"/>
              <a:gd name="connsiteY59" fmla="*/ 374737 h 590844"/>
              <a:gd name="connsiteX60" fmla="*/ 501155 w 608274"/>
              <a:gd name="connsiteY60" fmla="*/ 380193 h 590844"/>
              <a:gd name="connsiteX61" fmla="*/ 457539 w 608274"/>
              <a:gd name="connsiteY61" fmla="*/ 336643 h 590844"/>
              <a:gd name="connsiteX62" fmla="*/ 457539 w 608274"/>
              <a:gd name="connsiteY62" fmla="*/ 66971 h 590844"/>
              <a:gd name="connsiteX63" fmla="*/ 442184 w 608274"/>
              <a:gd name="connsiteY63" fmla="*/ 51639 h 590844"/>
              <a:gd name="connsiteX64" fmla="*/ 59536 w 608274"/>
              <a:gd name="connsiteY64" fmla="*/ 51639 h 590844"/>
              <a:gd name="connsiteX65" fmla="*/ 44181 w 608274"/>
              <a:gd name="connsiteY65" fmla="*/ 66971 h 590844"/>
              <a:gd name="connsiteX66" fmla="*/ 44181 w 608274"/>
              <a:gd name="connsiteY66" fmla="*/ 349341 h 590844"/>
              <a:gd name="connsiteX67" fmla="*/ 59536 w 608274"/>
              <a:gd name="connsiteY67" fmla="*/ 364673 h 590844"/>
              <a:gd name="connsiteX68" fmla="*/ 287128 w 608274"/>
              <a:gd name="connsiteY68" fmla="*/ 364673 h 590844"/>
              <a:gd name="connsiteX69" fmla="*/ 298055 w 608274"/>
              <a:gd name="connsiteY69" fmla="*/ 384708 h 590844"/>
              <a:gd name="connsiteX70" fmla="*/ 329801 w 608274"/>
              <a:gd name="connsiteY70" fmla="*/ 416406 h 590844"/>
              <a:gd name="connsiteX71" fmla="*/ 41731 w 608274"/>
              <a:gd name="connsiteY71" fmla="*/ 416406 h 590844"/>
              <a:gd name="connsiteX72" fmla="*/ 0 w 608274"/>
              <a:gd name="connsiteY72" fmla="*/ 374737 h 590844"/>
              <a:gd name="connsiteX73" fmla="*/ 0 w 608274"/>
              <a:gd name="connsiteY73" fmla="*/ 41669 h 590844"/>
              <a:gd name="connsiteX74" fmla="*/ 41731 w 608274"/>
              <a:gd name="connsiteY74" fmla="*/ 0 h 590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608274" h="590844">
                <a:moveTo>
                  <a:pt x="357006" y="315793"/>
                </a:moveTo>
                <a:lnTo>
                  <a:pt x="344664" y="351821"/>
                </a:lnTo>
                <a:lnTo>
                  <a:pt x="552405" y="559238"/>
                </a:lnTo>
                <a:cubicBezTo>
                  <a:pt x="552971" y="559802"/>
                  <a:pt x="553818" y="560178"/>
                  <a:pt x="554572" y="560178"/>
                </a:cubicBezTo>
                <a:lnTo>
                  <a:pt x="554666" y="560178"/>
                </a:lnTo>
                <a:cubicBezTo>
                  <a:pt x="555514" y="560178"/>
                  <a:pt x="556362" y="559802"/>
                  <a:pt x="556928" y="559238"/>
                </a:cubicBezTo>
                <a:lnTo>
                  <a:pt x="576618" y="539578"/>
                </a:lnTo>
                <a:cubicBezTo>
                  <a:pt x="577372" y="538825"/>
                  <a:pt x="577560" y="537885"/>
                  <a:pt x="577560" y="537320"/>
                </a:cubicBezTo>
                <a:cubicBezTo>
                  <a:pt x="577560" y="536756"/>
                  <a:pt x="577372" y="535815"/>
                  <a:pt x="576618" y="535063"/>
                </a:cubicBezTo>
                <a:close/>
                <a:moveTo>
                  <a:pt x="347019" y="272617"/>
                </a:moveTo>
                <a:cubicBezTo>
                  <a:pt x="352106" y="271394"/>
                  <a:pt x="357571" y="272993"/>
                  <a:pt x="361339" y="276756"/>
                </a:cubicBezTo>
                <a:lnTo>
                  <a:pt x="370572" y="285974"/>
                </a:lnTo>
                <a:lnTo>
                  <a:pt x="598287" y="513333"/>
                </a:lnTo>
                <a:cubicBezTo>
                  <a:pt x="604694" y="519730"/>
                  <a:pt x="608274" y="528290"/>
                  <a:pt x="608274" y="537320"/>
                </a:cubicBezTo>
                <a:cubicBezTo>
                  <a:pt x="608274" y="546351"/>
                  <a:pt x="604694" y="554817"/>
                  <a:pt x="598287" y="561213"/>
                </a:cubicBezTo>
                <a:lnTo>
                  <a:pt x="578691" y="580873"/>
                </a:lnTo>
                <a:cubicBezTo>
                  <a:pt x="572284" y="587269"/>
                  <a:pt x="563805" y="590844"/>
                  <a:pt x="554666" y="590844"/>
                </a:cubicBezTo>
                <a:lnTo>
                  <a:pt x="554572" y="590844"/>
                </a:lnTo>
                <a:cubicBezTo>
                  <a:pt x="545622" y="590844"/>
                  <a:pt x="537143" y="587269"/>
                  <a:pt x="530736" y="580873"/>
                </a:cubicBezTo>
                <a:lnTo>
                  <a:pt x="316211" y="366683"/>
                </a:lnTo>
                <a:cubicBezTo>
                  <a:pt x="312066" y="362544"/>
                  <a:pt x="310558" y="356430"/>
                  <a:pt x="312442" y="350880"/>
                </a:cubicBezTo>
                <a:lnTo>
                  <a:pt x="327328" y="307610"/>
                </a:lnTo>
                <a:lnTo>
                  <a:pt x="335902" y="282588"/>
                </a:lnTo>
                <a:cubicBezTo>
                  <a:pt x="337598" y="277602"/>
                  <a:pt x="341837" y="273840"/>
                  <a:pt x="347019" y="272617"/>
                </a:cubicBezTo>
                <a:close/>
                <a:moveTo>
                  <a:pt x="74870" y="82350"/>
                </a:moveTo>
                <a:lnTo>
                  <a:pt x="426850" y="82350"/>
                </a:lnTo>
                <a:lnTo>
                  <a:pt x="426850" y="306027"/>
                </a:lnTo>
                <a:lnTo>
                  <a:pt x="379461" y="258714"/>
                </a:lnTo>
                <a:cubicBezTo>
                  <a:pt x="369474" y="248650"/>
                  <a:pt x="354966" y="244511"/>
                  <a:pt x="341210" y="247709"/>
                </a:cubicBezTo>
                <a:cubicBezTo>
                  <a:pt x="330564" y="250249"/>
                  <a:pt x="321520" y="256927"/>
                  <a:pt x="315867" y="265957"/>
                </a:cubicBezTo>
                <a:cubicBezTo>
                  <a:pt x="275073" y="263229"/>
                  <a:pt x="245113" y="254764"/>
                  <a:pt x="204507" y="235763"/>
                </a:cubicBezTo>
                <a:cubicBezTo>
                  <a:pt x="200550" y="233882"/>
                  <a:pt x="197535" y="232095"/>
                  <a:pt x="195274" y="230590"/>
                </a:cubicBezTo>
                <a:cubicBezTo>
                  <a:pt x="201398" y="230308"/>
                  <a:pt x="209500" y="230872"/>
                  <a:pt x="213740" y="231154"/>
                </a:cubicBezTo>
                <a:cubicBezTo>
                  <a:pt x="218262" y="231531"/>
                  <a:pt x="222313" y="231719"/>
                  <a:pt x="225517" y="231719"/>
                </a:cubicBezTo>
                <a:cubicBezTo>
                  <a:pt x="232959" y="231719"/>
                  <a:pt x="240779" y="232095"/>
                  <a:pt x="248599" y="232377"/>
                </a:cubicBezTo>
                <a:cubicBezTo>
                  <a:pt x="272812" y="233318"/>
                  <a:pt x="297966" y="234258"/>
                  <a:pt x="322085" y="227674"/>
                </a:cubicBezTo>
                <a:cubicBezTo>
                  <a:pt x="355813" y="218456"/>
                  <a:pt x="361089" y="196070"/>
                  <a:pt x="361749" y="186852"/>
                </a:cubicBezTo>
                <a:cubicBezTo>
                  <a:pt x="363351" y="165594"/>
                  <a:pt x="347900" y="143960"/>
                  <a:pt x="323216" y="133049"/>
                </a:cubicBezTo>
                <a:cubicBezTo>
                  <a:pt x="286190" y="116776"/>
                  <a:pt x="245019" y="119692"/>
                  <a:pt x="205167" y="122514"/>
                </a:cubicBezTo>
                <a:cubicBezTo>
                  <a:pt x="188585" y="123737"/>
                  <a:pt x="172851" y="124866"/>
                  <a:pt x="158248" y="124395"/>
                </a:cubicBezTo>
                <a:lnTo>
                  <a:pt x="157683" y="124395"/>
                </a:lnTo>
                <a:cubicBezTo>
                  <a:pt x="146660" y="124395"/>
                  <a:pt x="137522" y="133237"/>
                  <a:pt x="137239" y="144336"/>
                </a:cubicBezTo>
                <a:cubicBezTo>
                  <a:pt x="136956" y="155623"/>
                  <a:pt x="145907" y="165030"/>
                  <a:pt x="157212" y="165312"/>
                </a:cubicBezTo>
                <a:cubicBezTo>
                  <a:pt x="173699" y="165688"/>
                  <a:pt x="191223" y="164465"/>
                  <a:pt x="208087" y="163336"/>
                </a:cubicBezTo>
                <a:cubicBezTo>
                  <a:pt x="242946" y="160891"/>
                  <a:pt x="278935" y="158257"/>
                  <a:pt x="306634" y="170485"/>
                </a:cubicBezTo>
                <a:cubicBezTo>
                  <a:pt x="316809" y="174906"/>
                  <a:pt x="320955" y="181866"/>
                  <a:pt x="321049" y="183465"/>
                </a:cubicBezTo>
                <a:cubicBezTo>
                  <a:pt x="320672" y="184124"/>
                  <a:pt x="318034" y="186381"/>
                  <a:pt x="311251" y="188263"/>
                </a:cubicBezTo>
                <a:cubicBezTo>
                  <a:pt x="293256" y="193248"/>
                  <a:pt x="271398" y="192307"/>
                  <a:pt x="250200" y="191461"/>
                </a:cubicBezTo>
                <a:cubicBezTo>
                  <a:pt x="241815" y="191178"/>
                  <a:pt x="233525" y="190896"/>
                  <a:pt x="225517" y="190896"/>
                </a:cubicBezTo>
                <a:cubicBezTo>
                  <a:pt x="223067" y="190896"/>
                  <a:pt x="220052" y="190614"/>
                  <a:pt x="216755" y="190426"/>
                </a:cubicBezTo>
                <a:cubicBezTo>
                  <a:pt x="198477" y="189015"/>
                  <a:pt x="170873" y="187134"/>
                  <a:pt x="156929" y="206040"/>
                </a:cubicBezTo>
                <a:cubicBezTo>
                  <a:pt x="150052" y="215258"/>
                  <a:pt x="147697" y="226075"/>
                  <a:pt x="150335" y="236516"/>
                </a:cubicBezTo>
                <a:cubicBezTo>
                  <a:pt x="154857" y="254387"/>
                  <a:pt x="172851" y="266145"/>
                  <a:pt x="187078" y="272823"/>
                </a:cubicBezTo>
                <a:cubicBezTo>
                  <a:pt x="228437" y="292200"/>
                  <a:pt x="260752" y="301888"/>
                  <a:pt x="300887" y="305839"/>
                </a:cubicBezTo>
                <a:lnTo>
                  <a:pt x="291277" y="334057"/>
                </a:lnTo>
                <a:lnTo>
                  <a:pt x="74870" y="334057"/>
                </a:lnTo>
                <a:close/>
                <a:moveTo>
                  <a:pt x="41731" y="0"/>
                </a:moveTo>
                <a:lnTo>
                  <a:pt x="459894" y="0"/>
                </a:lnTo>
                <a:cubicBezTo>
                  <a:pt x="482974" y="0"/>
                  <a:pt x="501720" y="18624"/>
                  <a:pt x="501720" y="41669"/>
                </a:cubicBezTo>
                <a:lnTo>
                  <a:pt x="501720" y="374737"/>
                </a:lnTo>
                <a:cubicBezTo>
                  <a:pt x="501720" y="376618"/>
                  <a:pt x="501343" y="378311"/>
                  <a:pt x="501155" y="380193"/>
                </a:cubicBezTo>
                <a:lnTo>
                  <a:pt x="457539" y="336643"/>
                </a:lnTo>
                <a:lnTo>
                  <a:pt x="457539" y="66971"/>
                </a:lnTo>
                <a:cubicBezTo>
                  <a:pt x="457539" y="58506"/>
                  <a:pt x="450663" y="51639"/>
                  <a:pt x="442184" y="51639"/>
                </a:cubicBezTo>
                <a:lnTo>
                  <a:pt x="59536" y="51639"/>
                </a:lnTo>
                <a:cubicBezTo>
                  <a:pt x="51057" y="51639"/>
                  <a:pt x="44181" y="58506"/>
                  <a:pt x="44181" y="66971"/>
                </a:cubicBezTo>
                <a:lnTo>
                  <a:pt x="44181" y="349341"/>
                </a:lnTo>
                <a:cubicBezTo>
                  <a:pt x="44181" y="357806"/>
                  <a:pt x="51057" y="364673"/>
                  <a:pt x="59536" y="364673"/>
                </a:cubicBezTo>
                <a:lnTo>
                  <a:pt x="287128" y="364673"/>
                </a:lnTo>
                <a:cubicBezTo>
                  <a:pt x="288729" y="372198"/>
                  <a:pt x="292497" y="379158"/>
                  <a:pt x="298055" y="384708"/>
                </a:cubicBezTo>
                <a:lnTo>
                  <a:pt x="329801" y="416406"/>
                </a:lnTo>
                <a:lnTo>
                  <a:pt x="41731" y="416406"/>
                </a:lnTo>
                <a:cubicBezTo>
                  <a:pt x="18746" y="416406"/>
                  <a:pt x="0" y="397688"/>
                  <a:pt x="0" y="374737"/>
                </a:cubicBezTo>
                <a:lnTo>
                  <a:pt x="0" y="41669"/>
                </a:lnTo>
                <a:cubicBezTo>
                  <a:pt x="0" y="18624"/>
                  <a:pt x="18746" y="0"/>
                  <a:pt x="4173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cs typeface="+mn-ea"/>
              <a:sym typeface="+mn-lt"/>
            </a:endParaRPr>
          </a:p>
        </p:txBody>
      </p:sp>
      <p:sp>
        <p:nvSpPr>
          <p:cNvPr id="20" name="任意多边形 47">
            <a:extLst>
              <a:ext uri="{FF2B5EF4-FFF2-40B4-BE49-F238E27FC236}">
                <a16:creationId xmlns:a16="http://schemas.microsoft.com/office/drawing/2014/main" id="{C1A6EF0A-BF34-998A-759F-1DEF1636CF35}"/>
              </a:ext>
            </a:extLst>
          </p:cNvPr>
          <p:cNvSpPr/>
          <p:nvPr/>
        </p:nvSpPr>
        <p:spPr>
          <a:xfrm rot="18900000" flipV="1">
            <a:off x="99493" y="160716"/>
            <a:ext cx="1257992" cy="771874"/>
          </a:xfrm>
          <a:custGeom>
            <a:avLst/>
            <a:gdLst>
              <a:gd name="connsiteX0" fmla="*/ 0 w 1667713"/>
              <a:gd name="connsiteY0" fmla="*/ 456881 h 1023269"/>
              <a:gd name="connsiteX1" fmla="*/ 412332 w 1667713"/>
              <a:gd name="connsiteY1" fmla="*/ 44549 h 1023269"/>
              <a:gd name="connsiteX2" fmla="*/ 412333 w 1667713"/>
              <a:gd name="connsiteY2" fmla="*/ 44549 h 1023269"/>
              <a:gd name="connsiteX3" fmla="*/ 456882 w 1667713"/>
              <a:gd name="connsiteY3" fmla="*/ 0 h 1023269"/>
              <a:gd name="connsiteX4" fmla="*/ 1514743 w 1667713"/>
              <a:gd name="connsiteY4" fmla="*/ 0 h 1023269"/>
              <a:gd name="connsiteX5" fmla="*/ 1667713 w 1667713"/>
              <a:gd name="connsiteY5" fmla="*/ 152970 h 1023269"/>
              <a:gd name="connsiteX6" fmla="*/ 1667713 w 1667713"/>
              <a:gd name="connsiteY6" fmla="*/ 704806 h 1023269"/>
              <a:gd name="connsiteX7" fmla="*/ 1349251 w 1667713"/>
              <a:gd name="connsiteY7" fmla="*/ 1023269 h 1023269"/>
              <a:gd name="connsiteX8" fmla="*/ 1349251 w 1667713"/>
              <a:gd name="connsiteY8" fmla="*/ 318462 h 1023269"/>
              <a:gd name="connsiteX9" fmla="*/ 138420 w 1667713"/>
              <a:gd name="connsiteY9" fmla="*/ 318462 h 1023269"/>
              <a:gd name="connsiteX10" fmla="*/ 1 w 1667713"/>
              <a:gd name="connsiteY10" fmla="*/ 456881 h 10232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7713" h="1023269">
                <a:moveTo>
                  <a:pt x="0" y="456881"/>
                </a:moveTo>
                <a:lnTo>
                  <a:pt x="412332" y="44549"/>
                </a:lnTo>
                <a:lnTo>
                  <a:pt x="412333" y="44549"/>
                </a:lnTo>
                <a:lnTo>
                  <a:pt x="456882" y="0"/>
                </a:lnTo>
                <a:lnTo>
                  <a:pt x="1514743" y="0"/>
                </a:lnTo>
                <a:cubicBezTo>
                  <a:pt x="1599226" y="1"/>
                  <a:pt x="1667713" y="68487"/>
                  <a:pt x="1667713" y="152970"/>
                </a:cubicBezTo>
                <a:lnTo>
                  <a:pt x="1667713" y="704806"/>
                </a:lnTo>
                <a:lnTo>
                  <a:pt x="1349251" y="1023269"/>
                </a:lnTo>
                <a:lnTo>
                  <a:pt x="1349251" y="318462"/>
                </a:lnTo>
                <a:lnTo>
                  <a:pt x="138420" y="318462"/>
                </a:lnTo>
                <a:lnTo>
                  <a:pt x="1" y="456881"/>
                </a:lnTo>
                <a:close/>
              </a:path>
            </a:pathLst>
          </a:cu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1" name="任意多边形 48">
            <a:extLst>
              <a:ext uri="{FF2B5EF4-FFF2-40B4-BE49-F238E27FC236}">
                <a16:creationId xmlns:a16="http://schemas.microsoft.com/office/drawing/2014/main" id="{9C15E3F7-1CD4-6D22-B7B3-F64BD151A01B}"/>
              </a:ext>
            </a:extLst>
          </p:cNvPr>
          <p:cNvSpPr/>
          <p:nvPr/>
        </p:nvSpPr>
        <p:spPr>
          <a:xfrm rot="18900000" flipV="1">
            <a:off x="-102618" y="95709"/>
            <a:ext cx="926781" cy="721545"/>
          </a:xfrm>
          <a:custGeom>
            <a:avLst/>
            <a:gdLst>
              <a:gd name="connsiteX0" fmla="*/ 303771 w 1228628"/>
              <a:gd name="connsiteY0" fmla="*/ 32819 h 956548"/>
              <a:gd name="connsiteX1" fmla="*/ 303771 w 1228628"/>
              <a:gd name="connsiteY1" fmla="*/ 32820 h 956548"/>
              <a:gd name="connsiteX2" fmla="*/ 336591 w 1228628"/>
              <a:gd name="connsiteY2" fmla="*/ 0 h 956548"/>
              <a:gd name="connsiteX3" fmla="*/ 1115933 w 1228628"/>
              <a:gd name="connsiteY3" fmla="*/ 0 h 956548"/>
              <a:gd name="connsiteX4" fmla="*/ 1228628 w 1228628"/>
              <a:gd name="connsiteY4" fmla="*/ 112695 h 956548"/>
              <a:gd name="connsiteX5" fmla="*/ 1228628 w 1228628"/>
              <a:gd name="connsiteY5" fmla="*/ 721932 h 956548"/>
              <a:gd name="connsiteX6" fmla="*/ 994013 w 1228628"/>
              <a:gd name="connsiteY6" fmla="*/ 956548 h 956548"/>
              <a:gd name="connsiteX7" fmla="*/ 994013 w 1228628"/>
              <a:gd name="connsiteY7" fmla="*/ 234616 h 956548"/>
              <a:gd name="connsiteX8" fmla="*/ 101975 w 1228628"/>
              <a:gd name="connsiteY8" fmla="*/ 234616 h 956548"/>
              <a:gd name="connsiteX9" fmla="*/ 0 w 1228628"/>
              <a:gd name="connsiteY9" fmla="*/ 336591 h 9565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8628" h="956548">
                <a:moveTo>
                  <a:pt x="303771" y="32819"/>
                </a:moveTo>
                <a:lnTo>
                  <a:pt x="303771" y="32820"/>
                </a:lnTo>
                <a:lnTo>
                  <a:pt x="336591" y="0"/>
                </a:lnTo>
                <a:lnTo>
                  <a:pt x="1115933" y="0"/>
                </a:lnTo>
                <a:cubicBezTo>
                  <a:pt x="1178173" y="0"/>
                  <a:pt x="1228628" y="50456"/>
                  <a:pt x="1228628" y="112695"/>
                </a:cubicBezTo>
                <a:lnTo>
                  <a:pt x="1228628" y="721932"/>
                </a:lnTo>
                <a:lnTo>
                  <a:pt x="994013" y="956548"/>
                </a:lnTo>
                <a:lnTo>
                  <a:pt x="994013" y="234616"/>
                </a:lnTo>
                <a:lnTo>
                  <a:pt x="101975" y="234616"/>
                </a:lnTo>
                <a:lnTo>
                  <a:pt x="0" y="336591"/>
                </a:lnTo>
                <a:close/>
              </a:path>
            </a:pathLst>
          </a:custGeom>
          <a:solidFill>
            <a:schemeClr val="accent2">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pic>
        <p:nvPicPr>
          <p:cNvPr id="7" name="图片 6">
            <a:extLst>
              <a:ext uri="{FF2B5EF4-FFF2-40B4-BE49-F238E27FC236}">
                <a16:creationId xmlns:a16="http://schemas.microsoft.com/office/drawing/2014/main" id="{B105EF62-6C5E-1762-C6F2-29EC482E16B9}"/>
              </a:ext>
            </a:extLst>
          </p:cNvPr>
          <p:cNvPicPr>
            <a:picLocks noChangeAspect="1"/>
          </p:cNvPicPr>
          <p:nvPr/>
        </p:nvPicPr>
        <p:blipFill>
          <a:blip r:embed="rId3"/>
          <a:stretch>
            <a:fillRect/>
          </a:stretch>
        </p:blipFill>
        <p:spPr>
          <a:xfrm>
            <a:off x="6673622" y="3553862"/>
            <a:ext cx="3086100" cy="1238250"/>
          </a:xfrm>
          <a:prstGeom prst="rect">
            <a:avLst/>
          </a:prstGeom>
        </p:spPr>
      </p:pic>
      <p:pic>
        <p:nvPicPr>
          <p:cNvPr id="4" name="图片 3">
            <a:extLst>
              <a:ext uri="{FF2B5EF4-FFF2-40B4-BE49-F238E27FC236}">
                <a16:creationId xmlns:a16="http://schemas.microsoft.com/office/drawing/2014/main" id="{9893276C-F547-2705-6EBC-F9249D6D3EB6}"/>
              </a:ext>
            </a:extLst>
          </p:cNvPr>
          <p:cNvPicPr>
            <a:picLocks noChangeAspect="1"/>
          </p:cNvPicPr>
          <p:nvPr/>
        </p:nvPicPr>
        <p:blipFill>
          <a:blip r:embed="rId4"/>
          <a:stretch>
            <a:fillRect/>
          </a:stretch>
        </p:blipFill>
        <p:spPr>
          <a:xfrm>
            <a:off x="3314492" y="2172942"/>
            <a:ext cx="1666875" cy="4552950"/>
          </a:xfrm>
          <a:prstGeom prst="rect">
            <a:avLst/>
          </a:prstGeom>
        </p:spPr>
      </p:pic>
      <p:pic>
        <p:nvPicPr>
          <p:cNvPr id="8" name="图片 7">
            <a:extLst>
              <a:ext uri="{FF2B5EF4-FFF2-40B4-BE49-F238E27FC236}">
                <a16:creationId xmlns:a16="http://schemas.microsoft.com/office/drawing/2014/main" id="{86365897-D7F2-A86F-53FA-721E724C895C}"/>
              </a:ext>
            </a:extLst>
          </p:cNvPr>
          <p:cNvPicPr>
            <a:picLocks noChangeAspect="1"/>
          </p:cNvPicPr>
          <p:nvPr/>
        </p:nvPicPr>
        <p:blipFill>
          <a:blip r:embed="rId5"/>
          <a:stretch>
            <a:fillRect/>
          </a:stretch>
        </p:blipFill>
        <p:spPr>
          <a:xfrm>
            <a:off x="943544" y="1076088"/>
            <a:ext cx="11050343" cy="852013"/>
          </a:xfrm>
          <a:prstGeom prst="rect">
            <a:avLst/>
          </a:prstGeom>
        </p:spPr>
      </p:pic>
    </p:spTree>
    <p:extLst>
      <p:ext uri="{BB962C8B-B14F-4D97-AF65-F5344CB8AC3E}">
        <p14:creationId xmlns:p14="http://schemas.microsoft.com/office/powerpoint/2010/main" val="16447836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376FB6-C1CB-CCE3-5608-9BDB203AB083}"/>
            </a:ext>
          </a:extLst>
        </p:cNvPr>
        <p:cNvGrpSpPr/>
        <p:nvPr/>
      </p:nvGrpSpPr>
      <p:grpSpPr>
        <a:xfrm>
          <a:off x="0" y="0"/>
          <a:ext cx="0" cy="0"/>
          <a:chOff x="0" y="0"/>
          <a:chExt cx="0" cy="0"/>
        </a:xfrm>
      </p:grpSpPr>
      <p:sp>
        <p:nvSpPr>
          <p:cNvPr id="16" name="任意多边形 15">
            <a:extLst>
              <a:ext uri="{FF2B5EF4-FFF2-40B4-BE49-F238E27FC236}">
                <a16:creationId xmlns:a16="http://schemas.microsoft.com/office/drawing/2014/main" id="{BC9EBB62-8FC3-72C4-269D-595DC0CA8153}"/>
              </a:ext>
            </a:extLst>
          </p:cNvPr>
          <p:cNvSpPr/>
          <p:nvPr/>
        </p:nvSpPr>
        <p:spPr>
          <a:xfrm rot="2700000">
            <a:off x="5484939" y="2060669"/>
            <a:ext cx="1028637" cy="1033775"/>
          </a:xfrm>
          <a:custGeom>
            <a:avLst/>
            <a:gdLst>
              <a:gd name="connsiteX0" fmla="*/ 1163668 w 4706557"/>
              <a:gd name="connsiteY0" fmla="*/ 125724 h 4730065"/>
              <a:gd name="connsiteX1" fmla="*/ 1163670 w 4706557"/>
              <a:gd name="connsiteY1" fmla="*/ 125724 h 4730065"/>
              <a:gd name="connsiteX2" fmla="*/ 1289393 w 4706557"/>
              <a:gd name="connsiteY2" fmla="*/ 1 h 4730065"/>
              <a:gd name="connsiteX3" fmla="*/ 4274851 w 4706557"/>
              <a:gd name="connsiteY3" fmla="*/ 0 h 4730065"/>
              <a:gd name="connsiteX4" fmla="*/ 4706557 w 4706557"/>
              <a:gd name="connsiteY4" fmla="*/ 431706 h 4730065"/>
              <a:gd name="connsiteX5" fmla="*/ 4706557 w 4706557"/>
              <a:gd name="connsiteY5" fmla="*/ 3440672 h 4730065"/>
              <a:gd name="connsiteX6" fmla="*/ 3542888 w 4706557"/>
              <a:gd name="connsiteY6" fmla="*/ 4604342 h 4730065"/>
              <a:gd name="connsiteX7" fmla="*/ 3542888 w 4706557"/>
              <a:gd name="connsiteY7" fmla="*/ 4604340 h 4730065"/>
              <a:gd name="connsiteX8" fmla="*/ 3417163 w 4706557"/>
              <a:gd name="connsiteY8" fmla="*/ 4730065 h 4730065"/>
              <a:gd name="connsiteX9" fmla="*/ 3417163 w 4706557"/>
              <a:gd name="connsiteY9" fmla="*/ 1289392 h 4730065"/>
              <a:gd name="connsiteX10" fmla="*/ 0 w 4706557"/>
              <a:gd name="connsiteY10" fmla="*/ 1289392 h 4730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706557" h="4730065">
                <a:moveTo>
                  <a:pt x="1163668" y="125724"/>
                </a:moveTo>
                <a:lnTo>
                  <a:pt x="1163670" y="125724"/>
                </a:lnTo>
                <a:lnTo>
                  <a:pt x="1289393" y="1"/>
                </a:lnTo>
                <a:lnTo>
                  <a:pt x="4274851" y="0"/>
                </a:lnTo>
                <a:cubicBezTo>
                  <a:pt x="4513275" y="1"/>
                  <a:pt x="4706557" y="193282"/>
                  <a:pt x="4706557" y="431706"/>
                </a:cubicBezTo>
                <a:lnTo>
                  <a:pt x="4706557" y="3440672"/>
                </a:lnTo>
                <a:lnTo>
                  <a:pt x="3542888" y="4604342"/>
                </a:lnTo>
                <a:lnTo>
                  <a:pt x="3542888" y="4604340"/>
                </a:lnTo>
                <a:lnTo>
                  <a:pt x="3417163" y="4730065"/>
                </a:lnTo>
                <a:lnTo>
                  <a:pt x="3417163" y="1289392"/>
                </a:lnTo>
                <a:lnTo>
                  <a:pt x="0" y="1289392"/>
                </a:lnTo>
                <a:close/>
              </a:path>
            </a:pathLst>
          </a:custGeom>
          <a:solidFill>
            <a:schemeClr val="bg1">
              <a:lumMod val="95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0" name="任意多边形 19">
            <a:extLst>
              <a:ext uri="{FF2B5EF4-FFF2-40B4-BE49-F238E27FC236}">
                <a16:creationId xmlns:a16="http://schemas.microsoft.com/office/drawing/2014/main" id="{C3A8A7B8-6497-141E-E0D4-A4A7A523C153}"/>
              </a:ext>
            </a:extLst>
          </p:cNvPr>
          <p:cNvSpPr/>
          <p:nvPr/>
        </p:nvSpPr>
        <p:spPr>
          <a:xfrm rot="2700000">
            <a:off x="-2095382" y="209360"/>
            <a:ext cx="6410492" cy="6427355"/>
          </a:xfrm>
          <a:custGeom>
            <a:avLst/>
            <a:gdLst>
              <a:gd name="connsiteX0" fmla="*/ 0 w 6410492"/>
              <a:gd name="connsiteY0" fmla="*/ 1578016 h 6427355"/>
              <a:gd name="connsiteX1" fmla="*/ 1146670 w 6410492"/>
              <a:gd name="connsiteY1" fmla="*/ 431345 h 6427355"/>
              <a:gd name="connsiteX2" fmla="*/ 1146671 w 6410492"/>
              <a:gd name="connsiteY2" fmla="*/ 431345 h 6427355"/>
              <a:gd name="connsiteX3" fmla="*/ 1578016 w 6410492"/>
              <a:gd name="connsiteY3" fmla="*/ 0 h 6427355"/>
              <a:gd name="connsiteX4" fmla="*/ 5764900 w 6410492"/>
              <a:gd name="connsiteY4" fmla="*/ 0 h 6427355"/>
              <a:gd name="connsiteX5" fmla="*/ 6410492 w 6410492"/>
              <a:gd name="connsiteY5" fmla="*/ 645592 h 6427355"/>
              <a:gd name="connsiteX6" fmla="*/ 6410491 w 6410492"/>
              <a:gd name="connsiteY6" fmla="*/ 4866202 h 6427355"/>
              <a:gd name="connsiteX7" fmla="*/ 4849339 w 6410492"/>
              <a:gd name="connsiteY7" fmla="*/ 6427355 h 6427355"/>
              <a:gd name="connsiteX8" fmla="*/ 4238944 w 6410492"/>
              <a:gd name="connsiteY8" fmla="*/ 5816960 h 6427355"/>
              <a:gd name="connsiteX9" fmla="*/ 4238943 w 6410492"/>
              <a:gd name="connsiteY9" fmla="*/ 2171546 h 6427355"/>
              <a:gd name="connsiteX10" fmla="*/ 593530 w 6410492"/>
              <a:gd name="connsiteY10" fmla="*/ 2171546 h 6427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410492" h="6427355">
                <a:moveTo>
                  <a:pt x="0" y="1578016"/>
                </a:moveTo>
                <a:lnTo>
                  <a:pt x="1146670" y="431345"/>
                </a:lnTo>
                <a:lnTo>
                  <a:pt x="1146671" y="431345"/>
                </a:lnTo>
                <a:lnTo>
                  <a:pt x="1578016" y="0"/>
                </a:lnTo>
                <a:lnTo>
                  <a:pt x="5764900" y="0"/>
                </a:lnTo>
                <a:cubicBezTo>
                  <a:pt x="6121450" y="0"/>
                  <a:pt x="6410492" y="289042"/>
                  <a:pt x="6410492" y="645592"/>
                </a:cubicBezTo>
                <a:lnTo>
                  <a:pt x="6410491" y="4866202"/>
                </a:lnTo>
                <a:lnTo>
                  <a:pt x="4849339" y="6427355"/>
                </a:lnTo>
                <a:lnTo>
                  <a:pt x="4238944" y="5816960"/>
                </a:lnTo>
                <a:lnTo>
                  <a:pt x="4238943" y="2171546"/>
                </a:lnTo>
                <a:lnTo>
                  <a:pt x="593530" y="2171546"/>
                </a:lnTo>
                <a:close/>
              </a:path>
            </a:pathLst>
          </a:custGeom>
          <a:solidFill>
            <a:srgbClr val="33333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6" name="任意多边形 5">
            <a:extLst>
              <a:ext uri="{FF2B5EF4-FFF2-40B4-BE49-F238E27FC236}">
                <a16:creationId xmlns:a16="http://schemas.microsoft.com/office/drawing/2014/main" id="{C25A5FCF-E3F9-46E5-5B1E-0FBFE03EAF3F}"/>
              </a:ext>
            </a:extLst>
          </p:cNvPr>
          <p:cNvSpPr/>
          <p:nvPr/>
        </p:nvSpPr>
        <p:spPr>
          <a:xfrm rot="2700000">
            <a:off x="1827643" y="44906"/>
            <a:ext cx="3850328" cy="3869559"/>
          </a:xfrm>
          <a:custGeom>
            <a:avLst/>
            <a:gdLst>
              <a:gd name="connsiteX0" fmla="*/ 1163668 w 4706557"/>
              <a:gd name="connsiteY0" fmla="*/ 125724 h 4730065"/>
              <a:gd name="connsiteX1" fmla="*/ 1163670 w 4706557"/>
              <a:gd name="connsiteY1" fmla="*/ 125724 h 4730065"/>
              <a:gd name="connsiteX2" fmla="*/ 1289393 w 4706557"/>
              <a:gd name="connsiteY2" fmla="*/ 1 h 4730065"/>
              <a:gd name="connsiteX3" fmla="*/ 4274851 w 4706557"/>
              <a:gd name="connsiteY3" fmla="*/ 0 h 4730065"/>
              <a:gd name="connsiteX4" fmla="*/ 4706557 w 4706557"/>
              <a:gd name="connsiteY4" fmla="*/ 431706 h 4730065"/>
              <a:gd name="connsiteX5" fmla="*/ 4706557 w 4706557"/>
              <a:gd name="connsiteY5" fmla="*/ 3440672 h 4730065"/>
              <a:gd name="connsiteX6" fmla="*/ 3542888 w 4706557"/>
              <a:gd name="connsiteY6" fmla="*/ 4604342 h 4730065"/>
              <a:gd name="connsiteX7" fmla="*/ 3542888 w 4706557"/>
              <a:gd name="connsiteY7" fmla="*/ 4604340 h 4730065"/>
              <a:gd name="connsiteX8" fmla="*/ 3417163 w 4706557"/>
              <a:gd name="connsiteY8" fmla="*/ 4730065 h 4730065"/>
              <a:gd name="connsiteX9" fmla="*/ 3417163 w 4706557"/>
              <a:gd name="connsiteY9" fmla="*/ 1289392 h 4730065"/>
              <a:gd name="connsiteX10" fmla="*/ 0 w 4706557"/>
              <a:gd name="connsiteY10" fmla="*/ 1289392 h 4730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706557" h="4730065">
                <a:moveTo>
                  <a:pt x="1163668" y="125724"/>
                </a:moveTo>
                <a:lnTo>
                  <a:pt x="1163670" y="125724"/>
                </a:lnTo>
                <a:lnTo>
                  <a:pt x="1289393" y="1"/>
                </a:lnTo>
                <a:lnTo>
                  <a:pt x="4274851" y="0"/>
                </a:lnTo>
                <a:cubicBezTo>
                  <a:pt x="4513275" y="1"/>
                  <a:pt x="4706557" y="193282"/>
                  <a:pt x="4706557" y="431706"/>
                </a:cubicBezTo>
                <a:lnTo>
                  <a:pt x="4706557" y="3440672"/>
                </a:lnTo>
                <a:lnTo>
                  <a:pt x="3542888" y="4604342"/>
                </a:lnTo>
                <a:lnTo>
                  <a:pt x="3542888" y="4604340"/>
                </a:lnTo>
                <a:lnTo>
                  <a:pt x="3417163" y="4730065"/>
                </a:lnTo>
                <a:lnTo>
                  <a:pt x="3417163" y="1289392"/>
                </a:lnTo>
                <a:lnTo>
                  <a:pt x="0" y="1289392"/>
                </a:lnTo>
                <a:close/>
              </a:path>
            </a:pathLst>
          </a:custGeom>
          <a:solidFill>
            <a:srgbClr val="5D999F">
              <a:alpha val="9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2" name="任意多边形 11">
            <a:extLst>
              <a:ext uri="{FF2B5EF4-FFF2-40B4-BE49-F238E27FC236}">
                <a16:creationId xmlns:a16="http://schemas.microsoft.com/office/drawing/2014/main" id="{AC55C48B-52F1-4120-330A-5CC3451E6D8F}"/>
              </a:ext>
            </a:extLst>
          </p:cNvPr>
          <p:cNvSpPr/>
          <p:nvPr/>
        </p:nvSpPr>
        <p:spPr>
          <a:xfrm rot="18900000" flipH="1">
            <a:off x="11525844" y="5786883"/>
            <a:ext cx="1174416" cy="953193"/>
          </a:xfrm>
          <a:custGeom>
            <a:avLst/>
            <a:gdLst>
              <a:gd name="connsiteX0" fmla="*/ 1038 w 1174416"/>
              <a:gd name="connsiteY0" fmla="*/ 0 h 953193"/>
              <a:gd name="connsiteX1" fmla="*/ 0 w 1174416"/>
              <a:gd name="connsiteY1" fmla="*/ 1038 h 953193"/>
              <a:gd name="connsiteX2" fmla="*/ 441710 w 1174416"/>
              <a:gd name="connsiteY2" fmla="*/ 442748 h 953193"/>
              <a:gd name="connsiteX3" fmla="*/ 731667 w 1174416"/>
              <a:gd name="connsiteY3" fmla="*/ 442748 h 953193"/>
              <a:gd name="connsiteX4" fmla="*/ 731667 w 1174416"/>
              <a:gd name="connsiteY4" fmla="*/ 732705 h 953193"/>
              <a:gd name="connsiteX5" fmla="*/ 952155 w 1174416"/>
              <a:gd name="connsiteY5" fmla="*/ 953193 h 953193"/>
              <a:gd name="connsiteX6" fmla="*/ 1174416 w 1174416"/>
              <a:gd name="connsiteY6" fmla="*/ 730932 h 953193"/>
              <a:gd name="connsiteX7" fmla="*/ 1174416 w 1174416"/>
              <a:gd name="connsiteY7" fmla="*/ 148239 h 953193"/>
              <a:gd name="connsiteX8" fmla="*/ 1026178 w 1174416"/>
              <a:gd name="connsiteY8" fmla="*/ 0 h 9531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74416" h="953193">
                <a:moveTo>
                  <a:pt x="1038" y="0"/>
                </a:moveTo>
                <a:lnTo>
                  <a:pt x="0" y="1038"/>
                </a:lnTo>
                <a:lnTo>
                  <a:pt x="441710" y="442748"/>
                </a:lnTo>
                <a:lnTo>
                  <a:pt x="731667" y="442748"/>
                </a:lnTo>
                <a:lnTo>
                  <a:pt x="731667" y="732705"/>
                </a:lnTo>
                <a:lnTo>
                  <a:pt x="952155" y="953193"/>
                </a:lnTo>
                <a:lnTo>
                  <a:pt x="1174416" y="730932"/>
                </a:lnTo>
                <a:lnTo>
                  <a:pt x="1174416" y="148239"/>
                </a:lnTo>
                <a:cubicBezTo>
                  <a:pt x="1174416" y="66369"/>
                  <a:pt x="1108048" y="0"/>
                  <a:pt x="1026178" y="0"/>
                </a:cubicBezTo>
                <a:close/>
              </a:path>
            </a:pathLst>
          </a:custGeom>
          <a:solidFill>
            <a:schemeClr val="accent2">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3" name="文本框 12">
            <a:extLst>
              <a:ext uri="{FF2B5EF4-FFF2-40B4-BE49-F238E27FC236}">
                <a16:creationId xmlns:a16="http://schemas.microsoft.com/office/drawing/2014/main" id="{97465C27-30AF-8732-34CE-A7B2A4B52A01}"/>
              </a:ext>
            </a:extLst>
          </p:cNvPr>
          <p:cNvSpPr txBox="1"/>
          <p:nvPr/>
        </p:nvSpPr>
        <p:spPr>
          <a:xfrm>
            <a:off x="6148614" y="3328693"/>
            <a:ext cx="2006062" cy="646331"/>
          </a:xfrm>
          <a:prstGeom prst="rect">
            <a:avLst/>
          </a:prstGeom>
          <a:noFill/>
        </p:spPr>
        <p:txBody>
          <a:bodyPr wrap="none" rtlCol="0">
            <a:spAutoFit/>
            <a:scene3d>
              <a:camera prst="orthographicFront"/>
              <a:lightRig rig="threePt" dir="t"/>
            </a:scene3d>
            <a:sp3d contourW="12700"/>
          </a:bodyPr>
          <a:lstStyle/>
          <a:p>
            <a:r>
              <a:rPr lang="en-US" altLang="zh-CN" sz="3600" dirty="0">
                <a:solidFill>
                  <a:schemeClr val="accent1"/>
                </a:solidFill>
                <a:cs typeface="+mn-ea"/>
                <a:sym typeface="+mn-lt"/>
              </a:rPr>
              <a:t>PART 06</a:t>
            </a:r>
            <a:endParaRPr lang="zh-CN" altLang="en-US" sz="3600" dirty="0">
              <a:solidFill>
                <a:schemeClr val="accent1"/>
              </a:solidFill>
              <a:cs typeface="+mn-ea"/>
              <a:sym typeface="+mn-lt"/>
            </a:endParaRPr>
          </a:p>
        </p:txBody>
      </p:sp>
      <p:sp>
        <p:nvSpPr>
          <p:cNvPr id="14" name="文本框 13">
            <a:extLst>
              <a:ext uri="{FF2B5EF4-FFF2-40B4-BE49-F238E27FC236}">
                <a16:creationId xmlns:a16="http://schemas.microsoft.com/office/drawing/2014/main" id="{1DCF9DB0-5E9D-9C48-27A1-15AEBEBB7B10}"/>
              </a:ext>
            </a:extLst>
          </p:cNvPr>
          <p:cNvSpPr txBox="1"/>
          <p:nvPr/>
        </p:nvSpPr>
        <p:spPr>
          <a:xfrm>
            <a:off x="6110514" y="4131820"/>
            <a:ext cx="4650251" cy="1446550"/>
          </a:xfrm>
          <a:prstGeom prst="rect">
            <a:avLst/>
          </a:prstGeom>
          <a:noFill/>
        </p:spPr>
        <p:txBody>
          <a:bodyPr wrap="square" rtlCol="0">
            <a:spAutoFit/>
            <a:scene3d>
              <a:camera prst="orthographicFront"/>
              <a:lightRig rig="threePt" dir="t"/>
            </a:scene3d>
            <a:sp3d contourW="12700"/>
          </a:bodyPr>
          <a:lstStyle/>
          <a:p>
            <a:r>
              <a:rPr lang="en-US" altLang="zh-CN" sz="4400" b="1" dirty="0">
                <a:solidFill>
                  <a:schemeClr val="accent3"/>
                </a:solidFill>
                <a:cs typeface="+mn-ea"/>
                <a:sym typeface="+mn-lt"/>
              </a:rPr>
              <a:t>Performance Analysis </a:t>
            </a:r>
            <a:endParaRPr lang="zh-CN" altLang="en-US" sz="4400" b="1" dirty="0">
              <a:solidFill>
                <a:schemeClr val="accent3"/>
              </a:solidFill>
              <a:cs typeface="+mn-ea"/>
              <a:sym typeface="+mn-lt"/>
            </a:endParaRPr>
          </a:p>
        </p:txBody>
      </p:sp>
      <p:sp>
        <p:nvSpPr>
          <p:cNvPr id="17" name="任意多边形 16">
            <a:extLst>
              <a:ext uri="{FF2B5EF4-FFF2-40B4-BE49-F238E27FC236}">
                <a16:creationId xmlns:a16="http://schemas.microsoft.com/office/drawing/2014/main" id="{3C75EB78-445D-4E4D-6878-1FEB0AF3A239}"/>
              </a:ext>
            </a:extLst>
          </p:cNvPr>
          <p:cNvSpPr/>
          <p:nvPr/>
        </p:nvSpPr>
        <p:spPr>
          <a:xfrm rot="2700000">
            <a:off x="9435201" y="912906"/>
            <a:ext cx="1461465" cy="1468765"/>
          </a:xfrm>
          <a:custGeom>
            <a:avLst/>
            <a:gdLst>
              <a:gd name="connsiteX0" fmla="*/ 1163668 w 4706557"/>
              <a:gd name="connsiteY0" fmla="*/ 125724 h 4730065"/>
              <a:gd name="connsiteX1" fmla="*/ 1163670 w 4706557"/>
              <a:gd name="connsiteY1" fmla="*/ 125724 h 4730065"/>
              <a:gd name="connsiteX2" fmla="*/ 1289393 w 4706557"/>
              <a:gd name="connsiteY2" fmla="*/ 1 h 4730065"/>
              <a:gd name="connsiteX3" fmla="*/ 4274851 w 4706557"/>
              <a:gd name="connsiteY3" fmla="*/ 0 h 4730065"/>
              <a:gd name="connsiteX4" fmla="*/ 4706557 w 4706557"/>
              <a:gd name="connsiteY4" fmla="*/ 431706 h 4730065"/>
              <a:gd name="connsiteX5" fmla="*/ 4706557 w 4706557"/>
              <a:gd name="connsiteY5" fmla="*/ 3440672 h 4730065"/>
              <a:gd name="connsiteX6" fmla="*/ 3542888 w 4706557"/>
              <a:gd name="connsiteY6" fmla="*/ 4604342 h 4730065"/>
              <a:gd name="connsiteX7" fmla="*/ 3542888 w 4706557"/>
              <a:gd name="connsiteY7" fmla="*/ 4604340 h 4730065"/>
              <a:gd name="connsiteX8" fmla="*/ 3417163 w 4706557"/>
              <a:gd name="connsiteY8" fmla="*/ 4730065 h 4730065"/>
              <a:gd name="connsiteX9" fmla="*/ 3417163 w 4706557"/>
              <a:gd name="connsiteY9" fmla="*/ 1289392 h 4730065"/>
              <a:gd name="connsiteX10" fmla="*/ 0 w 4706557"/>
              <a:gd name="connsiteY10" fmla="*/ 1289392 h 4730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706557" h="4730065">
                <a:moveTo>
                  <a:pt x="1163668" y="125724"/>
                </a:moveTo>
                <a:lnTo>
                  <a:pt x="1163670" y="125724"/>
                </a:lnTo>
                <a:lnTo>
                  <a:pt x="1289393" y="1"/>
                </a:lnTo>
                <a:lnTo>
                  <a:pt x="4274851" y="0"/>
                </a:lnTo>
                <a:cubicBezTo>
                  <a:pt x="4513275" y="1"/>
                  <a:pt x="4706557" y="193282"/>
                  <a:pt x="4706557" y="431706"/>
                </a:cubicBezTo>
                <a:lnTo>
                  <a:pt x="4706557" y="3440672"/>
                </a:lnTo>
                <a:lnTo>
                  <a:pt x="3542888" y="4604342"/>
                </a:lnTo>
                <a:lnTo>
                  <a:pt x="3542888" y="4604340"/>
                </a:lnTo>
                <a:lnTo>
                  <a:pt x="3417163" y="4730065"/>
                </a:lnTo>
                <a:lnTo>
                  <a:pt x="3417163" y="1289392"/>
                </a:lnTo>
                <a:lnTo>
                  <a:pt x="0" y="1289392"/>
                </a:lnTo>
                <a:close/>
              </a:path>
            </a:pathLst>
          </a:custGeom>
          <a:solidFill>
            <a:schemeClr val="accent1">
              <a:lumMod val="20000"/>
              <a:lumOff val="8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8" name="任意多边形 17">
            <a:extLst>
              <a:ext uri="{FF2B5EF4-FFF2-40B4-BE49-F238E27FC236}">
                <a16:creationId xmlns:a16="http://schemas.microsoft.com/office/drawing/2014/main" id="{DF58E170-E1A9-DDB2-0387-A1FC7BB3CB92}"/>
              </a:ext>
            </a:extLst>
          </p:cNvPr>
          <p:cNvSpPr/>
          <p:nvPr/>
        </p:nvSpPr>
        <p:spPr>
          <a:xfrm rot="2700000">
            <a:off x="10767277" y="5635597"/>
            <a:ext cx="602495" cy="605504"/>
          </a:xfrm>
          <a:custGeom>
            <a:avLst/>
            <a:gdLst>
              <a:gd name="connsiteX0" fmla="*/ 1163668 w 4706557"/>
              <a:gd name="connsiteY0" fmla="*/ 125724 h 4730065"/>
              <a:gd name="connsiteX1" fmla="*/ 1163670 w 4706557"/>
              <a:gd name="connsiteY1" fmla="*/ 125724 h 4730065"/>
              <a:gd name="connsiteX2" fmla="*/ 1289393 w 4706557"/>
              <a:gd name="connsiteY2" fmla="*/ 1 h 4730065"/>
              <a:gd name="connsiteX3" fmla="*/ 4274851 w 4706557"/>
              <a:gd name="connsiteY3" fmla="*/ 0 h 4730065"/>
              <a:gd name="connsiteX4" fmla="*/ 4706557 w 4706557"/>
              <a:gd name="connsiteY4" fmla="*/ 431706 h 4730065"/>
              <a:gd name="connsiteX5" fmla="*/ 4706557 w 4706557"/>
              <a:gd name="connsiteY5" fmla="*/ 3440672 h 4730065"/>
              <a:gd name="connsiteX6" fmla="*/ 3542888 w 4706557"/>
              <a:gd name="connsiteY6" fmla="*/ 4604342 h 4730065"/>
              <a:gd name="connsiteX7" fmla="*/ 3542888 w 4706557"/>
              <a:gd name="connsiteY7" fmla="*/ 4604340 h 4730065"/>
              <a:gd name="connsiteX8" fmla="*/ 3417163 w 4706557"/>
              <a:gd name="connsiteY8" fmla="*/ 4730065 h 4730065"/>
              <a:gd name="connsiteX9" fmla="*/ 3417163 w 4706557"/>
              <a:gd name="connsiteY9" fmla="*/ 1289392 h 4730065"/>
              <a:gd name="connsiteX10" fmla="*/ 0 w 4706557"/>
              <a:gd name="connsiteY10" fmla="*/ 1289392 h 4730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706557" h="4730065">
                <a:moveTo>
                  <a:pt x="1163668" y="125724"/>
                </a:moveTo>
                <a:lnTo>
                  <a:pt x="1163670" y="125724"/>
                </a:lnTo>
                <a:lnTo>
                  <a:pt x="1289393" y="1"/>
                </a:lnTo>
                <a:lnTo>
                  <a:pt x="4274851" y="0"/>
                </a:lnTo>
                <a:cubicBezTo>
                  <a:pt x="4513275" y="1"/>
                  <a:pt x="4706557" y="193282"/>
                  <a:pt x="4706557" y="431706"/>
                </a:cubicBezTo>
                <a:lnTo>
                  <a:pt x="4706557" y="3440672"/>
                </a:lnTo>
                <a:lnTo>
                  <a:pt x="3542888" y="4604342"/>
                </a:lnTo>
                <a:lnTo>
                  <a:pt x="3542888" y="4604340"/>
                </a:lnTo>
                <a:lnTo>
                  <a:pt x="3417163" y="4730065"/>
                </a:lnTo>
                <a:lnTo>
                  <a:pt x="3417163" y="1289392"/>
                </a:lnTo>
                <a:lnTo>
                  <a:pt x="0" y="1289392"/>
                </a:lnTo>
                <a:close/>
              </a:path>
            </a:pathLst>
          </a:custGeom>
          <a:solidFill>
            <a:schemeClr val="bg1">
              <a:lumMod val="95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Tree>
    <p:extLst>
      <p:ext uri="{BB962C8B-B14F-4D97-AF65-F5344CB8AC3E}">
        <p14:creationId xmlns:p14="http://schemas.microsoft.com/office/powerpoint/2010/main" val="1554729744"/>
      </p:ext>
    </p:extLst>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8DBC92-8D7F-FDCF-0634-E98E419FEF4A}"/>
            </a:ext>
          </a:extLst>
        </p:cNvPr>
        <p:cNvGrpSpPr/>
        <p:nvPr/>
      </p:nvGrpSpPr>
      <p:grpSpPr>
        <a:xfrm>
          <a:off x="0" y="0"/>
          <a:ext cx="0" cy="0"/>
          <a:chOff x="0" y="0"/>
          <a:chExt cx="0" cy="0"/>
        </a:xfrm>
      </p:grpSpPr>
      <p:sp>
        <p:nvSpPr>
          <p:cNvPr id="47" name="椭圆 13">
            <a:extLst>
              <a:ext uri="{FF2B5EF4-FFF2-40B4-BE49-F238E27FC236}">
                <a16:creationId xmlns:a16="http://schemas.microsoft.com/office/drawing/2014/main" id="{48AFA761-9C14-7BA6-E8CA-FC9D8E334791}"/>
              </a:ext>
            </a:extLst>
          </p:cNvPr>
          <p:cNvSpPr/>
          <p:nvPr/>
        </p:nvSpPr>
        <p:spPr>
          <a:xfrm>
            <a:off x="5229135" y="2326081"/>
            <a:ext cx="755387" cy="708526"/>
          </a:xfrm>
          <a:custGeom>
            <a:avLst/>
            <a:gdLst>
              <a:gd name="connsiteX0" fmla="*/ 258582 w 606298"/>
              <a:gd name="connsiteY0" fmla="*/ 455598 h 568686"/>
              <a:gd name="connsiteX1" fmla="*/ 303149 w 606298"/>
              <a:gd name="connsiteY1" fmla="*/ 490637 h 568686"/>
              <a:gd name="connsiteX2" fmla="*/ 347716 w 606298"/>
              <a:gd name="connsiteY2" fmla="*/ 455598 h 568686"/>
              <a:gd name="connsiteX3" fmla="*/ 311784 w 606298"/>
              <a:gd name="connsiteY3" fmla="*/ 456896 h 568686"/>
              <a:gd name="connsiteX4" fmla="*/ 294607 w 606298"/>
              <a:gd name="connsiteY4" fmla="*/ 456896 h 568686"/>
              <a:gd name="connsiteX5" fmla="*/ 258582 w 606298"/>
              <a:gd name="connsiteY5" fmla="*/ 455598 h 568686"/>
              <a:gd name="connsiteX6" fmla="*/ 482810 w 606298"/>
              <a:gd name="connsiteY6" fmla="*/ 426955 h 568686"/>
              <a:gd name="connsiteX7" fmla="*/ 402311 w 606298"/>
              <a:gd name="connsiteY7" fmla="*/ 449202 h 568686"/>
              <a:gd name="connsiteX8" fmla="*/ 391633 w 606298"/>
              <a:gd name="connsiteY8" fmla="*/ 460233 h 568686"/>
              <a:gd name="connsiteX9" fmla="*/ 333696 w 606298"/>
              <a:gd name="connsiteY9" fmla="*/ 510752 h 568686"/>
              <a:gd name="connsiteX10" fmla="*/ 407603 w 606298"/>
              <a:gd name="connsiteY10" fmla="*/ 533647 h 568686"/>
              <a:gd name="connsiteX11" fmla="*/ 445578 w 606298"/>
              <a:gd name="connsiteY11" fmla="*/ 523358 h 568686"/>
              <a:gd name="connsiteX12" fmla="*/ 482810 w 606298"/>
              <a:gd name="connsiteY12" fmla="*/ 426955 h 568686"/>
              <a:gd name="connsiteX13" fmla="*/ 123488 w 606298"/>
              <a:gd name="connsiteY13" fmla="*/ 426955 h 568686"/>
              <a:gd name="connsiteX14" fmla="*/ 160720 w 606298"/>
              <a:gd name="connsiteY14" fmla="*/ 523358 h 568686"/>
              <a:gd name="connsiteX15" fmla="*/ 198788 w 606298"/>
              <a:gd name="connsiteY15" fmla="*/ 533647 h 568686"/>
              <a:gd name="connsiteX16" fmla="*/ 272602 w 606298"/>
              <a:gd name="connsiteY16" fmla="*/ 510752 h 568686"/>
              <a:gd name="connsiteX17" fmla="*/ 214665 w 606298"/>
              <a:gd name="connsiteY17" fmla="*/ 460233 h 568686"/>
              <a:gd name="connsiteX18" fmla="*/ 204080 w 606298"/>
              <a:gd name="connsiteY18" fmla="*/ 449202 h 568686"/>
              <a:gd name="connsiteX19" fmla="*/ 123488 w 606298"/>
              <a:gd name="connsiteY19" fmla="*/ 426955 h 568686"/>
              <a:gd name="connsiteX20" fmla="*/ 469069 w 606298"/>
              <a:gd name="connsiteY20" fmla="*/ 346681 h 568686"/>
              <a:gd name="connsiteX21" fmla="*/ 450777 w 606298"/>
              <a:gd name="connsiteY21" fmla="*/ 374953 h 568686"/>
              <a:gd name="connsiteX22" fmla="*/ 449292 w 606298"/>
              <a:gd name="connsiteY22" fmla="*/ 377178 h 568686"/>
              <a:gd name="connsiteX23" fmla="*/ 425523 w 606298"/>
              <a:gd name="connsiteY23" fmla="*/ 409250 h 568686"/>
              <a:gd name="connsiteX24" fmla="*/ 479189 w 606298"/>
              <a:gd name="connsiteY24" fmla="*/ 391360 h 568686"/>
              <a:gd name="connsiteX25" fmla="*/ 469069 w 606298"/>
              <a:gd name="connsiteY25" fmla="*/ 346681 h 568686"/>
              <a:gd name="connsiteX26" fmla="*/ 137229 w 606298"/>
              <a:gd name="connsiteY26" fmla="*/ 346681 h 568686"/>
              <a:gd name="connsiteX27" fmla="*/ 127109 w 606298"/>
              <a:gd name="connsiteY27" fmla="*/ 391360 h 568686"/>
              <a:gd name="connsiteX28" fmla="*/ 180868 w 606298"/>
              <a:gd name="connsiteY28" fmla="*/ 409250 h 568686"/>
              <a:gd name="connsiteX29" fmla="*/ 157006 w 606298"/>
              <a:gd name="connsiteY29" fmla="*/ 377178 h 568686"/>
              <a:gd name="connsiteX30" fmla="*/ 155521 w 606298"/>
              <a:gd name="connsiteY30" fmla="*/ 375046 h 568686"/>
              <a:gd name="connsiteX31" fmla="*/ 137229 w 606298"/>
              <a:gd name="connsiteY31" fmla="*/ 346681 h 568686"/>
              <a:gd name="connsiteX32" fmla="*/ 303114 w 606298"/>
              <a:gd name="connsiteY32" fmla="*/ 237523 h 568686"/>
              <a:gd name="connsiteX33" fmla="*/ 350005 w 606298"/>
              <a:gd name="connsiteY33" fmla="*/ 284343 h 568686"/>
              <a:gd name="connsiteX34" fmla="*/ 303114 w 606298"/>
              <a:gd name="connsiteY34" fmla="*/ 331163 h 568686"/>
              <a:gd name="connsiteX35" fmla="*/ 256223 w 606298"/>
              <a:gd name="connsiteY35" fmla="*/ 284343 h 568686"/>
              <a:gd name="connsiteX36" fmla="*/ 303114 w 606298"/>
              <a:gd name="connsiteY36" fmla="*/ 237523 h 568686"/>
              <a:gd name="connsiteX37" fmla="*/ 517257 w 606298"/>
              <a:gd name="connsiteY37" fmla="*/ 210604 h 568686"/>
              <a:gd name="connsiteX38" fmla="*/ 516792 w 606298"/>
              <a:gd name="connsiteY38" fmla="*/ 213292 h 568686"/>
              <a:gd name="connsiteX39" fmla="*/ 490888 w 606298"/>
              <a:gd name="connsiteY39" fmla="*/ 303392 h 568686"/>
              <a:gd name="connsiteX40" fmla="*/ 511500 w 606298"/>
              <a:gd name="connsiteY40" fmla="*/ 374953 h 568686"/>
              <a:gd name="connsiteX41" fmla="*/ 572130 w 606298"/>
              <a:gd name="connsiteY41" fmla="*/ 290971 h 568686"/>
              <a:gd name="connsiteX42" fmla="*/ 517257 w 606298"/>
              <a:gd name="connsiteY42" fmla="*/ 210604 h 568686"/>
              <a:gd name="connsiteX43" fmla="*/ 89041 w 606298"/>
              <a:gd name="connsiteY43" fmla="*/ 210604 h 568686"/>
              <a:gd name="connsiteX44" fmla="*/ 34168 w 606298"/>
              <a:gd name="connsiteY44" fmla="*/ 290971 h 568686"/>
              <a:gd name="connsiteX45" fmla="*/ 94798 w 606298"/>
              <a:gd name="connsiteY45" fmla="*/ 374953 h 568686"/>
              <a:gd name="connsiteX46" fmla="*/ 115410 w 606298"/>
              <a:gd name="connsiteY46" fmla="*/ 303392 h 568686"/>
              <a:gd name="connsiteX47" fmla="*/ 89506 w 606298"/>
              <a:gd name="connsiteY47" fmla="*/ 213292 h 568686"/>
              <a:gd name="connsiteX48" fmla="*/ 419952 w 606298"/>
              <a:gd name="connsiteY48" fmla="*/ 171487 h 568686"/>
              <a:gd name="connsiteX49" fmla="*/ 438893 w 606298"/>
              <a:gd name="connsiteY49" fmla="*/ 199666 h 568686"/>
              <a:gd name="connsiteX50" fmla="*/ 470833 w 606298"/>
              <a:gd name="connsiteY50" fmla="*/ 256952 h 568686"/>
              <a:gd name="connsiteX51" fmla="*/ 484017 w 606298"/>
              <a:gd name="connsiteY51" fmla="*/ 200407 h 568686"/>
              <a:gd name="connsiteX52" fmla="*/ 484946 w 606298"/>
              <a:gd name="connsiteY52" fmla="*/ 193085 h 568686"/>
              <a:gd name="connsiteX53" fmla="*/ 419952 w 606298"/>
              <a:gd name="connsiteY53" fmla="*/ 171487 h 568686"/>
              <a:gd name="connsiteX54" fmla="*/ 186346 w 606298"/>
              <a:gd name="connsiteY54" fmla="*/ 171487 h 568686"/>
              <a:gd name="connsiteX55" fmla="*/ 121352 w 606298"/>
              <a:gd name="connsiteY55" fmla="*/ 193085 h 568686"/>
              <a:gd name="connsiteX56" fmla="*/ 122281 w 606298"/>
              <a:gd name="connsiteY56" fmla="*/ 200407 h 568686"/>
              <a:gd name="connsiteX57" fmla="*/ 135465 w 606298"/>
              <a:gd name="connsiteY57" fmla="*/ 256952 h 568686"/>
              <a:gd name="connsiteX58" fmla="*/ 167405 w 606298"/>
              <a:gd name="connsiteY58" fmla="*/ 199666 h 568686"/>
              <a:gd name="connsiteX59" fmla="*/ 186346 w 606298"/>
              <a:gd name="connsiteY59" fmla="*/ 171487 h 568686"/>
              <a:gd name="connsiteX60" fmla="*/ 303149 w 606298"/>
              <a:gd name="connsiteY60" fmla="*/ 159459 h 568686"/>
              <a:gd name="connsiteX61" fmla="*/ 236113 w 606298"/>
              <a:gd name="connsiteY61" fmla="*/ 162866 h 568686"/>
              <a:gd name="connsiteX62" fmla="*/ 196559 w 606298"/>
              <a:gd name="connsiteY62" fmla="*/ 218020 h 568686"/>
              <a:gd name="connsiteX63" fmla="*/ 153385 w 606298"/>
              <a:gd name="connsiteY63" fmla="*/ 301260 h 568686"/>
              <a:gd name="connsiteX64" fmla="*/ 184118 w 606298"/>
              <a:gd name="connsiteY64" fmla="*/ 356321 h 568686"/>
              <a:gd name="connsiteX65" fmla="*/ 222835 w 606298"/>
              <a:gd name="connsiteY65" fmla="*/ 406284 h 568686"/>
              <a:gd name="connsiteX66" fmla="*/ 227385 w 606298"/>
              <a:gd name="connsiteY66" fmla="*/ 411104 h 568686"/>
              <a:gd name="connsiteX67" fmla="*/ 234813 w 606298"/>
              <a:gd name="connsiteY67" fmla="*/ 419169 h 568686"/>
              <a:gd name="connsiteX68" fmla="*/ 294607 w 606298"/>
              <a:gd name="connsiteY68" fmla="*/ 422691 h 568686"/>
              <a:gd name="connsiteX69" fmla="*/ 311784 w 606298"/>
              <a:gd name="connsiteY69" fmla="*/ 422691 h 568686"/>
              <a:gd name="connsiteX70" fmla="*/ 371485 w 606298"/>
              <a:gd name="connsiteY70" fmla="*/ 419169 h 568686"/>
              <a:gd name="connsiteX71" fmla="*/ 378913 w 606298"/>
              <a:gd name="connsiteY71" fmla="*/ 411104 h 568686"/>
              <a:gd name="connsiteX72" fmla="*/ 383463 w 606298"/>
              <a:gd name="connsiteY72" fmla="*/ 406284 h 568686"/>
              <a:gd name="connsiteX73" fmla="*/ 422273 w 606298"/>
              <a:gd name="connsiteY73" fmla="*/ 356321 h 568686"/>
              <a:gd name="connsiteX74" fmla="*/ 452913 w 606298"/>
              <a:gd name="connsiteY74" fmla="*/ 301260 h 568686"/>
              <a:gd name="connsiteX75" fmla="*/ 409831 w 606298"/>
              <a:gd name="connsiteY75" fmla="*/ 218020 h 568686"/>
              <a:gd name="connsiteX76" fmla="*/ 370185 w 606298"/>
              <a:gd name="connsiteY76" fmla="*/ 162866 h 568686"/>
              <a:gd name="connsiteX77" fmla="*/ 303149 w 606298"/>
              <a:gd name="connsiteY77" fmla="*/ 159459 h 568686"/>
              <a:gd name="connsiteX78" fmla="*/ 303149 w 606298"/>
              <a:gd name="connsiteY78" fmla="*/ 95754 h 568686"/>
              <a:gd name="connsiteX79" fmla="*/ 269631 w 606298"/>
              <a:gd name="connsiteY79" fmla="*/ 125788 h 568686"/>
              <a:gd name="connsiteX80" fmla="*/ 336667 w 606298"/>
              <a:gd name="connsiteY80" fmla="*/ 125788 h 568686"/>
              <a:gd name="connsiteX81" fmla="*/ 303149 w 606298"/>
              <a:gd name="connsiteY81" fmla="*/ 95754 h 568686"/>
              <a:gd name="connsiteX82" fmla="*/ 413453 w 606298"/>
              <a:gd name="connsiteY82" fmla="*/ 34112 h 568686"/>
              <a:gd name="connsiteX83" fmla="*/ 326454 w 606298"/>
              <a:gd name="connsiteY83" fmla="*/ 70078 h 568686"/>
              <a:gd name="connsiteX84" fmla="*/ 388012 w 606298"/>
              <a:gd name="connsiteY84" fmla="*/ 130608 h 568686"/>
              <a:gd name="connsiteX85" fmla="*/ 490424 w 606298"/>
              <a:gd name="connsiteY85" fmla="*/ 158138 h 568686"/>
              <a:gd name="connsiteX86" fmla="*/ 490424 w 606298"/>
              <a:gd name="connsiteY86" fmla="*/ 156933 h 568686"/>
              <a:gd name="connsiteX87" fmla="*/ 453841 w 606298"/>
              <a:gd name="connsiteY87" fmla="*/ 45143 h 568686"/>
              <a:gd name="connsiteX88" fmla="*/ 413453 w 606298"/>
              <a:gd name="connsiteY88" fmla="*/ 34112 h 568686"/>
              <a:gd name="connsiteX89" fmla="*/ 192845 w 606298"/>
              <a:gd name="connsiteY89" fmla="*/ 34112 h 568686"/>
              <a:gd name="connsiteX90" fmla="*/ 152549 w 606298"/>
              <a:gd name="connsiteY90" fmla="*/ 45143 h 568686"/>
              <a:gd name="connsiteX91" fmla="*/ 115874 w 606298"/>
              <a:gd name="connsiteY91" fmla="*/ 156933 h 568686"/>
              <a:gd name="connsiteX92" fmla="*/ 115967 w 606298"/>
              <a:gd name="connsiteY92" fmla="*/ 158138 h 568686"/>
              <a:gd name="connsiteX93" fmla="*/ 218286 w 606298"/>
              <a:gd name="connsiteY93" fmla="*/ 130608 h 568686"/>
              <a:gd name="connsiteX94" fmla="*/ 279937 w 606298"/>
              <a:gd name="connsiteY94" fmla="*/ 70078 h 568686"/>
              <a:gd name="connsiteX95" fmla="*/ 192845 w 606298"/>
              <a:gd name="connsiteY95" fmla="*/ 34112 h 568686"/>
              <a:gd name="connsiteX96" fmla="*/ 192845 w 606298"/>
              <a:gd name="connsiteY96" fmla="*/ 0 h 568686"/>
              <a:gd name="connsiteX97" fmla="*/ 303149 w 606298"/>
              <a:gd name="connsiteY97" fmla="*/ 44494 h 568686"/>
              <a:gd name="connsiteX98" fmla="*/ 413453 w 606298"/>
              <a:gd name="connsiteY98" fmla="*/ 0 h 568686"/>
              <a:gd name="connsiteX99" fmla="*/ 472411 w 606298"/>
              <a:gd name="connsiteY99" fmla="*/ 16500 h 568686"/>
              <a:gd name="connsiteX100" fmla="*/ 515214 w 606298"/>
              <a:gd name="connsiteY100" fmla="*/ 78050 h 568686"/>
              <a:gd name="connsiteX101" fmla="*/ 524127 w 606298"/>
              <a:gd name="connsiteY101" fmla="*/ 167964 h 568686"/>
              <a:gd name="connsiteX102" fmla="*/ 524127 w 606298"/>
              <a:gd name="connsiteY102" fmla="*/ 174824 h 568686"/>
              <a:gd name="connsiteX103" fmla="*/ 606298 w 606298"/>
              <a:gd name="connsiteY103" fmla="*/ 290971 h 568686"/>
              <a:gd name="connsiteX104" fmla="*/ 516607 w 606298"/>
              <a:gd name="connsiteY104" fmla="*/ 411382 h 568686"/>
              <a:gd name="connsiteX105" fmla="*/ 516792 w 606298"/>
              <a:gd name="connsiteY105" fmla="*/ 413792 h 568686"/>
              <a:gd name="connsiteX106" fmla="*/ 464519 w 606298"/>
              <a:gd name="connsiteY106" fmla="*/ 553299 h 568686"/>
              <a:gd name="connsiteX107" fmla="*/ 408903 w 606298"/>
              <a:gd name="connsiteY107" fmla="*/ 568686 h 568686"/>
              <a:gd name="connsiteX108" fmla="*/ 303149 w 606298"/>
              <a:gd name="connsiteY108" fmla="*/ 532628 h 568686"/>
              <a:gd name="connsiteX109" fmla="*/ 197395 w 606298"/>
              <a:gd name="connsiteY109" fmla="*/ 568686 h 568686"/>
              <a:gd name="connsiteX110" fmla="*/ 141779 w 606298"/>
              <a:gd name="connsiteY110" fmla="*/ 553299 h 568686"/>
              <a:gd name="connsiteX111" fmla="*/ 89506 w 606298"/>
              <a:gd name="connsiteY111" fmla="*/ 413700 h 568686"/>
              <a:gd name="connsiteX112" fmla="*/ 89784 w 606298"/>
              <a:gd name="connsiteY112" fmla="*/ 411382 h 568686"/>
              <a:gd name="connsiteX113" fmla="*/ 0 w 606298"/>
              <a:gd name="connsiteY113" fmla="*/ 290971 h 568686"/>
              <a:gd name="connsiteX114" fmla="*/ 82171 w 606298"/>
              <a:gd name="connsiteY114" fmla="*/ 174824 h 568686"/>
              <a:gd name="connsiteX115" fmla="*/ 82171 w 606298"/>
              <a:gd name="connsiteY115" fmla="*/ 167964 h 568686"/>
              <a:gd name="connsiteX116" fmla="*/ 91084 w 606298"/>
              <a:gd name="connsiteY116" fmla="*/ 78050 h 568686"/>
              <a:gd name="connsiteX117" fmla="*/ 133887 w 606298"/>
              <a:gd name="connsiteY117" fmla="*/ 16500 h 568686"/>
              <a:gd name="connsiteX118" fmla="*/ 192845 w 606298"/>
              <a:gd name="connsiteY118" fmla="*/ 0 h 5686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606298" h="568686">
                <a:moveTo>
                  <a:pt x="258582" y="455598"/>
                </a:moveTo>
                <a:cubicBezTo>
                  <a:pt x="273159" y="469039"/>
                  <a:pt x="288200" y="480811"/>
                  <a:pt x="303149" y="490637"/>
                </a:cubicBezTo>
                <a:cubicBezTo>
                  <a:pt x="318190" y="480811"/>
                  <a:pt x="333139" y="469039"/>
                  <a:pt x="347716" y="455598"/>
                </a:cubicBezTo>
                <a:cubicBezTo>
                  <a:pt x="335274" y="456432"/>
                  <a:pt x="323483" y="456896"/>
                  <a:pt x="311784" y="456896"/>
                </a:cubicBezTo>
                <a:lnTo>
                  <a:pt x="294607" y="456896"/>
                </a:lnTo>
                <a:cubicBezTo>
                  <a:pt x="282908" y="456896"/>
                  <a:pt x="271024" y="456432"/>
                  <a:pt x="258582" y="455598"/>
                </a:cubicBezTo>
                <a:close/>
                <a:moveTo>
                  <a:pt x="482810" y="426955"/>
                </a:moveTo>
                <a:cubicBezTo>
                  <a:pt x="458020" y="436688"/>
                  <a:pt x="431001" y="444104"/>
                  <a:pt x="402311" y="449202"/>
                </a:cubicBezTo>
                <a:lnTo>
                  <a:pt x="391633" y="460233"/>
                </a:lnTo>
                <a:cubicBezTo>
                  <a:pt x="373249" y="479421"/>
                  <a:pt x="353751" y="496384"/>
                  <a:pt x="333696" y="510752"/>
                </a:cubicBezTo>
                <a:cubicBezTo>
                  <a:pt x="360436" y="525768"/>
                  <a:pt x="385877" y="533647"/>
                  <a:pt x="407603" y="533647"/>
                </a:cubicBezTo>
                <a:cubicBezTo>
                  <a:pt x="421995" y="533647"/>
                  <a:pt x="434808" y="530218"/>
                  <a:pt x="445578" y="523358"/>
                </a:cubicBezTo>
                <a:cubicBezTo>
                  <a:pt x="470833" y="507507"/>
                  <a:pt x="484017" y="473303"/>
                  <a:pt x="482810" y="426955"/>
                </a:cubicBezTo>
                <a:close/>
                <a:moveTo>
                  <a:pt x="123488" y="426955"/>
                </a:moveTo>
                <a:cubicBezTo>
                  <a:pt x="122281" y="473303"/>
                  <a:pt x="135465" y="507507"/>
                  <a:pt x="160720" y="523358"/>
                </a:cubicBezTo>
                <a:cubicBezTo>
                  <a:pt x="171490" y="530218"/>
                  <a:pt x="184303" y="533647"/>
                  <a:pt x="198788" y="533647"/>
                </a:cubicBezTo>
                <a:cubicBezTo>
                  <a:pt x="220421" y="533647"/>
                  <a:pt x="245862" y="525768"/>
                  <a:pt x="272602" y="510752"/>
                </a:cubicBezTo>
                <a:cubicBezTo>
                  <a:pt x="252547" y="496384"/>
                  <a:pt x="233142" y="479421"/>
                  <a:pt x="214665" y="460233"/>
                </a:cubicBezTo>
                <a:lnTo>
                  <a:pt x="204080" y="449202"/>
                </a:lnTo>
                <a:cubicBezTo>
                  <a:pt x="175297" y="444104"/>
                  <a:pt x="148278" y="436688"/>
                  <a:pt x="123488" y="426955"/>
                </a:cubicBezTo>
                <a:close/>
                <a:moveTo>
                  <a:pt x="469069" y="346681"/>
                </a:moveTo>
                <a:cubicBezTo>
                  <a:pt x="463591" y="356043"/>
                  <a:pt x="457555" y="365313"/>
                  <a:pt x="450777" y="374953"/>
                </a:cubicBezTo>
                <a:lnTo>
                  <a:pt x="449292" y="377178"/>
                </a:lnTo>
                <a:cubicBezTo>
                  <a:pt x="437686" y="393770"/>
                  <a:pt x="434529" y="398405"/>
                  <a:pt x="425523" y="409250"/>
                </a:cubicBezTo>
                <a:cubicBezTo>
                  <a:pt x="444464" y="404523"/>
                  <a:pt x="462476" y="398497"/>
                  <a:pt x="479189" y="391360"/>
                </a:cubicBezTo>
                <a:cubicBezTo>
                  <a:pt x="476961" y="376992"/>
                  <a:pt x="473525" y="361976"/>
                  <a:pt x="469069" y="346681"/>
                </a:cubicBezTo>
                <a:close/>
                <a:moveTo>
                  <a:pt x="137229" y="346681"/>
                </a:moveTo>
                <a:cubicBezTo>
                  <a:pt x="132773" y="361976"/>
                  <a:pt x="129337" y="376992"/>
                  <a:pt x="127109" y="391360"/>
                </a:cubicBezTo>
                <a:cubicBezTo>
                  <a:pt x="143822" y="398497"/>
                  <a:pt x="161834" y="404523"/>
                  <a:pt x="180868" y="409250"/>
                </a:cubicBezTo>
                <a:cubicBezTo>
                  <a:pt x="171769" y="398312"/>
                  <a:pt x="168426" y="393492"/>
                  <a:pt x="157006" y="377178"/>
                </a:cubicBezTo>
                <a:lnTo>
                  <a:pt x="155521" y="375046"/>
                </a:lnTo>
                <a:cubicBezTo>
                  <a:pt x="148743" y="365313"/>
                  <a:pt x="142800" y="356043"/>
                  <a:pt x="137229" y="346681"/>
                </a:cubicBezTo>
                <a:close/>
                <a:moveTo>
                  <a:pt x="303114" y="237523"/>
                </a:moveTo>
                <a:cubicBezTo>
                  <a:pt x="329011" y="237523"/>
                  <a:pt x="350005" y="258485"/>
                  <a:pt x="350005" y="284343"/>
                </a:cubicBezTo>
                <a:cubicBezTo>
                  <a:pt x="350005" y="310201"/>
                  <a:pt x="329011" y="331163"/>
                  <a:pt x="303114" y="331163"/>
                </a:cubicBezTo>
                <a:cubicBezTo>
                  <a:pt x="277217" y="331163"/>
                  <a:pt x="256223" y="310201"/>
                  <a:pt x="256223" y="284343"/>
                </a:cubicBezTo>
                <a:cubicBezTo>
                  <a:pt x="256223" y="258485"/>
                  <a:pt x="277217" y="237523"/>
                  <a:pt x="303114" y="237523"/>
                </a:cubicBezTo>
                <a:close/>
                <a:moveTo>
                  <a:pt x="517257" y="210604"/>
                </a:moveTo>
                <a:lnTo>
                  <a:pt x="516792" y="213292"/>
                </a:lnTo>
                <a:cubicBezTo>
                  <a:pt x="511593" y="245550"/>
                  <a:pt x="503144" y="275027"/>
                  <a:pt x="490888" y="303392"/>
                </a:cubicBezTo>
                <a:cubicBezTo>
                  <a:pt x="500173" y="327771"/>
                  <a:pt x="507043" y="351872"/>
                  <a:pt x="511500" y="374953"/>
                </a:cubicBezTo>
                <a:cubicBezTo>
                  <a:pt x="550682" y="351223"/>
                  <a:pt x="572130" y="321560"/>
                  <a:pt x="572130" y="290971"/>
                </a:cubicBezTo>
                <a:cubicBezTo>
                  <a:pt x="572130" y="262143"/>
                  <a:pt x="552725" y="233778"/>
                  <a:pt x="517257" y="210604"/>
                </a:cubicBezTo>
                <a:close/>
                <a:moveTo>
                  <a:pt x="89041" y="210604"/>
                </a:moveTo>
                <a:cubicBezTo>
                  <a:pt x="53573" y="233778"/>
                  <a:pt x="34168" y="262143"/>
                  <a:pt x="34168" y="290971"/>
                </a:cubicBezTo>
                <a:cubicBezTo>
                  <a:pt x="34168" y="321560"/>
                  <a:pt x="55616" y="351223"/>
                  <a:pt x="94798" y="374953"/>
                </a:cubicBezTo>
                <a:cubicBezTo>
                  <a:pt x="99255" y="351872"/>
                  <a:pt x="106218" y="327771"/>
                  <a:pt x="115410" y="303392"/>
                </a:cubicBezTo>
                <a:cubicBezTo>
                  <a:pt x="103247" y="275027"/>
                  <a:pt x="94705" y="245550"/>
                  <a:pt x="89506" y="213292"/>
                </a:cubicBezTo>
                <a:close/>
                <a:moveTo>
                  <a:pt x="419952" y="171487"/>
                </a:moveTo>
                <a:cubicBezTo>
                  <a:pt x="426451" y="180571"/>
                  <a:pt x="432765" y="190026"/>
                  <a:pt x="438893" y="199666"/>
                </a:cubicBezTo>
                <a:cubicBezTo>
                  <a:pt x="450777" y="218576"/>
                  <a:pt x="461548" y="237856"/>
                  <a:pt x="470833" y="256952"/>
                </a:cubicBezTo>
                <a:cubicBezTo>
                  <a:pt x="477146" y="237949"/>
                  <a:pt x="481510" y="219410"/>
                  <a:pt x="484017" y="200407"/>
                </a:cubicBezTo>
                <a:lnTo>
                  <a:pt x="484946" y="193085"/>
                </a:lnTo>
                <a:cubicBezTo>
                  <a:pt x="465633" y="184278"/>
                  <a:pt x="443814" y="177048"/>
                  <a:pt x="419952" y="171487"/>
                </a:cubicBezTo>
                <a:close/>
                <a:moveTo>
                  <a:pt x="186346" y="171487"/>
                </a:moveTo>
                <a:cubicBezTo>
                  <a:pt x="162577" y="177048"/>
                  <a:pt x="140758" y="184278"/>
                  <a:pt x="121352" y="193085"/>
                </a:cubicBezTo>
                <a:lnTo>
                  <a:pt x="122281" y="200407"/>
                </a:lnTo>
                <a:cubicBezTo>
                  <a:pt x="124881" y="219410"/>
                  <a:pt x="129152" y="237949"/>
                  <a:pt x="135465" y="256952"/>
                </a:cubicBezTo>
                <a:cubicBezTo>
                  <a:pt x="144750" y="237856"/>
                  <a:pt x="155521" y="218576"/>
                  <a:pt x="167405" y="199666"/>
                </a:cubicBezTo>
                <a:cubicBezTo>
                  <a:pt x="173533" y="190026"/>
                  <a:pt x="179847" y="180571"/>
                  <a:pt x="186346" y="171487"/>
                </a:cubicBezTo>
                <a:close/>
                <a:moveTo>
                  <a:pt x="303149" y="159459"/>
                </a:moveTo>
                <a:cubicBezTo>
                  <a:pt x="279473" y="159459"/>
                  <a:pt x="255797" y="160595"/>
                  <a:pt x="236113" y="162866"/>
                </a:cubicBezTo>
                <a:cubicBezTo>
                  <a:pt x="222000" y="180200"/>
                  <a:pt x="208630" y="198739"/>
                  <a:pt x="196559" y="218020"/>
                </a:cubicBezTo>
                <a:cubicBezTo>
                  <a:pt x="179754" y="244438"/>
                  <a:pt x="165270" y="272432"/>
                  <a:pt x="153385" y="301260"/>
                </a:cubicBezTo>
                <a:cubicBezTo>
                  <a:pt x="162020" y="318965"/>
                  <a:pt x="172047" y="337040"/>
                  <a:pt x="184118" y="356321"/>
                </a:cubicBezTo>
                <a:cubicBezTo>
                  <a:pt x="199809" y="381534"/>
                  <a:pt x="207980" y="390340"/>
                  <a:pt x="222835" y="406284"/>
                </a:cubicBezTo>
                <a:cubicBezTo>
                  <a:pt x="224321" y="407767"/>
                  <a:pt x="225807" y="409436"/>
                  <a:pt x="227385" y="411104"/>
                </a:cubicBezTo>
                <a:lnTo>
                  <a:pt x="234813" y="419169"/>
                </a:lnTo>
                <a:cubicBezTo>
                  <a:pt x="254218" y="421486"/>
                  <a:pt x="274273" y="422691"/>
                  <a:pt x="294607" y="422691"/>
                </a:cubicBezTo>
                <a:lnTo>
                  <a:pt x="311784" y="422691"/>
                </a:lnTo>
                <a:cubicBezTo>
                  <a:pt x="332025" y="422691"/>
                  <a:pt x="352080" y="421486"/>
                  <a:pt x="371485" y="419169"/>
                </a:cubicBezTo>
                <a:lnTo>
                  <a:pt x="378913" y="411104"/>
                </a:lnTo>
                <a:cubicBezTo>
                  <a:pt x="380491" y="409436"/>
                  <a:pt x="382070" y="407767"/>
                  <a:pt x="383463" y="406284"/>
                </a:cubicBezTo>
                <a:cubicBezTo>
                  <a:pt x="398318" y="390340"/>
                  <a:pt x="406489" y="381534"/>
                  <a:pt x="422273" y="356321"/>
                </a:cubicBezTo>
                <a:cubicBezTo>
                  <a:pt x="434343" y="337040"/>
                  <a:pt x="444371" y="318965"/>
                  <a:pt x="452913" y="301260"/>
                </a:cubicBezTo>
                <a:cubicBezTo>
                  <a:pt x="441028" y="272432"/>
                  <a:pt x="426544" y="244438"/>
                  <a:pt x="409831" y="218020"/>
                </a:cubicBezTo>
                <a:cubicBezTo>
                  <a:pt x="397668" y="198739"/>
                  <a:pt x="384391" y="180200"/>
                  <a:pt x="370185" y="162866"/>
                </a:cubicBezTo>
                <a:cubicBezTo>
                  <a:pt x="350502" y="160595"/>
                  <a:pt x="326825" y="159459"/>
                  <a:pt x="303149" y="159459"/>
                </a:cubicBezTo>
                <a:close/>
                <a:moveTo>
                  <a:pt x="303149" y="95754"/>
                </a:moveTo>
                <a:cubicBezTo>
                  <a:pt x="291729" y="104931"/>
                  <a:pt x="280494" y="115035"/>
                  <a:pt x="269631" y="125788"/>
                </a:cubicBezTo>
                <a:cubicBezTo>
                  <a:pt x="288758" y="124861"/>
                  <a:pt x="317540" y="124861"/>
                  <a:pt x="336667" y="125788"/>
                </a:cubicBezTo>
                <a:cubicBezTo>
                  <a:pt x="325897" y="115035"/>
                  <a:pt x="314662" y="104931"/>
                  <a:pt x="303149" y="95754"/>
                </a:cubicBezTo>
                <a:close/>
                <a:moveTo>
                  <a:pt x="413453" y="34112"/>
                </a:moveTo>
                <a:cubicBezTo>
                  <a:pt x="388941" y="34112"/>
                  <a:pt x="359693" y="46162"/>
                  <a:pt x="326454" y="70078"/>
                </a:cubicBezTo>
                <a:cubicBezTo>
                  <a:pt x="347530" y="87226"/>
                  <a:pt x="368235" y="107619"/>
                  <a:pt x="388012" y="130608"/>
                </a:cubicBezTo>
                <a:cubicBezTo>
                  <a:pt x="425801" y="136077"/>
                  <a:pt x="460155" y="145346"/>
                  <a:pt x="490424" y="158138"/>
                </a:cubicBezTo>
                <a:lnTo>
                  <a:pt x="490424" y="156933"/>
                </a:lnTo>
                <a:cubicBezTo>
                  <a:pt x="493023" y="105117"/>
                  <a:pt x="478632" y="61179"/>
                  <a:pt x="453841" y="45143"/>
                </a:cubicBezTo>
                <a:cubicBezTo>
                  <a:pt x="442607" y="37820"/>
                  <a:pt x="428958" y="34112"/>
                  <a:pt x="413453" y="34112"/>
                </a:cubicBezTo>
                <a:close/>
                <a:moveTo>
                  <a:pt x="192845" y="34112"/>
                </a:moveTo>
                <a:cubicBezTo>
                  <a:pt x="177340" y="34112"/>
                  <a:pt x="163784" y="37820"/>
                  <a:pt x="152549" y="45143"/>
                </a:cubicBezTo>
                <a:cubicBezTo>
                  <a:pt x="127759" y="61179"/>
                  <a:pt x="113368" y="105117"/>
                  <a:pt x="115874" y="156933"/>
                </a:cubicBezTo>
                <a:lnTo>
                  <a:pt x="115967" y="158138"/>
                </a:lnTo>
                <a:cubicBezTo>
                  <a:pt x="146143" y="145346"/>
                  <a:pt x="180497" y="136077"/>
                  <a:pt x="218286" y="130608"/>
                </a:cubicBezTo>
                <a:cubicBezTo>
                  <a:pt x="238062" y="107619"/>
                  <a:pt x="258768" y="87226"/>
                  <a:pt x="279937" y="70078"/>
                </a:cubicBezTo>
                <a:cubicBezTo>
                  <a:pt x="246697" y="46162"/>
                  <a:pt x="217450" y="34112"/>
                  <a:pt x="192845" y="34112"/>
                </a:cubicBezTo>
                <a:close/>
                <a:moveTo>
                  <a:pt x="192845" y="0"/>
                </a:moveTo>
                <a:cubicBezTo>
                  <a:pt x="225342" y="0"/>
                  <a:pt x="262482" y="14924"/>
                  <a:pt x="303149" y="44494"/>
                </a:cubicBezTo>
                <a:cubicBezTo>
                  <a:pt x="343816" y="14924"/>
                  <a:pt x="380956" y="0"/>
                  <a:pt x="413453" y="0"/>
                </a:cubicBezTo>
                <a:cubicBezTo>
                  <a:pt x="435643" y="0"/>
                  <a:pt x="455513" y="5562"/>
                  <a:pt x="472411" y="16500"/>
                </a:cubicBezTo>
                <a:cubicBezTo>
                  <a:pt x="491445" y="28828"/>
                  <a:pt x="506208" y="50148"/>
                  <a:pt x="515214" y="78050"/>
                </a:cubicBezTo>
                <a:cubicBezTo>
                  <a:pt x="523756" y="104468"/>
                  <a:pt x="526820" y="135613"/>
                  <a:pt x="524127" y="167964"/>
                </a:cubicBezTo>
                <a:lnTo>
                  <a:pt x="524127" y="174824"/>
                </a:lnTo>
                <a:cubicBezTo>
                  <a:pt x="577144" y="205506"/>
                  <a:pt x="606298" y="246662"/>
                  <a:pt x="606298" y="290971"/>
                </a:cubicBezTo>
                <a:cubicBezTo>
                  <a:pt x="606298" y="337597"/>
                  <a:pt x="574451" y="380236"/>
                  <a:pt x="516607" y="411382"/>
                </a:cubicBezTo>
                <a:cubicBezTo>
                  <a:pt x="516700" y="412216"/>
                  <a:pt x="516792" y="412958"/>
                  <a:pt x="516792" y="413792"/>
                </a:cubicBezTo>
                <a:cubicBezTo>
                  <a:pt x="521528" y="479513"/>
                  <a:pt x="503051" y="529105"/>
                  <a:pt x="464519" y="553299"/>
                </a:cubicBezTo>
                <a:cubicBezTo>
                  <a:pt x="448363" y="563495"/>
                  <a:pt x="429701" y="568686"/>
                  <a:pt x="408903" y="568686"/>
                </a:cubicBezTo>
                <a:cubicBezTo>
                  <a:pt x="376870" y="568686"/>
                  <a:pt x="340381" y="556172"/>
                  <a:pt x="303149" y="532628"/>
                </a:cubicBezTo>
                <a:cubicBezTo>
                  <a:pt x="266010" y="556172"/>
                  <a:pt x="229428" y="568686"/>
                  <a:pt x="197395" y="568686"/>
                </a:cubicBezTo>
                <a:cubicBezTo>
                  <a:pt x="176690" y="568686"/>
                  <a:pt x="157935" y="563495"/>
                  <a:pt x="141779" y="553299"/>
                </a:cubicBezTo>
                <a:cubicBezTo>
                  <a:pt x="103340" y="529105"/>
                  <a:pt x="84770" y="479513"/>
                  <a:pt x="89506" y="413700"/>
                </a:cubicBezTo>
                <a:cubicBezTo>
                  <a:pt x="89598" y="412958"/>
                  <a:pt x="89691" y="412124"/>
                  <a:pt x="89784" y="411382"/>
                </a:cubicBezTo>
                <a:cubicBezTo>
                  <a:pt x="31847" y="380236"/>
                  <a:pt x="0" y="337597"/>
                  <a:pt x="0" y="290971"/>
                </a:cubicBezTo>
                <a:cubicBezTo>
                  <a:pt x="0" y="246662"/>
                  <a:pt x="29154" y="205506"/>
                  <a:pt x="82171" y="174824"/>
                </a:cubicBezTo>
                <a:lnTo>
                  <a:pt x="82171" y="167964"/>
                </a:lnTo>
                <a:cubicBezTo>
                  <a:pt x="79478" y="135613"/>
                  <a:pt x="82542" y="104468"/>
                  <a:pt x="91084" y="78050"/>
                </a:cubicBezTo>
                <a:cubicBezTo>
                  <a:pt x="100090" y="50148"/>
                  <a:pt x="114946" y="28828"/>
                  <a:pt x="133887" y="16500"/>
                </a:cubicBezTo>
                <a:cubicBezTo>
                  <a:pt x="150785" y="5562"/>
                  <a:pt x="170655" y="0"/>
                  <a:pt x="19284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cs typeface="+mn-ea"/>
              <a:sym typeface="+mn-lt"/>
            </a:endParaRPr>
          </a:p>
        </p:txBody>
      </p:sp>
      <p:sp>
        <p:nvSpPr>
          <p:cNvPr id="48" name="椭圆 45">
            <a:extLst>
              <a:ext uri="{FF2B5EF4-FFF2-40B4-BE49-F238E27FC236}">
                <a16:creationId xmlns:a16="http://schemas.microsoft.com/office/drawing/2014/main" id="{FDAE441E-F544-50E4-8CA2-1A35BC51C186}"/>
              </a:ext>
            </a:extLst>
          </p:cNvPr>
          <p:cNvSpPr/>
          <p:nvPr/>
        </p:nvSpPr>
        <p:spPr>
          <a:xfrm>
            <a:off x="8551177" y="2313474"/>
            <a:ext cx="755387" cy="733741"/>
          </a:xfrm>
          <a:custGeom>
            <a:avLst/>
            <a:gdLst>
              <a:gd name="connsiteX0" fmla="*/ 357006 w 608274"/>
              <a:gd name="connsiteY0" fmla="*/ 315793 h 590844"/>
              <a:gd name="connsiteX1" fmla="*/ 344664 w 608274"/>
              <a:gd name="connsiteY1" fmla="*/ 351821 h 590844"/>
              <a:gd name="connsiteX2" fmla="*/ 552405 w 608274"/>
              <a:gd name="connsiteY2" fmla="*/ 559238 h 590844"/>
              <a:gd name="connsiteX3" fmla="*/ 554572 w 608274"/>
              <a:gd name="connsiteY3" fmla="*/ 560178 h 590844"/>
              <a:gd name="connsiteX4" fmla="*/ 554666 w 608274"/>
              <a:gd name="connsiteY4" fmla="*/ 560178 h 590844"/>
              <a:gd name="connsiteX5" fmla="*/ 556928 w 608274"/>
              <a:gd name="connsiteY5" fmla="*/ 559238 h 590844"/>
              <a:gd name="connsiteX6" fmla="*/ 576618 w 608274"/>
              <a:gd name="connsiteY6" fmla="*/ 539578 h 590844"/>
              <a:gd name="connsiteX7" fmla="*/ 577560 w 608274"/>
              <a:gd name="connsiteY7" fmla="*/ 537320 h 590844"/>
              <a:gd name="connsiteX8" fmla="*/ 576618 w 608274"/>
              <a:gd name="connsiteY8" fmla="*/ 535063 h 590844"/>
              <a:gd name="connsiteX9" fmla="*/ 347019 w 608274"/>
              <a:gd name="connsiteY9" fmla="*/ 272617 h 590844"/>
              <a:gd name="connsiteX10" fmla="*/ 361339 w 608274"/>
              <a:gd name="connsiteY10" fmla="*/ 276756 h 590844"/>
              <a:gd name="connsiteX11" fmla="*/ 370572 w 608274"/>
              <a:gd name="connsiteY11" fmla="*/ 285974 h 590844"/>
              <a:gd name="connsiteX12" fmla="*/ 598287 w 608274"/>
              <a:gd name="connsiteY12" fmla="*/ 513333 h 590844"/>
              <a:gd name="connsiteX13" fmla="*/ 608274 w 608274"/>
              <a:gd name="connsiteY13" fmla="*/ 537320 h 590844"/>
              <a:gd name="connsiteX14" fmla="*/ 598287 w 608274"/>
              <a:gd name="connsiteY14" fmla="*/ 561213 h 590844"/>
              <a:gd name="connsiteX15" fmla="*/ 578691 w 608274"/>
              <a:gd name="connsiteY15" fmla="*/ 580873 h 590844"/>
              <a:gd name="connsiteX16" fmla="*/ 554666 w 608274"/>
              <a:gd name="connsiteY16" fmla="*/ 590844 h 590844"/>
              <a:gd name="connsiteX17" fmla="*/ 554572 w 608274"/>
              <a:gd name="connsiteY17" fmla="*/ 590844 h 590844"/>
              <a:gd name="connsiteX18" fmla="*/ 530736 w 608274"/>
              <a:gd name="connsiteY18" fmla="*/ 580873 h 590844"/>
              <a:gd name="connsiteX19" fmla="*/ 316211 w 608274"/>
              <a:gd name="connsiteY19" fmla="*/ 366683 h 590844"/>
              <a:gd name="connsiteX20" fmla="*/ 312442 w 608274"/>
              <a:gd name="connsiteY20" fmla="*/ 350880 h 590844"/>
              <a:gd name="connsiteX21" fmla="*/ 327328 w 608274"/>
              <a:gd name="connsiteY21" fmla="*/ 307610 h 590844"/>
              <a:gd name="connsiteX22" fmla="*/ 335902 w 608274"/>
              <a:gd name="connsiteY22" fmla="*/ 282588 h 590844"/>
              <a:gd name="connsiteX23" fmla="*/ 347019 w 608274"/>
              <a:gd name="connsiteY23" fmla="*/ 272617 h 590844"/>
              <a:gd name="connsiteX24" fmla="*/ 74870 w 608274"/>
              <a:gd name="connsiteY24" fmla="*/ 82350 h 590844"/>
              <a:gd name="connsiteX25" fmla="*/ 426850 w 608274"/>
              <a:gd name="connsiteY25" fmla="*/ 82350 h 590844"/>
              <a:gd name="connsiteX26" fmla="*/ 426850 w 608274"/>
              <a:gd name="connsiteY26" fmla="*/ 306027 h 590844"/>
              <a:gd name="connsiteX27" fmla="*/ 379461 w 608274"/>
              <a:gd name="connsiteY27" fmla="*/ 258714 h 590844"/>
              <a:gd name="connsiteX28" fmla="*/ 341210 w 608274"/>
              <a:gd name="connsiteY28" fmla="*/ 247709 h 590844"/>
              <a:gd name="connsiteX29" fmla="*/ 315867 w 608274"/>
              <a:gd name="connsiteY29" fmla="*/ 265957 h 590844"/>
              <a:gd name="connsiteX30" fmla="*/ 204507 w 608274"/>
              <a:gd name="connsiteY30" fmla="*/ 235763 h 590844"/>
              <a:gd name="connsiteX31" fmla="*/ 195274 w 608274"/>
              <a:gd name="connsiteY31" fmla="*/ 230590 h 590844"/>
              <a:gd name="connsiteX32" fmla="*/ 213740 w 608274"/>
              <a:gd name="connsiteY32" fmla="*/ 231154 h 590844"/>
              <a:gd name="connsiteX33" fmla="*/ 225517 w 608274"/>
              <a:gd name="connsiteY33" fmla="*/ 231719 h 590844"/>
              <a:gd name="connsiteX34" fmla="*/ 248599 w 608274"/>
              <a:gd name="connsiteY34" fmla="*/ 232377 h 590844"/>
              <a:gd name="connsiteX35" fmla="*/ 322085 w 608274"/>
              <a:gd name="connsiteY35" fmla="*/ 227674 h 590844"/>
              <a:gd name="connsiteX36" fmla="*/ 361749 w 608274"/>
              <a:gd name="connsiteY36" fmla="*/ 186852 h 590844"/>
              <a:gd name="connsiteX37" fmla="*/ 323216 w 608274"/>
              <a:gd name="connsiteY37" fmla="*/ 133049 h 590844"/>
              <a:gd name="connsiteX38" fmla="*/ 205167 w 608274"/>
              <a:gd name="connsiteY38" fmla="*/ 122514 h 590844"/>
              <a:gd name="connsiteX39" fmla="*/ 158248 w 608274"/>
              <a:gd name="connsiteY39" fmla="*/ 124395 h 590844"/>
              <a:gd name="connsiteX40" fmla="*/ 157683 w 608274"/>
              <a:gd name="connsiteY40" fmla="*/ 124395 h 590844"/>
              <a:gd name="connsiteX41" fmla="*/ 137239 w 608274"/>
              <a:gd name="connsiteY41" fmla="*/ 144336 h 590844"/>
              <a:gd name="connsiteX42" fmla="*/ 157212 w 608274"/>
              <a:gd name="connsiteY42" fmla="*/ 165312 h 590844"/>
              <a:gd name="connsiteX43" fmla="*/ 208087 w 608274"/>
              <a:gd name="connsiteY43" fmla="*/ 163336 h 590844"/>
              <a:gd name="connsiteX44" fmla="*/ 306634 w 608274"/>
              <a:gd name="connsiteY44" fmla="*/ 170485 h 590844"/>
              <a:gd name="connsiteX45" fmla="*/ 321049 w 608274"/>
              <a:gd name="connsiteY45" fmla="*/ 183465 h 590844"/>
              <a:gd name="connsiteX46" fmla="*/ 311251 w 608274"/>
              <a:gd name="connsiteY46" fmla="*/ 188263 h 590844"/>
              <a:gd name="connsiteX47" fmla="*/ 250200 w 608274"/>
              <a:gd name="connsiteY47" fmla="*/ 191461 h 590844"/>
              <a:gd name="connsiteX48" fmla="*/ 225517 w 608274"/>
              <a:gd name="connsiteY48" fmla="*/ 190896 h 590844"/>
              <a:gd name="connsiteX49" fmla="*/ 216755 w 608274"/>
              <a:gd name="connsiteY49" fmla="*/ 190426 h 590844"/>
              <a:gd name="connsiteX50" fmla="*/ 156929 w 608274"/>
              <a:gd name="connsiteY50" fmla="*/ 206040 h 590844"/>
              <a:gd name="connsiteX51" fmla="*/ 150335 w 608274"/>
              <a:gd name="connsiteY51" fmla="*/ 236516 h 590844"/>
              <a:gd name="connsiteX52" fmla="*/ 187078 w 608274"/>
              <a:gd name="connsiteY52" fmla="*/ 272823 h 590844"/>
              <a:gd name="connsiteX53" fmla="*/ 300887 w 608274"/>
              <a:gd name="connsiteY53" fmla="*/ 305839 h 590844"/>
              <a:gd name="connsiteX54" fmla="*/ 291277 w 608274"/>
              <a:gd name="connsiteY54" fmla="*/ 334057 h 590844"/>
              <a:gd name="connsiteX55" fmla="*/ 74870 w 608274"/>
              <a:gd name="connsiteY55" fmla="*/ 334057 h 590844"/>
              <a:gd name="connsiteX56" fmla="*/ 41731 w 608274"/>
              <a:gd name="connsiteY56" fmla="*/ 0 h 590844"/>
              <a:gd name="connsiteX57" fmla="*/ 459894 w 608274"/>
              <a:gd name="connsiteY57" fmla="*/ 0 h 590844"/>
              <a:gd name="connsiteX58" fmla="*/ 501720 w 608274"/>
              <a:gd name="connsiteY58" fmla="*/ 41669 h 590844"/>
              <a:gd name="connsiteX59" fmla="*/ 501720 w 608274"/>
              <a:gd name="connsiteY59" fmla="*/ 374737 h 590844"/>
              <a:gd name="connsiteX60" fmla="*/ 501155 w 608274"/>
              <a:gd name="connsiteY60" fmla="*/ 380193 h 590844"/>
              <a:gd name="connsiteX61" fmla="*/ 457539 w 608274"/>
              <a:gd name="connsiteY61" fmla="*/ 336643 h 590844"/>
              <a:gd name="connsiteX62" fmla="*/ 457539 w 608274"/>
              <a:gd name="connsiteY62" fmla="*/ 66971 h 590844"/>
              <a:gd name="connsiteX63" fmla="*/ 442184 w 608274"/>
              <a:gd name="connsiteY63" fmla="*/ 51639 h 590844"/>
              <a:gd name="connsiteX64" fmla="*/ 59536 w 608274"/>
              <a:gd name="connsiteY64" fmla="*/ 51639 h 590844"/>
              <a:gd name="connsiteX65" fmla="*/ 44181 w 608274"/>
              <a:gd name="connsiteY65" fmla="*/ 66971 h 590844"/>
              <a:gd name="connsiteX66" fmla="*/ 44181 w 608274"/>
              <a:gd name="connsiteY66" fmla="*/ 349341 h 590844"/>
              <a:gd name="connsiteX67" fmla="*/ 59536 w 608274"/>
              <a:gd name="connsiteY67" fmla="*/ 364673 h 590844"/>
              <a:gd name="connsiteX68" fmla="*/ 287128 w 608274"/>
              <a:gd name="connsiteY68" fmla="*/ 364673 h 590844"/>
              <a:gd name="connsiteX69" fmla="*/ 298055 w 608274"/>
              <a:gd name="connsiteY69" fmla="*/ 384708 h 590844"/>
              <a:gd name="connsiteX70" fmla="*/ 329801 w 608274"/>
              <a:gd name="connsiteY70" fmla="*/ 416406 h 590844"/>
              <a:gd name="connsiteX71" fmla="*/ 41731 w 608274"/>
              <a:gd name="connsiteY71" fmla="*/ 416406 h 590844"/>
              <a:gd name="connsiteX72" fmla="*/ 0 w 608274"/>
              <a:gd name="connsiteY72" fmla="*/ 374737 h 590844"/>
              <a:gd name="connsiteX73" fmla="*/ 0 w 608274"/>
              <a:gd name="connsiteY73" fmla="*/ 41669 h 590844"/>
              <a:gd name="connsiteX74" fmla="*/ 41731 w 608274"/>
              <a:gd name="connsiteY74" fmla="*/ 0 h 590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608274" h="590844">
                <a:moveTo>
                  <a:pt x="357006" y="315793"/>
                </a:moveTo>
                <a:lnTo>
                  <a:pt x="344664" y="351821"/>
                </a:lnTo>
                <a:lnTo>
                  <a:pt x="552405" y="559238"/>
                </a:lnTo>
                <a:cubicBezTo>
                  <a:pt x="552971" y="559802"/>
                  <a:pt x="553818" y="560178"/>
                  <a:pt x="554572" y="560178"/>
                </a:cubicBezTo>
                <a:lnTo>
                  <a:pt x="554666" y="560178"/>
                </a:lnTo>
                <a:cubicBezTo>
                  <a:pt x="555514" y="560178"/>
                  <a:pt x="556362" y="559802"/>
                  <a:pt x="556928" y="559238"/>
                </a:cubicBezTo>
                <a:lnTo>
                  <a:pt x="576618" y="539578"/>
                </a:lnTo>
                <a:cubicBezTo>
                  <a:pt x="577372" y="538825"/>
                  <a:pt x="577560" y="537885"/>
                  <a:pt x="577560" y="537320"/>
                </a:cubicBezTo>
                <a:cubicBezTo>
                  <a:pt x="577560" y="536756"/>
                  <a:pt x="577372" y="535815"/>
                  <a:pt x="576618" y="535063"/>
                </a:cubicBezTo>
                <a:close/>
                <a:moveTo>
                  <a:pt x="347019" y="272617"/>
                </a:moveTo>
                <a:cubicBezTo>
                  <a:pt x="352106" y="271394"/>
                  <a:pt x="357571" y="272993"/>
                  <a:pt x="361339" y="276756"/>
                </a:cubicBezTo>
                <a:lnTo>
                  <a:pt x="370572" y="285974"/>
                </a:lnTo>
                <a:lnTo>
                  <a:pt x="598287" y="513333"/>
                </a:lnTo>
                <a:cubicBezTo>
                  <a:pt x="604694" y="519730"/>
                  <a:pt x="608274" y="528290"/>
                  <a:pt x="608274" y="537320"/>
                </a:cubicBezTo>
                <a:cubicBezTo>
                  <a:pt x="608274" y="546351"/>
                  <a:pt x="604694" y="554817"/>
                  <a:pt x="598287" y="561213"/>
                </a:cubicBezTo>
                <a:lnTo>
                  <a:pt x="578691" y="580873"/>
                </a:lnTo>
                <a:cubicBezTo>
                  <a:pt x="572284" y="587269"/>
                  <a:pt x="563805" y="590844"/>
                  <a:pt x="554666" y="590844"/>
                </a:cubicBezTo>
                <a:lnTo>
                  <a:pt x="554572" y="590844"/>
                </a:lnTo>
                <a:cubicBezTo>
                  <a:pt x="545622" y="590844"/>
                  <a:pt x="537143" y="587269"/>
                  <a:pt x="530736" y="580873"/>
                </a:cubicBezTo>
                <a:lnTo>
                  <a:pt x="316211" y="366683"/>
                </a:lnTo>
                <a:cubicBezTo>
                  <a:pt x="312066" y="362544"/>
                  <a:pt x="310558" y="356430"/>
                  <a:pt x="312442" y="350880"/>
                </a:cubicBezTo>
                <a:lnTo>
                  <a:pt x="327328" y="307610"/>
                </a:lnTo>
                <a:lnTo>
                  <a:pt x="335902" y="282588"/>
                </a:lnTo>
                <a:cubicBezTo>
                  <a:pt x="337598" y="277602"/>
                  <a:pt x="341837" y="273840"/>
                  <a:pt x="347019" y="272617"/>
                </a:cubicBezTo>
                <a:close/>
                <a:moveTo>
                  <a:pt x="74870" y="82350"/>
                </a:moveTo>
                <a:lnTo>
                  <a:pt x="426850" y="82350"/>
                </a:lnTo>
                <a:lnTo>
                  <a:pt x="426850" y="306027"/>
                </a:lnTo>
                <a:lnTo>
                  <a:pt x="379461" y="258714"/>
                </a:lnTo>
                <a:cubicBezTo>
                  <a:pt x="369474" y="248650"/>
                  <a:pt x="354966" y="244511"/>
                  <a:pt x="341210" y="247709"/>
                </a:cubicBezTo>
                <a:cubicBezTo>
                  <a:pt x="330564" y="250249"/>
                  <a:pt x="321520" y="256927"/>
                  <a:pt x="315867" y="265957"/>
                </a:cubicBezTo>
                <a:cubicBezTo>
                  <a:pt x="275073" y="263229"/>
                  <a:pt x="245113" y="254764"/>
                  <a:pt x="204507" y="235763"/>
                </a:cubicBezTo>
                <a:cubicBezTo>
                  <a:pt x="200550" y="233882"/>
                  <a:pt x="197535" y="232095"/>
                  <a:pt x="195274" y="230590"/>
                </a:cubicBezTo>
                <a:cubicBezTo>
                  <a:pt x="201398" y="230308"/>
                  <a:pt x="209500" y="230872"/>
                  <a:pt x="213740" y="231154"/>
                </a:cubicBezTo>
                <a:cubicBezTo>
                  <a:pt x="218262" y="231531"/>
                  <a:pt x="222313" y="231719"/>
                  <a:pt x="225517" y="231719"/>
                </a:cubicBezTo>
                <a:cubicBezTo>
                  <a:pt x="232959" y="231719"/>
                  <a:pt x="240779" y="232095"/>
                  <a:pt x="248599" y="232377"/>
                </a:cubicBezTo>
                <a:cubicBezTo>
                  <a:pt x="272812" y="233318"/>
                  <a:pt x="297966" y="234258"/>
                  <a:pt x="322085" y="227674"/>
                </a:cubicBezTo>
                <a:cubicBezTo>
                  <a:pt x="355813" y="218456"/>
                  <a:pt x="361089" y="196070"/>
                  <a:pt x="361749" y="186852"/>
                </a:cubicBezTo>
                <a:cubicBezTo>
                  <a:pt x="363351" y="165594"/>
                  <a:pt x="347900" y="143960"/>
                  <a:pt x="323216" y="133049"/>
                </a:cubicBezTo>
                <a:cubicBezTo>
                  <a:pt x="286190" y="116776"/>
                  <a:pt x="245019" y="119692"/>
                  <a:pt x="205167" y="122514"/>
                </a:cubicBezTo>
                <a:cubicBezTo>
                  <a:pt x="188585" y="123737"/>
                  <a:pt x="172851" y="124866"/>
                  <a:pt x="158248" y="124395"/>
                </a:cubicBezTo>
                <a:lnTo>
                  <a:pt x="157683" y="124395"/>
                </a:lnTo>
                <a:cubicBezTo>
                  <a:pt x="146660" y="124395"/>
                  <a:pt x="137522" y="133237"/>
                  <a:pt x="137239" y="144336"/>
                </a:cubicBezTo>
                <a:cubicBezTo>
                  <a:pt x="136956" y="155623"/>
                  <a:pt x="145907" y="165030"/>
                  <a:pt x="157212" y="165312"/>
                </a:cubicBezTo>
                <a:cubicBezTo>
                  <a:pt x="173699" y="165688"/>
                  <a:pt x="191223" y="164465"/>
                  <a:pt x="208087" y="163336"/>
                </a:cubicBezTo>
                <a:cubicBezTo>
                  <a:pt x="242946" y="160891"/>
                  <a:pt x="278935" y="158257"/>
                  <a:pt x="306634" y="170485"/>
                </a:cubicBezTo>
                <a:cubicBezTo>
                  <a:pt x="316809" y="174906"/>
                  <a:pt x="320955" y="181866"/>
                  <a:pt x="321049" y="183465"/>
                </a:cubicBezTo>
                <a:cubicBezTo>
                  <a:pt x="320672" y="184124"/>
                  <a:pt x="318034" y="186381"/>
                  <a:pt x="311251" y="188263"/>
                </a:cubicBezTo>
                <a:cubicBezTo>
                  <a:pt x="293256" y="193248"/>
                  <a:pt x="271398" y="192307"/>
                  <a:pt x="250200" y="191461"/>
                </a:cubicBezTo>
                <a:cubicBezTo>
                  <a:pt x="241815" y="191178"/>
                  <a:pt x="233525" y="190896"/>
                  <a:pt x="225517" y="190896"/>
                </a:cubicBezTo>
                <a:cubicBezTo>
                  <a:pt x="223067" y="190896"/>
                  <a:pt x="220052" y="190614"/>
                  <a:pt x="216755" y="190426"/>
                </a:cubicBezTo>
                <a:cubicBezTo>
                  <a:pt x="198477" y="189015"/>
                  <a:pt x="170873" y="187134"/>
                  <a:pt x="156929" y="206040"/>
                </a:cubicBezTo>
                <a:cubicBezTo>
                  <a:pt x="150052" y="215258"/>
                  <a:pt x="147697" y="226075"/>
                  <a:pt x="150335" y="236516"/>
                </a:cubicBezTo>
                <a:cubicBezTo>
                  <a:pt x="154857" y="254387"/>
                  <a:pt x="172851" y="266145"/>
                  <a:pt x="187078" y="272823"/>
                </a:cubicBezTo>
                <a:cubicBezTo>
                  <a:pt x="228437" y="292200"/>
                  <a:pt x="260752" y="301888"/>
                  <a:pt x="300887" y="305839"/>
                </a:cubicBezTo>
                <a:lnTo>
                  <a:pt x="291277" y="334057"/>
                </a:lnTo>
                <a:lnTo>
                  <a:pt x="74870" y="334057"/>
                </a:lnTo>
                <a:close/>
                <a:moveTo>
                  <a:pt x="41731" y="0"/>
                </a:moveTo>
                <a:lnTo>
                  <a:pt x="459894" y="0"/>
                </a:lnTo>
                <a:cubicBezTo>
                  <a:pt x="482974" y="0"/>
                  <a:pt x="501720" y="18624"/>
                  <a:pt x="501720" y="41669"/>
                </a:cubicBezTo>
                <a:lnTo>
                  <a:pt x="501720" y="374737"/>
                </a:lnTo>
                <a:cubicBezTo>
                  <a:pt x="501720" y="376618"/>
                  <a:pt x="501343" y="378311"/>
                  <a:pt x="501155" y="380193"/>
                </a:cubicBezTo>
                <a:lnTo>
                  <a:pt x="457539" y="336643"/>
                </a:lnTo>
                <a:lnTo>
                  <a:pt x="457539" y="66971"/>
                </a:lnTo>
                <a:cubicBezTo>
                  <a:pt x="457539" y="58506"/>
                  <a:pt x="450663" y="51639"/>
                  <a:pt x="442184" y="51639"/>
                </a:cubicBezTo>
                <a:lnTo>
                  <a:pt x="59536" y="51639"/>
                </a:lnTo>
                <a:cubicBezTo>
                  <a:pt x="51057" y="51639"/>
                  <a:pt x="44181" y="58506"/>
                  <a:pt x="44181" y="66971"/>
                </a:cubicBezTo>
                <a:lnTo>
                  <a:pt x="44181" y="349341"/>
                </a:lnTo>
                <a:cubicBezTo>
                  <a:pt x="44181" y="357806"/>
                  <a:pt x="51057" y="364673"/>
                  <a:pt x="59536" y="364673"/>
                </a:cubicBezTo>
                <a:lnTo>
                  <a:pt x="287128" y="364673"/>
                </a:lnTo>
                <a:cubicBezTo>
                  <a:pt x="288729" y="372198"/>
                  <a:pt x="292497" y="379158"/>
                  <a:pt x="298055" y="384708"/>
                </a:cubicBezTo>
                <a:lnTo>
                  <a:pt x="329801" y="416406"/>
                </a:lnTo>
                <a:lnTo>
                  <a:pt x="41731" y="416406"/>
                </a:lnTo>
                <a:cubicBezTo>
                  <a:pt x="18746" y="416406"/>
                  <a:pt x="0" y="397688"/>
                  <a:pt x="0" y="374737"/>
                </a:cubicBezTo>
                <a:lnTo>
                  <a:pt x="0" y="41669"/>
                </a:lnTo>
                <a:cubicBezTo>
                  <a:pt x="0" y="18624"/>
                  <a:pt x="18746" y="0"/>
                  <a:pt x="4173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cs typeface="+mn-ea"/>
              <a:sym typeface="+mn-lt"/>
            </a:endParaRPr>
          </a:p>
        </p:txBody>
      </p:sp>
      <p:sp>
        <p:nvSpPr>
          <p:cNvPr id="20" name="任意多边形 47">
            <a:extLst>
              <a:ext uri="{FF2B5EF4-FFF2-40B4-BE49-F238E27FC236}">
                <a16:creationId xmlns:a16="http://schemas.microsoft.com/office/drawing/2014/main" id="{D34E5B9F-40C0-BB95-9937-3474336466F1}"/>
              </a:ext>
            </a:extLst>
          </p:cNvPr>
          <p:cNvSpPr/>
          <p:nvPr/>
        </p:nvSpPr>
        <p:spPr>
          <a:xfrm rot="18900000" flipV="1">
            <a:off x="99493" y="160716"/>
            <a:ext cx="1257992" cy="771874"/>
          </a:xfrm>
          <a:custGeom>
            <a:avLst/>
            <a:gdLst>
              <a:gd name="connsiteX0" fmla="*/ 0 w 1667713"/>
              <a:gd name="connsiteY0" fmla="*/ 456881 h 1023269"/>
              <a:gd name="connsiteX1" fmla="*/ 412332 w 1667713"/>
              <a:gd name="connsiteY1" fmla="*/ 44549 h 1023269"/>
              <a:gd name="connsiteX2" fmla="*/ 412333 w 1667713"/>
              <a:gd name="connsiteY2" fmla="*/ 44549 h 1023269"/>
              <a:gd name="connsiteX3" fmla="*/ 456882 w 1667713"/>
              <a:gd name="connsiteY3" fmla="*/ 0 h 1023269"/>
              <a:gd name="connsiteX4" fmla="*/ 1514743 w 1667713"/>
              <a:gd name="connsiteY4" fmla="*/ 0 h 1023269"/>
              <a:gd name="connsiteX5" fmla="*/ 1667713 w 1667713"/>
              <a:gd name="connsiteY5" fmla="*/ 152970 h 1023269"/>
              <a:gd name="connsiteX6" fmla="*/ 1667713 w 1667713"/>
              <a:gd name="connsiteY6" fmla="*/ 704806 h 1023269"/>
              <a:gd name="connsiteX7" fmla="*/ 1349251 w 1667713"/>
              <a:gd name="connsiteY7" fmla="*/ 1023269 h 1023269"/>
              <a:gd name="connsiteX8" fmla="*/ 1349251 w 1667713"/>
              <a:gd name="connsiteY8" fmla="*/ 318462 h 1023269"/>
              <a:gd name="connsiteX9" fmla="*/ 138420 w 1667713"/>
              <a:gd name="connsiteY9" fmla="*/ 318462 h 1023269"/>
              <a:gd name="connsiteX10" fmla="*/ 1 w 1667713"/>
              <a:gd name="connsiteY10" fmla="*/ 456881 h 10232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7713" h="1023269">
                <a:moveTo>
                  <a:pt x="0" y="456881"/>
                </a:moveTo>
                <a:lnTo>
                  <a:pt x="412332" y="44549"/>
                </a:lnTo>
                <a:lnTo>
                  <a:pt x="412333" y="44549"/>
                </a:lnTo>
                <a:lnTo>
                  <a:pt x="456882" y="0"/>
                </a:lnTo>
                <a:lnTo>
                  <a:pt x="1514743" y="0"/>
                </a:lnTo>
                <a:cubicBezTo>
                  <a:pt x="1599226" y="1"/>
                  <a:pt x="1667713" y="68487"/>
                  <a:pt x="1667713" y="152970"/>
                </a:cubicBezTo>
                <a:lnTo>
                  <a:pt x="1667713" y="704806"/>
                </a:lnTo>
                <a:lnTo>
                  <a:pt x="1349251" y="1023269"/>
                </a:lnTo>
                <a:lnTo>
                  <a:pt x="1349251" y="318462"/>
                </a:lnTo>
                <a:lnTo>
                  <a:pt x="138420" y="318462"/>
                </a:lnTo>
                <a:lnTo>
                  <a:pt x="1" y="456881"/>
                </a:lnTo>
                <a:close/>
              </a:path>
            </a:pathLst>
          </a:cu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1" name="任意多边形 48">
            <a:extLst>
              <a:ext uri="{FF2B5EF4-FFF2-40B4-BE49-F238E27FC236}">
                <a16:creationId xmlns:a16="http://schemas.microsoft.com/office/drawing/2014/main" id="{0D09F75A-EE35-F0BE-E450-D7D2D34A1028}"/>
              </a:ext>
            </a:extLst>
          </p:cNvPr>
          <p:cNvSpPr/>
          <p:nvPr/>
        </p:nvSpPr>
        <p:spPr>
          <a:xfrm rot="18900000" flipV="1">
            <a:off x="-102618" y="95709"/>
            <a:ext cx="926781" cy="721545"/>
          </a:xfrm>
          <a:custGeom>
            <a:avLst/>
            <a:gdLst>
              <a:gd name="connsiteX0" fmla="*/ 303771 w 1228628"/>
              <a:gd name="connsiteY0" fmla="*/ 32819 h 956548"/>
              <a:gd name="connsiteX1" fmla="*/ 303771 w 1228628"/>
              <a:gd name="connsiteY1" fmla="*/ 32820 h 956548"/>
              <a:gd name="connsiteX2" fmla="*/ 336591 w 1228628"/>
              <a:gd name="connsiteY2" fmla="*/ 0 h 956548"/>
              <a:gd name="connsiteX3" fmla="*/ 1115933 w 1228628"/>
              <a:gd name="connsiteY3" fmla="*/ 0 h 956548"/>
              <a:gd name="connsiteX4" fmla="*/ 1228628 w 1228628"/>
              <a:gd name="connsiteY4" fmla="*/ 112695 h 956548"/>
              <a:gd name="connsiteX5" fmla="*/ 1228628 w 1228628"/>
              <a:gd name="connsiteY5" fmla="*/ 721932 h 956548"/>
              <a:gd name="connsiteX6" fmla="*/ 994013 w 1228628"/>
              <a:gd name="connsiteY6" fmla="*/ 956548 h 956548"/>
              <a:gd name="connsiteX7" fmla="*/ 994013 w 1228628"/>
              <a:gd name="connsiteY7" fmla="*/ 234616 h 956548"/>
              <a:gd name="connsiteX8" fmla="*/ 101975 w 1228628"/>
              <a:gd name="connsiteY8" fmla="*/ 234616 h 956548"/>
              <a:gd name="connsiteX9" fmla="*/ 0 w 1228628"/>
              <a:gd name="connsiteY9" fmla="*/ 336591 h 9565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8628" h="956548">
                <a:moveTo>
                  <a:pt x="303771" y="32819"/>
                </a:moveTo>
                <a:lnTo>
                  <a:pt x="303771" y="32820"/>
                </a:lnTo>
                <a:lnTo>
                  <a:pt x="336591" y="0"/>
                </a:lnTo>
                <a:lnTo>
                  <a:pt x="1115933" y="0"/>
                </a:lnTo>
                <a:cubicBezTo>
                  <a:pt x="1178173" y="0"/>
                  <a:pt x="1228628" y="50456"/>
                  <a:pt x="1228628" y="112695"/>
                </a:cubicBezTo>
                <a:lnTo>
                  <a:pt x="1228628" y="721932"/>
                </a:lnTo>
                <a:lnTo>
                  <a:pt x="994013" y="956548"/>
                </a:lnTo>
                <a:lnTo>
                  <a:pt x="994013" y="234616"/>
                </a:lnTo>
                <a:lnTo>
                  <a:pt x="101975" y="234616"/>
                </a:lnTo>
                <a:lnTo>
                  <a:pt x="0" y="336591"/>
                </a:lnTo>
                <a:close/>
              </a:path>
            </a:pathLst>
          </a:custGeom>
          <a:solidFill>
            <a:schemeClr val="accent2">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pic>
        <p:nvPicPr>
          <p:cNvPr id="3" name="图片 2" descr="图表, 条形图&#10;&#10;AI 生成的内容可能不正确。">
            <a:extLst>
              <a:ext uri="{FF2B5EF4-FFF2-40B4-BE49-F238E27FC236}">
                <a16:creationId xmlns:a16="http://schemas.microsoft.com/office/drawing/2014/main" id="{3C20555D-B457-A93F-0EE1-2C5F391288D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34912" y="828497"/>
            <a:ext cx="10122176" cy="5784101"/>
          </a:xfrm>
          <a:prstGeom prst="rect">
            <a:avLst/>
          </a:prstGeom>
        </p:spPr>
      </p:pic>
    </p:spTree>
    <p:extLst>
      <p:ext uri="{BB962C8B-B14F-4D97-AF65-F5344CB8AC3E}">
        <p14:creationId xmlns:p14="http://schemas.microsoft.com/office/powerpoint/2010/main" val="40885677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10CAFC-7158-1A1E-27E1-C95ED3B9C4C1}"/>
            </a:ext>
          </a:extLst>
        </p:cNvPr>
        <p:cNvGrpSpPr/>
        <p:nvPr/>
      </p:nvGrpSpPr>
      <p:grpSpPr>
        <a:xfrm>
          <a:off x="0" y="0"/>
          <a:ext cx="0" cy="0"/>
          <a:chOff x="0" y="0"/>
          <a:chExt cx="0" cy="0"/>
        </a:xfrm>
      </p:grpSpPr>
      <p:sp>
        <p:nvSpPr>
          <p:cNvPr id="47" name="椭圆 13">
            <a:extLst>
              <a:ext uri="{FF2B5EF4-FFF2-40B4-BE49-F238E27FC236}">
                <a16:creationId xmlns:a16="http://schemas.microsoft.com/office/drawing/2014/main" id="{2F7D8D6B-15D7-85ED-4943-3EE042010799}"/>
              </a:ext>
            </a:extLst>
          </p:cNvPr>
          <p:cNvSpPr/>
          <p:nvPr/>
        </p:nvSpPr>
        <p:spPr>
          <a:xfrm>
            <a:off x="5229135" y="2326081"/>
            <a:ext cx="755387" cy="708526"/>
          </a:xfrm>
          <a:custGeom>
            <a:avLst/>
            <a:gdLst>
              <a:gd name="connsiteX0" fmla="*/ 258582 w 606298"/>
              <a:gd name="connsiteY0" fmla="*/ 455598 h 568686"/>
              <a:gd name="connsiteX1" fmla="*/ 303149 w 606298"/>
              <a:gd name="connsiteY1" fmla="*/ 490637 h 568686"/>
              <a:gd name="connsiteX2" fmla="*/ 347716 w 606298"/>
              <a:gd name="connsiteY2" fmla="*/ 455598 h 568686"/>
              <a:gd name="connsiteX3" fmla="*/ 311784 w 606298"/>
              <a:gd name="connsiteY3" fmla="*/ 456896 h 568686"/>
              <a:gd name="connsiteX4" fmla="*/ 294607 w 606298"/>
              <a:gd name="connsiteY4" fmla="*/ 456896 h 568686"/>
              <a:gd name="connsiteX5" fmla="*/ 258582 w 606298"/>
              <a:gd name="connsiteY5" fmla="*/ 455598 h 568686"/>
              <a:gd name="connsiteX6" fmla="*/ 482810 w 606298"/>
              <a:gd name="connsiteY6" fmla="*/ 426955 h 568686"/>
              <a:gd name="connsiteX7" fmla="*/ 402311 w 606298"/>
              <a:gd name="connsiteY7" fmla="*/ 449202 h 568686"/>
              <a:gd name="connsiteX8" fmla="*/ 391633 w 606298"/>
              <a:gd name="connsiteY8" fmla="*/ 460233 h 568686"/>
              <a:gd name="connsiteX9" fmla="*/ 333696 w 606298"/>
              <a:gd name="connsiteY9" fmla="*/ 510752 h 568686"/>
              <a:gd name="connsiteX10" fmla="*/ 407603 w 606298"/>
              <a:gd name="connsiteY10" fmla="*/ 533647 h 568686"/>
              <a:gd name="connsiteX11" fmla="*/ 445578 w 606298"/>
              <a:gd name="connsiteY11" fmla="*/ 523358 h 568686"/>
              <a:gd name="connsiteX12" fmla="*/ 482810 w 606298"/>
              <a:gd name="connsiteY12" fmla="*/ 426955 h 568686"/>
              <a:gd name="connsiteX13" fmla="*/ 123488 w 606298"/>
              <a:gd name="connsiteY13" fmla="*/ 426955 h 568686"/>
              <a:gd name="connsiteX14" fmla="*/ 160720 w 606298"/>
              <a:gd name="connsiteY14" fmla="*/ 523358 h 568686"/>
              <a:gd name="connsiteX15" fmla="*/ 198788 w 606298"/>
              <a:gd name="connsiteY15" fmla="*/ 533647 h 568686"/>
              <a:gd name="connsiteX16" fmla="*/ 272602 w 606298"/>
              <a:gd name="connsiteY16" fmla="*/ 510752 h 568686"/>
              <a:gd name="connsiteX17" fmla="*/ 214665 w 606298"/>
              <a:gd name="connsiteY17" fmla="*/ 460233 h 568686"/>
              <a:gd name="connsiteX18" fmla="*/ 204080 w 606298"/>
              <a:gd name="connsiteY18" fmla="*/ 449202 h 568686"/>
              <a:gd name="connsiteX19" fmla="*/ 123488 w 606298"/>
              <a:gd name="connsiteY19" fmla="*/ 426955 h 568686"/>
              <a:gd name="connsiteX20" fmla="*/ 469069 w 606298"/>
              <a:gd name="connsiteY20" fmla="*/ 346681 h 568686"/>
              <a:gd name="connsiteX21" fmla="*/ 450777 w 606298"/>
              <a:gd name="connsiteY21" fmla="*/ 374953 h 568686"/>
              <a:gd name="connsiteX22" fmla="*/ 449292 w 606298"/>
              <a:gd name="connsiteY22" fmla="*/ 377178 h 568686"/>
              <a:gd name="connsiteX23" fmla="*/ 425523 w 606298"/>
              <a:gd name="connsiteY23" fmla="*/ 409250 h 568686"/>
              <a:gd name="connsiteX24" fmla="*/ 479189 w 606298"/>
              <a:gd name="connsiteY24" fmla="*/ 391360 h 568686"/>
              <a:gd name="connsiteX25" fmla="*/ 469069 w 606298"/>
              <a:gd name="connsiteY25" fmla="*/ 346681 h 568686"/>
              <a:gd name="connsiteX26" fmla="*/ 137229 w 606298"/>
              <a:gd name="connsiteY26" fmla="*/ 346681 h 568686"/>
              <a:gd name="connsiteX27" fmla="*/ 127109 w 606298"/>
              <a:gd name="connsiteY27" fmla="*/ 391360 h 568686"/>
              <a:gd name="connsiteX28" fmla="*/ 180868 w 606298"/>
              <a:gd name="connsiteY28" fmla="*/ 409250 h 568686"/>
              <a:gd name="connsiteX29" fmla="*/ 157006 w 606298"/>
              <a:gd name="connsiteY29" fmla="*/ 377178 h 568686"/>
              <a:gd name="connsiteX30" fmla="*/ 155521 w 606298"/>
              <a:gd name="connsiteY30" fmla="*/ 375046 h 568686"/>
              <a:gd name="connsiteX31" fmla="*/ 137229 w 606298"/>
              <a:gd name="connsiteY31" fmla="*/ 346681 h 568686"/>
              <a:gd name="connsiteX32" fmla="*/ 303114 w 606298"/>
              <a:gd name="connsiteY32" fmla="*/ 237523 h 568686"/>
              <a:gd name="connsiteX33" fmla="*/ 350005 w 606298"/>
              <a:gd name="connsiteY33" fmla="*/ 284343 h 568686"/>
              <a:gd name="connsiteX34" fmla="*/ 303114 w 606298"/>
              <a:gd name="connsiteY34" fmla="*/ 331163 h 568686"/>
              <a:gd name="connsiteX35" fmla="*/ 256223 w 606298"/>
              <a:gd name="connsiteY35" fmla="*/ 284343 h 568686"/>
              <a:gd name="connsiteX36" fmla="*/ 303114 w 606298"/>
              <a:gd name="connsiteY36" fmla="*/ 237523 h 568686"/>
              <a:gd name="connsiteX37" fmla="*/ 517257 w 606298"/>
              <a:gd name="connsiteY37" fmla="*/ 210604 h 568686"/>
              <a:gd name="connsiteX38" fmla="*/ 516792 w 606298"/>
              <a:gd name="connsiteY38" fmla="*/ 213292 h 568686"/>
              <a:gd name="connsiteX39" fmla="*/ 490888 w 606298"/>
              <a:gd name="connsiteY39" fmla="*/ 303392 h 568686"/>
              <a:gd name="connsiteX40" fmla="*/ 511500 w 606298"/>
              <a:gd name="connsiteY40" fmla="*/ 374953 h 568686"/>
              <a:gd name="connsiteX41" fmla="*/ 572130 w 606298"/>
              <a:gd name="connsiteY41" fmla="*/ 290971 h 568686"/>
              <a:gd name="connsiteX42" fmla="*/ 517257 w 606298"/>
              <a:gd name="connsiteY42" fmla="*/ 210604 h 568686"/>
              <a:gd name="connsiteX43" fmla="*/ 89041 w 606298"/>
              <a:gd name="connsiteY43" fmla="*/ 210604 h 568686"/>
              <a:gd name="connsiteX44" fmla="*/ 34168 w 606298"/>
              <a:gd name="connsiteY44" fmla="*/ 290971 h 568686"/>
              <a:gd name="connsiteX45" fmla="*/ 94798 w 606298"/>
              <a:gd name="connsiteY45" fmla="*/ 374953 h 568686"/>
              <a:gd name="connsiteX46" fmla="*/ 115410 w 606298"/>
              <a:gd name="connsiteY46" fmla="*/ 303392 h 568686"/>
              <a:gd name="connsiteX47" fmla="*/ 89506 w 606298"/>
              <a:gd name="connsiteY47" fmla="*/ 213292 h 568686"/>
              <a:gd name="connsiteX48" fmla="*/ 419952 w 606298"/>
              <a:gd name="connsiteY48" fmla="*/ 171487 h 568686"/>
              <a:gd name="connsiteX49" fmla="*/ 438893 w 606298"/>
              <a:gd name="connsiteY49" fmla="*/ 199666 h 568686"/>
              <a:gd name="connsiteX50" fmla="*/ 470833 w 606298"/>
              <a:gd name="connsiteY50" fmla="*/ 256952 h 568686"/>
              <a:gd name="connsiteX51" fmla="*/ 484017 w 606298"/>
              <a:gd name="connsiteY51" fmla="*/ 200407 h 568686"/>
              <a:gd name="connsiteX52" fmla="*/ 484946 w 606298"/>
              <a:gd name="connsiteY52" fmla="*/ 193085 h 568686"/>
              <a:gd name="connsiteX53" fmla="*/ 419952 w 606298"/>
              <a:gd name="connsiteY53" fmla="*/ 171487 h 568686"/>
              <a:gd name="connsiteX54" fmla="*/ 186346 w 606298"/>
              <a:gd name="connsiteY54" fmla="*/ 171487 h 568686"/>
              <a:gd name="connsiteX55" fmla="*/ 121352 w 606298"/>
              <a:gd name="connsiteY55" fmla="*/ 193085 h 568686"/>
              <a:gd name="connsiteX56" fmla="*/ 122281 w 606298"/>
              <a:gd name="connsiteY56" fmla="*/ 200407 h 568686"/>
              <a:gd name="connsiteX57" fmla="*/ 135465 w 606298"/>
              <a:gd name="connsiteY57" fmla="*/ 256952 h 568686"/>
              <a:gd name="connsiteX58" fmla="*/ 167405 w 606298"/>
              <a:gd name="connsiteY58" fmla="*/ 199666 h 568686"/>
              <a:gd name="connsiteX59" fmla="*/ 186346 w 606298"/>
              <a:gd name="connsiteY59" fmla="*/ 171487 h 568686"/>
              <a:gd name="connsiteX60" fmla="*/ 303149 w 606298"/>
              <a:gd name="connsiteY60" fmla="*/ 159459 h 568686"/>
              <a:gd name="connsiteX61" fmla="*/ 236113 w 606298"/>
              <a:gd name="connsiteY61" fmla="*/ 162866 h 568686"/>
              <a:gd name="connsiteX62" fmla="*/ 196559 w 606298"/>
              <a:gd name="connsiteY62" fmla="*/ 218020 h 568686"/>
              <a:gd name="connsiteX63" fmla="*/ 153385 w 606298"/>
              <a:gd name="connsiteY63" fmla="*/ 301260 h 568686"/>
              <a:gd name="connsiteX64" fmla="*/ 184118 w 606298"/>
              <a:gd name="connsiteY64" fmla="*/ 356321 h 568686"/>
              <a:gd name="connsiteX65" fmla="*/ 222835 w 606298"/>
              <a:gd name="connsiteY65" fmla="*/ 406284 h 568686"/>
              <a:gd name="connsiteX66" fmla="*/ 227385 w 606298"/>
              <a:gd name="connsiteY66" fmla="*/ 411104 h 568686"/>
              <a:gd name="connsiteX67" fmla="*/ 234813 w 606298"/>
              <a:gd name="connsiteY67" fmla="*/ 419169 h 568686"/>
              <a:gd name="connsiteX68" fmla="*/ 294607 w 606298"/>
              <a:gd name="connsiteY68" fmla="*/ 422691 h 568686"/>
              <a:gd name="connsiteX69" fmla="*/ 311784 w 606298"/>
              <a:gd name="connsiteY69" fmla="*/ 422691 h 568686"/>
              <a:gd name="connsiteX70" fmla="*/ 371485 w 606298"/>
              <a:gd name="connsiteY70" fmla="*/ 419169 h 568686"/>
              <a:gd name="connsiteX71" fmla="*/ 378913 w 606298"/>
              <a:gd name="connsiteY71" fmla="*/ 411104 h 568686"/>
              <a:gd name="connsiteX72" fmla="*/ 383463 w 606298"/>
              <a:gd name="connsiteY72" fmla="*/ 406284 h 568686"/>
              <a:gd name="connsiteX73" fmla="*/ 422273 w 606298"/>
              <a:gd name="connsiteY73" fmla="*/ 356321 h 568686"/>
              <a:gd name="connsiteX74" fmla="*/ 452913 w 606298"/>
              <a:gd name="connsiteY74" fmla="*/ 301260 h 568686"/>
              <a:gd name="connsiteX75" fmla="*/ 409831 w 606298"/>
              <a:gd name="connsiteY75" fmla="*/ 218020 h 568686"/>
              <a:gd name="connsiteX76" fmla="*/ 370185 w 606298"/>
              <a:gd name="connsiteY76" fmla="*/ 162866 h 568686"/>
              <a:gd name="connsiteX77" fmla="*/ 303149 w 606298"/>
              <a:gd name="connsiteY77" fmla="*/ 159459 h 568686"/>
              <a:gd name="connsiteX78" fmla="*/ 303149 w 606298"/>
              <a:gd name="connsiteY78" fmla="*/ 95754 h 568686"/>
              <a:gd name="connsiteX79" fmla="*/ 269631 w 606298"/>
              <a:gd name="connsiteY79" fmla="*/ 125788 h 568686"/>
              <a:gd name="connsiteX80" fmla="*/ 336667 w 606298"/>
              <a:gd name="connsiteY80" fmla="*/ 125788 h 568686"/>
              <a:gd name="connsiteX81" fmla="*/ 303149 w 606298"/>
              <a:gd name="connsiteY81" fmla="*/ 95754 h 568686"/>
              <a:gd name="connsiteX82" fmla="*/ 413453 w 606298"/>
              <a:gd name="connsiteY82" fmla="*/ 34112 h 568686"/>
              <a:gd name="connsiteX83" fmla="*/ 326454 w 606298"/>
              <a:gd name="connsiteY83" fmla="*/ 70078 h 568686"/>
              <a:gd name="connsiteX84" fmla="*/ 388012 w 606298"/>
              <a:gd name="connsiteY84" fmla="*/ 130608 h 568686"/>
              <a:gd name="connsiteX85" fmla="*/ 490424 w 606298"/>
              <a:gd name="connsiteY85" fmla="*/ 158138 h 568686"/>
              <a:gd name="connsiteX86" fmla="*/ 490424 w 606298"/>
              <a:gd name="connsiteY86" fmla="*/ 156933 h 568686"/>
              <a:gd name="connsiteX87" fmla="*/ 453841 w 606298"/>
              <a:gd name="connsiteY87" fmla="*/ 45143 h 568686"/>
              <a:gd name="connsiteX88" fmla="*/ 413453 w 606298"/>
              <a:gd name="connsiteY88" fmla="*/ 34112 h 568686"/>
              <a:gd name="connsiteX89" fmla="*/ 192845 w 606298"/>
              <a:gd name="connsiteY89" fmla="*/ 34112 h 568686"/>
              <a:gd name="connsiteX90" fmla="*/ 152549 w 606298"/>
              <a:gd name="connsiteY90" fmla="*/ 45143 h 568686"/>
              <a:gd name="connsiteX91" fmla="*/ 115874 w 606298"/>
              <a:gd name="connsiteY91" fmla="*/ 156933 h 568686"/>
              <a:gd name="connsiteX92" fmla="*/ 115967 w 606298"/>
              <a:gd name="connsiteY92" fmla="*/ 158138 h 568686"/>
              <a:gd name="connsiteX93" fmla="*/ 218286 w 606298"/>
              <a:gd name="connsiteY93" fmla="*/ 130608 h 568686"/>
              <a:gd name="connsiteX94" fmla="*/ 279937 w 606298"/>
              <a:gd name="connsiteY94" fmla="*/ 70078 h 568686"/>
              <a:gd name="connsiteX95" fmla="*/ 192845 w 606298"/>
              <a:gd name="connsiteY95" fmla="*/ 34112 h 568686"/>
              <a:gd name="connsiteX96" fmla="*/ 192845 w 606298"/>
              <a:gd name="connsiteY96" fmla="*/ 0 h 568686"/>
              <a:gd name="connsiteX97" fmla="*/ 303149 w 606298"/>
              <a:gd name="connsiteY97" fmla="*/ 44494 h 568686"/>
              <a:gd name="connsiteX98" fmla="*/ 413453 w 606298"/>
              <a:gd name="connsiteY98" fmla="*/ 0 h 568686"/>
              <a:gd name="connsiteX99" fmla="*/ 472411 w 606298"/>
              <a:gd name="connsiteY99" fmla="*/ 16500 h 568686"/>
              <a:gd name="connsiteX100" fmla="*/ 515214 w 606298"/>
              <a:gd name="connsiteY100" fmla="*/ 78050 h 568686"/>
              <a:gd name="connsiteX101" fmla="*/ 524127 w 606298"/>
              <a:gd name="connsiteY101" fmla="*/ 167964 h 568686"/>
              <a:gd name="connsiteX102" fmla="*/ 524127 w 606298"/>
              <a:gd name="connsiteY102" fmla="*/ 174824 h 568686"/>
              <a:gd name="connsiteX103" fmla="*/ 606298 w 606298"/>
              <a:gd name="connsiteY103" fmla="*/ 290971 h 568686"/>
              <a:gd name="connsiteX104" fmla="*/ 516607 w 606298"/>
              <a:gd name="connsiteY104" fmla="*/ 411382 h 568686"/>
              <a:gd name="connsiteX105" fmla="*/ 516792 w 606298"/>
              <a:gd name="connsiteY105" fmla="*/ 413792 h 568686"/>
              <a:gd name="connsiteX106" fmla="*/ 464519 w 606298"/>
              <a:gd name="connsiteY106" fmla="*/ 553299 h 568686"/>
              <a:gd name="connsiteX107" fmla="*/ 408903 w 606298"/>
              <a:gd name="connsiteY107" fmla="*/ 568686 h 568686"/>
              <a:gd name="connsiteX108" fmla="*/ 303149 w 606298"/>
              <a:gd name="connsiteY108" fmla="*/ 532628 h 568686"/>
              <a:gd name="connsiteX109" fmla="*/ 197395 w 606298"/>
              <a:gd name="connsiteY109" fmla="*/ 568686 h 568686"/>
              <a:gd name="connsiteX110" fmla="*/ 141779 w 606298"/>
              <a:gd name="connsiteY110" fmla="*/ 553299 h 568686"/>
              <a:gd name="connsiteX111" fmla="*/ 89506 w 606298"/>
              <a:gd name="connsiteY111" fmla="*/ 413700 h 568686"/>
              <a:gd name="connsiteX112" fmla="*/ 89784 w 606298"/>
              <a:gd name="connsiteY112" fmla="*/ 411382 h 568686"/>
              <a:gd name="connsiteX113" fmla="*/ 0 w 606298"/>
              <a:gd name="connsiteY113" fmla="*/ 290971 h 568686"/>
              <a:gd name="connsiteX114" fmla="*/ 82171 w 606298"/>
              <a:gd name="connsiteY114" fmla="*/ 174824 h 568686"/>
              <a:gd name="connsiteX115" fmla="*/ 82171 w 606298"/>
              <a:gd name="connsiteY115" fmla="*/ 167964 h 568686"/>
              <a:gd name="connsiteX116" fmla="*/ 91084 w 606298"/>
              <a:gd name="connsiteY116" fmla="*/ 78050 h 568686"/>
              <a:gd name="connsiteX117" fmla="*/ 133887 w 606298"/>
              <a:gd name="connsiteY117" fmla="*/ 16500 h 568686"/>
              <a:gd name="connsiteX118" fmla="*/ 192845 w 606298"/>
              <a:gd name="connsiteY118" fmla="*/ 0 h 5686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606298" h="568686">
                <a:moveTo>
                  <a:pt x="258582" y="455598"/>
                </a:moveTo>
                <a:cubicBezTo>
                  <a:pt x="273159" y="469039"/>
                  <a:pt x="288200" y="480811"/>
                  <a:pt x="303149" y="490637"/>
                </a:cubicBezTo>
                <a:cubicBezTo>
                  <a:pt x="318190" y="480811"/>
                  <a:pt x="333139" y="469039"/>
                  <a:pt x="347716" y="455598"/>
                </a:cubicBezTo>
                <a:cubicBezTo>
                  <a:pt x="335274" y="456432"/>
                  <a:pt x="323483" y="456896"/>
                  <a:pt x="311784" y="456896"/>
                </a:cubicBezTo>
                <a:lnTo>
                  <a:pt x="294607" y="456896"/>
                </a:lnTo>
                <a:cubicBezTo>
                  <a:pt x="282908" y="456896"/>
                  <a:pt x="271024" y="456432"/>
                  <a:pt x="258582" y="455598"/>
                </a:cubicBezTo>
                <a:close/>
                <a:moveTo>
                  <a:pt x="482810" y="426955"/>
                </a:moveTo>
                <a:cubicBezTo>
                  <a:pt x="458020" y="436688"/>
                  <a:pt x="431001" y="444104"/>
                  <a:pt x="402311" y="449202"/>
                </a:cubicBezTo>
                <a:lnTo>
                  <a:pt x="391633" y="460233"/>
                </a:lnTo>
                <a:cubicBezTo>
                  <a:pt x="373249" y="479421"/>
                  <a:pt x="353751" y="496384"/>
                  <a:pt x="333696" y="510752"/>
                </a:cubicBezTo>
                <a:cubicBezTo>
                  <a:pt x="360436" y="525768"/>
                  <a:pt x="385877" y="533647"/>
                  <a:pt x="407603" y="533647"/>
                </a:cubicBezTo>
                <a:cubicBezTo>
                  <a:pt x="421995" y="533647"/>
                  <a:pt x="434808" y="530218"/>
                  <a:pt x="445578" y="523358"/>
                </a:cubicBezTo>
                <a:cubicBezTo>
                  <a:pt x="470833" y="507507"/>
                  <a:pt x="484017" y="473303"/>
                  <a:pt x="482810" y="426955"/>
                </a:cubicBezTo>
                <a:close/>
                <a:moveTo>
                  <a:pt x="123488" y="426955"/>
                </a:moveTo>
                <a:cubicBezTo>
                  <a:pt x="122281" y="473303"/>
                  <a:pt x="135465" y="507507"/>
                  <a:pt x="160720" y="523358"/>
                </a:cubicBezTo>
                <a:cubicBezTo>
                  <a:pt x="171490" y="530218"/>
                  <a:pt x="184303" y="533647"/>
                  <a:pt x="198788" y="533647"/>
                </a:cubicBezTo>
                <a:cubicBezTo>
                  <a:pt x="220421" y="533647"/>
                  <a:pt x="245862" y="525768"/>
                  <a:pt x="272602" y="510752"/>
                </a:cubicBezTo>
                <a:cubicBezTo>
                  <a:pt x="252547" y="496384"/>
                  <a:pt x="233142" y="479421"/>
                  <a:pt x="214665" y="460233"/>
                </a:cubicBezTo>
                <a:lnTo>
                  <a:pt x="204080" y="449202"/>
                </a:lnTo>
                <a:cubicBezTo>
                  <a:pt x="175297" y="444104"/>
                  <a:pt x="148278" y="436688"/>
                  <a:pt x="123488" y="426955"/>
                </a:cubicBezTo>
                <a:close/>
                <a:moveTo>
                  <a:pt x="469069" y="346681"/>
                </a:moveTo>
                <a:cubicBezTo>
                  <a:pt x="463591" y="356043"/>
                  <a:pt x="457555" y="365313"/>
                  <a:pt x="450777" y="374953"/>
                </a:cubicBezTo>
                <a:lnTo>
                  <a:pt x="449292" y="377178"/>
                </a:lnTo>
                <a:cubicBezTo>
                  <a:pt x="437686" y="393770"/>
                  <a:pt x="434529" y="398405"/>
                  <a:pt x="425523" y="409250"/>
                </a:cubicBezTo>
                <a:cubicBezTo>
                  <a:pt x="444464" y="404523"/>
                  <a:pt x="462476" y="398497"/>
                  <a:pt x="479189" y="391360"/>
                </a:cubicBezTo>
                <a:cubicBezTo>
                  <a:pt x="476961" y="376992"/>
                  <a:pt x="473525" y="361976"/>
                  <a:pt x="469069" y="346681"/>
                </a:cubicBezTo>
                <a:close/>
                <a:moveTo>
                  <a:pt x="137229" y="346681"/>
                </a:moveTo>
                <a:cubicBezTo>
                  <a:pt x="132773" y="361976"/>
                  <a:pt x="129337" y="376992"/>
                  <a:pt x="127109" y="391360"/>
                </a:cubicBezTo>
                <a:cubicBezTo>
                  <a:pt x="143822" y="398497"/>
                  <a:pt x="161834" y="404523"/>
                  <a:pt x="180868" y="409250"/>
                </a:cubicBezTo>
                <a:cubicBezTo>
                  <a:pt x="171769" y="398312"/>
                  <a:pt x="168426" y="393492"/>
                  <a:pt x="157006" y="377178"/>
                </a:cubicBezTo>
                <a:lnTo>
                  <a:pt x="155521" y="375046"/>
                </a:lnTo>
                <a:cubicBezTo>
                  <a:pt x="148743" y="365313"/>
                  <a:pt x="142800" y="356043"/>
                  <a:pt x="137229" y="346681"/>
                </a:cubicBezTo>
                <a:close/>
                <a:moveTo>
                  <a:pt x="303114" y="237523"/>
                </a:moveTo>
                <a:cubicBezTo>
                  <a:pt x="329011" y="237523"/>
                  <a:pt x="350005" y="258485"/>
                  <a:pt x="350005" y="284343"/>
                </a:cubicBezTo>
                <a:cubicBezTo>
                  <a:pt x="350005" y="310201"/>
                  <a:pt x="329011" y="331163"/>
                  <a:pt x="303114" y="331163"/>
                </a:cubicBezTo>
                <a:cubicBezTo>
                  <a:pt x="277217" y="331163"/>
                  <a:pt x="256223" y="310201"/>
                  <a:pt x="256223" y="284343"/>
                </a:cubicBezTo>
                <a:cubicBezTo>
                  <a:pt x="256223" y="258485"/>
                  <a:pt x="277217" y="237523"/>
                  <a:pt x="303114" y="237523"/>
                </a:cubicBezTo>
                <a:close/>
                <a:moveTo>
                  <a:pt x="517257" y="210604"/>
                </a:moveTo>
                <a:lnTo>
                  <a:pt x="516792" y="213292"/>
                </a:lnTo>
                <a:cubicBezTo>
                  <a:pt x="511593" y="245550"/>
                  <a:pt x="503144" y="275027"/>
                  <a:pt x="490888" y="303392"/>
                </a:cubicBezTo>
                <a:cubicBezTo>
                  <a:pt x="500173" y="327771"/>
                  <a:pt x="507043" y="351872"/>
                  <a:pt x="511500" y="374953"/>
                </a:cubicBezTo>
                <a:cubicBezTo>
                  <a:pt x="550682" y="351223"/>
                  <a:pt x="572130" y="321560"/>
                  <a:pt x="572130" y="290971"/>
                </a:cubicBezTo>
                <a:cubicBezTo>
                  <a:pt x="572130" y="262143"/>
                  <a:pt x="552725" y="233778"/>
                  <a:pt x="517257" y="210604"/>
                </a:cubicBezTo>
                <a:close/>
                <a:moveTo>
                  <a:pt x="89041" y="210604"/>
                </a:moveTo>
                <a:cubicBezTo>
                  <a:pt x="53573" y="233778"/>
                  <a:pt x="34168" y="262143"/>
                  <a:pt x="34168" y="290971"/>
                </a:cubicBezTo>
                <a:cubicBezTo>
                  <a:pt x="34168" y="321560"/>
                  <a:pt x="55616" y="351223"/>
                  <a:pt x="94798" y="374953"/>
                </a:cubicBezTo>
                <a:cubicBezTo>
                  <a:pt x="99255" y="351872"/>
                  <a:pt x="106218" y="327771"/>
                  <a:pt x="115410" y="303392"/>
                </a:cubicBezTo>
                <a:cubicBezTo>
                  <a:pt x="103247" y="275027"/>
                  <a:pt x="94705" y="245550"/>
                  <a:pt x="89506" y="213292"/>
                </a:cubicBezTo>
                <a:close/>
                <a:moveTo>
                  <a:pt x="419952" y="171487"/>
                </a:moveTo>
                <a:cubicBezTo>
                  <a:pt x="426451" y="180571"/>
                  <a:pt x="432765" y="190026"/>
                  <a:pt x="438893" y="199666"/>
                </a:cubicBezTo>
                <a:cubicBezTo>
                  <a:pt x="450777" y="218576"/>
                  <a:pt x="461548" y="237856"/>
                  <a:pt x="470833" y="256952"/>
                </a:cubicBezTo>
                <a:cubicBezTo>
                  <a:pt x="477146" y="237949"/>
                  <a:pt x="481510" y="219410"/>
                  <a:pt x="484017" y="200407"/>
                </a:cubicBezTo>
                <a:lnTo>
                  <a:pt x="484946" y="193085"/>
                </a:lnTo>
                <a:cubicBezTo>
                  <a:pt x="465633" y="184278"/>
                  <a:pt x="443814" y="177048"/>
                  <a:pt x="419952" y="171487"/>
                </a:cubicBezTo>
                <a:close/>
                <a:moveTo>
                  <a:pt x="186346" y="171487"/>
                </a:moveTo>
                <a:cubicBezTo>
                  <a:pt x="162577" y="177048"/>
                  <a:pt x="140758" y="184278"/>
                  <a:pt x="121352" y="193085"/>
                </a:cubicBezTo>
                <a:lnTo>
                  <a:pt x="122281" y="200407"/>
                </a:lnTo>
                <a:cubicBezTo>
                  <a:pt x="124881" y="219410"/>
                  <a:pt x="129152" y="237949"/>
                  <a:pt x="135465" y="256952"/>
                </a:cubicBezTo>
                <a:cubicBezTo>
                  <a:pt x="144750" y="237856"/>
                  <a:pt x="155521" y="218576"/>
                  <a:pt x="167405" y="199666"/>
                </a:cubicBezTo>
                <a:cubicBezTo>
                  <a:pt x="173533" y="190026"/>
                  <a:pt x="179847" y="180571"/>
                  <a:pt x="186346" y="171487"/>
                </a:cubicBezTo>
                <a:close/>
                <a:moveTo>
                  <a:pt x="303149" y="159459"/>
                </a:moveTo>
                <a:cubicBezTo>
                  <a:pt x="279473" y="159459"/>
                  <a:pt x="255797" y="160595"/>
                  <a:pt x="236113" y="162866"/>
                </a:cubicBezTo>
                <a:cubicBezTo>
                  <a:pt x="222000" y="180200"/>
                  <a:pt x="208630" y="198739"/>
                  <a:pt x="196559" y="218020"/>
                </a:cubicBezTo>
                <a:cubicBezTo>
                  <a:pt x="179754" y="244438"/>
                  <a:pt x="165270" y="272432"/>
                  <a:pt x="153385" y="301260"/>
                </a:cubicBezTo>
                <a:cubicBezTo>
                  <a:pt x="162020" y="318965"/>
                  <a:pt x="172047" y="337040"/>
                  <a:pt x="184118" y="356321"/>
                </a:cubicBezTo>
                <a:cubicBezTo>
                  <a:pt x="199809" y="381534"/>
                  <a:pt x="207980" y="390340"/>
                  <a:pt x="222835" y="406284"/>
                </a:cubicBezTo>
                <a:cubicBezTo>
                  <a:pt x="224321" y="407767"/>
                  <a:pt x="225807" y="409436"/>
                  <a:pt x="227385" y="411104"/>
                </a:cubicBezTo>
                <a:lnTo>
                  <a:pt x="234813" y="419169"/>
                </a:lnTo>
                <a:cubicBezTo>
                  <a:pt x="254218" y="421486"/>
                  <a:pt x="274273" y="422691"/>
                  <a:pt x="294607" y="422691"/>
                </a:cubicBezTo>
                <a:lnTo>
                  <a:pt x="311784" y="422691"/>
                </a:lnTo>
                <a:cubicBezTo>
                  <a:pt x="332025" y="422691"/>
                  <a:pt x="352080" y="421486"/>
                  <a:pt x="371485" y="419169"/>
                </a:cubicBezTo>
                <a:lnTo>
                  <a:pt x="378913" y="411104"/>
                </a:lnTo>
                <a:cubicBezTo>
                  <a:pt x="380491" y="409436"/>
                  <a:pt x="382070" y="407767"/>
                  <a:pt x="383463" y="406284"/>
                </a:cubicBezTo>
                <a:cubicBezTo>
                  <a:pt x="398318" y="390340"/>
                  <a:pt x="406489" y="381534"/>
                  <a:pt x="422273" y="356321"/>
                </a:cubicBezTo>
                <a:cubicBezTo>
                  <a:pt x="434343" y="337040"/>
                  <a:pt x="444371" y="318965"/>
                  <a:pt x="452913" y="301260"/>
                </a:cubicBezTo>
                <a:cubicBezTo>
                  <a:pt x="441028" y="272432"/>
                  <a:pt x="426544" y="244438"/>
                  <a:pt x="409831" y="218020"/>
                </a:cubicBezTo>
                <a:cubicBezTo>
                  <a:pt x="397668" y="198739"/>
                  <a:pt x="384391" y="180200"/>
                  <a:pt x="370185" y="162866"/>
                </a:cubicBezTo>
                <a:cubicBezTo>
                  <a:pt x="350502" y="160595"/>
                  <a:pt x="326825" y="159459"/>
                  <a:pt x="303149" y="159459"/>
                </a:cubicBezTo>
                <a:close/>
                <a:moveTo>
                  <a:pt x="303149" y="95754"/>
                </a:moveTo>
                <a:cubicBezTo>
                  <a:pt x="291729" y="104931"/>
                  <a:pt x="280494" y="115035"/>
                  <a:pt x="269631" y="125788"/>
                </a:cubicBezTo>
                <a:cubicBezTo>
                  <a:pt x="288758" y="124861"/>
                  <a:pt x="317540" y="124861"/>
                  <a:pt x="336667" y="125788"/>
                </a:cubicBezTo>
                <a:cubicBezTo>
                  <a:pt x="325897" y="115035"/>
                  <a:pt x="314662" y="104931"/>
                  <a:pt x="303149" y="95754"/>
                </a:cubicBezTo>
                <a:close/>
                <a:moveTo>
                  <a:pt x="413453" y="34112"/>
                </a:moveTo>
                <a:cubicBezTo>
                  <a:pt x="388941" y="34112"/>
                  <a:pt x="359693" y="46162"/>
                  <a:pt x="326454" y="70078"/>
                </a:cubicBezTo>
                <a:cubicBezTo>
                  <a:pt x="347530" y="87226"/>
                  <a:pt x="368235" y="107619"/>
                  <a:pt x="388012" y="130608"/>
                </a:cubicBezTo>
                <a:cubicBezTo>
                  <a:pt x="425801" y="136077"/>
                  <a:pt x="460155" y="145346"/>
                  <a:pt x="490424" y="158138"/>
                </a:cubicBezTo>
                <a:lnTo>
                  <a:pt x="490424" y="156933"/>
                </a:lnTo>
                <a:cubicBezTo>
                  <a:pt x="493023" y="105117"/>
                  <a:pt x="478632" y="61179"/>
                  <a:pt x="453841" y="45143"/>
                </a:cubicBezTo>
                <a:cubicBezTo>
                  <a:pt x="442607" y="37820"/>
                  <a:pt x="428958" y="34112"/>
                  <a:pt x="413453" y="34112"/>
                </a:cubicBezTo>
                <a:close/>
                <a:moveTo>
                  <a:pt x="192845" y="34112"/>
                </a:moveTo>
                <a:cubicBezTo>
                  <a:pt x="177340" y="34112"/>
                  <a:pt x="163784" y="37820"/>
                  <a:pt x="152549" y="45143"/>
                </a:cubicBezTo>
                <a:cubicBezTo>
                  <a:pt x="127759" y="61179"/>
                  <a:pt x="113368" y="105117"/>
                  <a:pt x="115874" y="156933"/>
                </a:cubicBezTo>
                <a:lnTo>
                  <a:pt x="115967" y="158138"/>
                </a:lnTo>
                <a:cubicBezTo>
                  <a:pt x="146143" y="145346"/>
                  <a:pt x="180497" y="136077"/>
                  <a:pt x="218286" y="130608"/>
                </a:cubicBezTo>
                <a:cubicBezTo>
                  <a:pt x="238062" y="107619"/>
                  <a:pt x="258768" y="87226"/>
                  <a:pt x="279937" y="70078"/>
                </a:cubicBezTo>
                <a:cubicBezTo>
                  <a:pt x="246697" y="46162"/>
                  <a:pt x="217450" y="34112"/>
                  <a:pt x="192845" y="34112"/>
                </a:cubicBezTo>
                <a:close/>
                <a:moveTo>
                  <a:pt x="192845" y="0"/>
                </a:moveTo>
                <a:cubicBezTo>
                  <a:pt x="225342" y="0"/>
                  <a:pt x="262482" y="14924"/>
                  <a:pt x="303149" y="44494"/>
                </a:cubicBezTo>
                <a:cubicBezTo>
                  <a:pt x="343816" y="14924"/>
                  <a:pt x="380956" y="0"/>
                  <a:pt x="413453" y="0"/>
                </a:cubicBezTo>
                <a:cubicBezTo>
                  <a:pt x="435643" y="0"/>
                  <a:pt x="455513" y="5562"/>
                  <a:pt x="472411" y="16500"/>
                </a:cubicBezTo>
                <a:cubicBezTo>
                  <a:pt x="491445" y="28828"/>
                  <a:pt x="506208" y="50148"/>
                  <a:pt x="515214" y="78050"/>
                </a:cubicBezTo>
                <a:cubicBezTo>
                  <a:pt x="523756" y="104468"/>
                  <a:pt x="526820" y="135613"/>
                  <a:pt x="524127" y="167964"/>
                </a:cubicBezTo>
                <a:lnTo>
                  <a:pt x="524127" y="174824"/>
                </a:lnTo>
                <a:cubicBezTo>
                  <a:pt x="577144" y="205506"/>
                  <a:pt x="606298" y="246662"/>
                  <a:pt x="606298" y="290971"/>
                </a:cubicBezTo>
                <a:cubicBezTo>
                  <a:pt x="606298" y="337597"/>
                  <a:pt x="574451" y="380236"/>
                  <a:pt x="516607" y="411382"/>
                </a:cubicBezTo>
                <a:cubicBezTo>
                  <a:pt x="516700" y="412216"/>
                  <a:pt x="516792" y="412958"/>
                  <a:pt x="516792" y="413792"/>
                </a:cubicBezTo>
                <a:cubicBezTo>
                  <a:pt x="521528" y="479513"/>
                  <a:pt x="503051" y="529105"/>
                  <a:pt x="464519" y="553299"/>
                </a:cubicBezTo>
                <a:cubicBezTo>
                  <a:pt x="448363" y="563495"/>
                  <a:pt x="429701" y="568686"/>
                  <a:pt x="408903" y="568686"/>
                </a:cubicBezTo>
                <a:cubicBezTo>
                  <a:pt x="376870" y="568686"/>
                  <a:pt x="340381" y="556172"/>
                  <a:pt x="303149" y="532628"/>
                </a:cubicBezTo>
                <a:cubicBezTo>
                  <a:pt x="266010" y="556172"/>
                  <a:pt x="229428" y="568686"/>
                  <a:pt x="197395" y="568686"/>
                </a:cubicBezTo>
                <a:cubicBezTo>
                  <a:pt x="176690" y="568686"/>
                  <a:pt x="157935" y="563495"/>
                  <a:pt x="141779" y="553299"/>
                </a:cubicBezTo>
                <a:cubicBezTo>
                  <a:pt x="103340" y="529105"/>
                  <a:pt x="84770" y="479513"/>
                  <a:pt x="89506" y="413700"/>
                </a:cubicBezTo>
                <a:cubicBezTo>
                  <a:pt x="89598" y="412958"/>
                  <a:pt x="89691" y="412124"/>
                  <a:pt x="89784" y="411382"/>
                </a:cubicBezTo>
                <a:cubicBezTo>
                  <a:pt x="31847" y="380236"/>
                  <a:pt x="0" y="337597"/>
                  <a:pt x="0" y="290971"/>
                </a:cubicBezTo>
                <a:cubicBezTo>
                  <a:pt x="0" y="246662"/>
                  <a:pt x="29154" y="205506"/>
                  <a:pt x="82171" y="174824"/>
                </a:cubicBezTo>
                <a:lnTo>
                  <a:pt x="82171" y="167964"/>
                </a:lnTo>
                <a:cubicBezTo>
                  <a:pt x="79478" y="135613"/>
                  <a:pt x="82542" y="104468"/>
                  <a:pt x="91084" y="78050"/>
                </a:cubicBezTo>
                <a:cubicBezTo>
                  <a:pt x="100090" y="50148"/>
                  <a:pt x="114946" y="28828"/>
                  <a:pt x="133887" y="16500"/>
                </a:cubicBezTo>
                <a:cubicBezTo>
                  <a:pt x="150785" y="5562"/>
                  <a:pt x="170655" y="0"/>
                  <a:pt x="19284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cs typeface="+mn-ea"/>
              <a:sym typeface="+mn-lt"/>
            </a:endParaRPr>
          </a:p>
        </p:txBody>
      </p:sp>
      <p:sp>
        <p:nvSpPr>
          <p:cNvPr id="48" name="椭圆 45">
            <a:extLst>
              <a:ext uri="{FF2B5EF4-FFF2-40B4-BE49-F238E27FC236}">
                <a16:creationId xmlns:a16="http://schemas.microsoft.com/office/drawing/2014/main" id="{DC1F1EEF-0C93-12FD-7E4C-E721832DD78A}"/>
              </a:ext>
            </a:extLst>
          </p:cNvPr>
          <p:cNvSpPr/>
          <p:nvPr/>
        </p:nvSpPr>
        <p:spPr>
          <a:xfrm>
            <a:off x="8551177" y="2313474"/>
            <a:ext cx="755387" cy="733741"/>
          </a:xfrm>
          <a:custGeom>
            <a:avLst/>
            <a:gdLst>
              <a:gd name="connsiteX0" fmla="*/ 357006 w 608274"/>
              <a:gd name="connsiteY0" fmla="*/ 315793 h 590844"/>
              <a:gd name="connsiteX1" fmla="*/ 344664 w 608274"/>
              <a:gd name="connsiteY1" fmla="*/ 351821 h 590844"/>
              <a:gd name="connsiteX2" fmla="*/ 552405 w 608274"/>
              <a:gd name="connsiteY2" fmla="*/ 559238 h 590844"/>
              <a:gd name="connsiteX3" fmla="*/ 554572 w 608274"/>
              <a:gd name="connsiteY3" fmla="*/ 560178 h 590844"/>
              <a:gd name="connsiteX4" fmla="*/ 554666 w 608274"/>
              <a:gd name="connsiteY4" fmla="*/ 560178 h 590844"/>
              <a:gd name="connsiteX5" fmla="*/ 556928 w 608274"/>
              <a:gd name="connsiteY5" fmla="*/ 559238 h 590844"/>
              <a:gd name="connsiteX6" fmla="*/ 576618 w 608274"/>
              <a:gd name="connsiteY6" fmla="*/ 539578 h 590844"/>
              <a:gd name="connsiteX7" fmla="*/ 577560 w 608274"/>
              <a:gd name="connsiteY7" fmla="*/ 537320 h 590844"/>
              <a:gd name="connsiteX8" fmla="*/ 576618 w 608274"/>
              <a:gd name="connsiteY8" fmla="*/ 535063 h 590844"/>
              <a:gd name="connsiteX9" fmla="*/ 347019 w 608274"/>
              <a:gd name="connsiteY9" fmla="*/ 272617 h 590844"/>
              <a:gd name="connsiteX10" fmla="*/ 361339 w 608274"/>
              <a:gd name="connsiteY10" fmla="*/ 276756 h 590844"/>
              <a:gd name="connsiteX11" fmla="*/ 370572 w 608274"/>
              <a:gd name="connsiteY11" fmla="*/ 285974 h 590844"/>
              <a:gd name="connsiteX12" fmla="*/ 598287 w 608274"/>
              <a:gd name="connsiteY12" fmla="*/ 513333 h 590844"/>
              <a:gd name="connsiteX13" fmla="*/ 608274 w 608274"/>
              <a:gd name="connsiteY13" fmla="*/ 537320 h 590844"/>
              <a:gd name="connsiteX14" fmla="*/ 598287 w 608274"/>
              <a:gd name="connsiteY14" fmla="*/ 561213 h 590844"/>
              <a:gd name="connsiteX15" fmla="*/ 578691 w 608274"/>
              <a:gd name="connsiteY15" fmla="*/ 580873 h 590844"/>
              <a:gd name="connsiteX16" fmla="*/ 554666 w 608274"/>
              <a:gd name="connsiteY16" fmla="*/ 590844 h 590844"/>
              <a:gd name="connsiteX17" fmla="*/ 554572 w 608274"/>
              <a:gd name="connsiteY17" fmla="*/ 590844 h 590844"/>
              <a:gd name="connsiteX18" fmla="*/ 530736 w 608274"/>
              <a:gd name="connsiteY18" fmla="*/ 580873 h 590844"/>
              <a:gd name="connsiteX19" fmla="*/ 316211 w 608274"/>
              <a:gd name="connsiteY19" fmla="*/ 366683 h 590844"/>
              <a:gd name="connsiteX20" fmla="*/ 312442 w 608274"/>
              <a:gd name="connsiteY20" fmla="*/ 350880 h 590844"/>
              <a:gd name="connsiteX21" fmla="*/ 327328 w 608274"/>
              <a:gd name="connsiteY21" fmla="*/ 307610 h 590844"/>
              <a:gd name="connsiteX22" fmla="*/ 335902 w 608274"/>
              <a:gd name="connsiteY22" fmla="*/ 282588 h 590844"/>
              <a:gd name="connsiteX23" fmla="*/ 347019 w 608274"/>
              <a:gd name="connsiteY23" fmla="*/ 272617 h 590844"/>
              <a:gd name="connsiteX24" fmla="*/ 74870 w 608274"/>
              <a:gd name="connsiteY24" fmla="*/ 82350 h 590844"/>
              <a:gd name="connsiteX25" fmla="*/ 426850 w 608274"/>
              <a:gd name="connsiteY25" fmla="*/ 82350 h 590844"/>
              <a:gd name="connsiteX26" fmla="*/ 426850 w 608274"/>
              <a:gd name="connsiteY26" fmla="*/ 306027 h 590844"/>
              <a:gd name="connsiteX27" fmla="*/ 379461 w 608274"/>
              <a:gd name="connsiteY27" fmla="*/ 258714 h 590844"/>
              <a:gd name="connsiteX28" fmla="*/ 341210 w 608274"/>
              <a:gd name="connsiteY28" fmla="*/ 247709 h 590844"/>
              <a:gd name="connsiteX29" fmla="*/ 315867 w 608274"/>
              <a:gd name="connsiteY29" fmla="*/ 265957 h 590844"/>
              <a:gd name="connsiteX30" fmla="*/ 204507 w 608274"/>
              <a:gd name="connsiteY30" fmla="*/ 235763 h 590844"/>
              <a:gd name="connsiteX31" fmla="*/ 195274 w 608274"/>
              <a:gd name="connsiteY31" fmla="*/ 230590 h 590844"/>
              <a:gd name="connsiteX32" fmla="*/ 213740 w 608274"/>
              <a:gd name="connsiteY32" fmla="*/ 231154 h 590844"/>
              <a:gd name="connsiteX33" fmla="*/ 225517 w 608274"/>
              <a:gd name="connsiteY33" fmla="*/ 231719 h 590844"/>
              <a:gd name="connsiteX34" fmla="*/ 248599 w 608274"/>
              <a:gd name="connsiteY34" fmla="*/ 232377 h 590844"/>
              <a:gd name="connsiteX35" fmla="*/ 322085 w 608274"/>
              <a:gd name="connsiteY35" fmla="*/ 227674 h 590844"/>
              <a:gd name="connsiteX36" fmla="*/ 361749 w 608274"/>
              <a:gd name="connsiteY36" fmla="*/ 186852 h 590844"/>
              <a:gd name="connsiteX37" fmla="*/ 323216 w 608274"/>
              <a:gd name="connsiteY37" fmla="*/ 133049 h 590844"/>
              <a:gd name="connsiteX38" fmla="*/ 205167 w 608274"/>
              <a:gd name="connsiteY38" fmla="*/ 122514 h 590844"/>
              <a:gd name="connsiteX39" fmla="*/ 158248 w 608274"/>
              <a:gd name="connsiteY39" fmla="*/ 124395 h 590844"/>
              <a:gd name="connsiteX40" fmla="*/ 157683 w 608274"/>
              <a:gd name="connsiteY40" fmla="*/ 124395 h 590844"/>
              <a:gd name="connsiteX41" fmla="*/ 137239 w 608274"/>
              <a:gd name="connsiteY41" fmla="*/ 144336 h 590844"/>
              <a:gd name="connsiteX42" fmla="*/ 157212 w 608274"/>
              <a:gd name="connsiteY42" fmla="*/ 165312 h 590844"/>
              <a:gd name="connsiteX43" fmla="*/ 208087 w 608274"/>
              <a:gd name="connsiteY43" fmla="*/ 163336 h 590844"/>
              <a:gd name="connsiteX44" fmla="*/ 306634 w 608274"/>
              <a:gd name="connsiteY44" fmla="*/ 170485 h 590844"/>
              <a:gd name="connsiteX45" fmla="*/ 321049 w 608274"/>
              <a:gd name="connsiteY45" fmla="*/ 183465 h 590844"/>
              <a:gd name="connsiteX46" fmla="*/ 311251 w 608274"/>
              <a:gd name="connsiteY46" fmla="*/ 188263 h 590844"/>
              <a:gd name="connsiteX47" fmla="*/ 250200 w 608274"/>
              <a:gd name="connsiteY47" fmla="*/ 191461 h 590844"/>
              <a:gd name="connsiteX48" fmla="*/ 225517 w 608274"/>
              <a:gd name="connsiteY48" fmla="*/ 190896 h 590844"/>
              <a:gd name="connsiteX49" fmla="*/ 216755 w 608274"/>
              <a:gd name="connsiteY49" fmla="*/ 190426 h 590844"/>
              <a:gd name="connsiteX50" fmla="*/ 156929 w 608274"/>
              <a:gd name="connsiteY50" fmla="*/ 206040 h 590844"/>
              <a:gd name="connsiteX51" fmla="*/ 150335 w 608274"/>
              <a:gd name="connsiteY51" fmla="*/ 236516 h 590844"/>
              <a:gd name="connsiteX52" fmla="*/ 187078 w 608274"/>
              <a:gd name="connsiteY52" fmla="*/ 272823 h 590844"/>
              <a:gd name="connsiteX53" fmla="*/ 300887 w 608274"/>
              <a:gd name="connsiteY53" fmla="*/ 305839 h 590844"/>
              <a:gd name="connsiteX54" fmla="*/ 291277 w 608274"/>
              <a:gd name="connsiteY54" fmla="*/ 334057 h 590844"/>
              <a:gd name="connsiteX55" fmla="*/ 74870 w 608274"/>
              <a:gd name="connsiteY55" fmla="*/ 334057 h 590844"/>
              <a:gd name="connsiteX56" fmla="*/ 41731 w 608274"/>
              <a:gd name="connsiteY56" fmla="*/ 0 h 590844"/>
              <a:gd name="connsiteX57" fmla="*/ 459894 w 608274"/>
              <a:gd name="connsiteY57" fmla="*/ 0 h 590844"/>
              <a:gd name="connsiteX58" fmla="*/ 501720 w 608274"/>
              <a:gd name="connsiteY58" fmla="*/ 41669 h 590844"/>
              <a:gd name="connsiteX59" fmla="*/ 501720 w 608274"/>
              <a:gd name="connsiteY59" fmla="*/ 374737 h 590844"/>
              <a:gd name="connsiteX60" fmla="*/ 501155 w 608274"/>
              <a:gd name="connsiteY60" fmla="*/ 380193 h 590844"/>
              <a:gd name="connsiteX61" fmla="*/ 457539 w 608274"/>
              <a:gd name="connsiteY61" fmla="*/ 336643 h 590844"/>
              <a:gd name="connsiteX62" fmla="*/ 457539 w 608274"/>
              <a:gd name="connsiteY62" fmla="*/ 66971 h 590844"/>
              <a:gd name="connsiteX63" fmla="*/ 442184 w 608274"/>
              <a:gd name="connsiteY63" fmla="*/ 51639 h 590844"/>
              <a:gd name="connsiteX64" fmla="*/ 59536 w 608274"/>
              <a:gd name="connsiteY64" fmla="*/ 51639 h 590844"/>
              <a:gd name="connsiteX65" fmla="*/ 44181 w 608274"/>
              <a:gd name="connsiteY65" fmla="*/ 66971 h 590844"/>
              <a:gd name="connsiteX66" fmla="*/ 44181 w 608274"/>
              <a:gd name="connsiteY66" fmla="*/ 349341 h 590844"/>
              <a:gd name="connsiteX67" fmla="*/ 59536 w 608274"/>
              <a:gd name="connsiteY67" fmla="*/ 364673 h 590844"/>
              <a:gd name="connsiteX68" fmla="*/ 287128 w 608274"/>
              <a:gd name="connsiteY68" fmla="*/ 364673 h 590844"/>
              <a:gd name="connsiteX69" fmla="*/ 298055 w 608274"/>
              <a:gd name="connsiteY69" fmla="*/ 384708 h 590844"/>
              <a:gd name="connsiteX70" fmla="*/ 329801 w 608274"/>
              <a:gd name="connsiteY70" fmla="*/ 416406 h 590844"/>
              <a:gd name="connsiteX71" fmla="*/ 41731 w 608274"/>
              <a:gd name="connsiteY71" fmla="*/ 416406 h 590844"/>
              <a:gd name="connsiteX72" fmla="*/ 0 w 608274"/>
              <a:gd name="connsiteY72" fmla="*/ 374737 h 590844"/>
              <a:gd name="connsiteX73" fmla="*/ 0 w 608274"/>
              <a:gd name="connsiteY73" fmla="*/ 41669 h 590844"/>
              <a:gd name="connsiteX74" fmla="*/ 41731 w 608274"/>
              <a:gd name="connsiteY74" fmla="*/ 0 h 590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608274" h="590844">
                <a:moveTo>
                  <a:pt x="357006" y="315793"/>
                </a:moveTo>
                <a:lnTo>
                  <a:pt x="344664" y="351821"/>
                </a:lnTo>
                <a:lnTo>
                  <a:pt x="552405" y="559238"/>
                </a:lnTo>
                <a:cubicBezTo>
                  <a:pt x="552971" y="559802"/>
                  <a:pt x="553818" y="560178"/>
                  <a:pt x="554572" y="560178"/>
                </a:cubicBezTo>
                <a:lnTo>
                  <a:pt x="554666" y="560178"/>
                </a:lnTo>
                <a:cubicBezTo>
                  <a:pt x="555514" y="560178"/>
                  <a:pt x="556362" y="559802"/>
                  <a:pt x="556928" y="559238"/>
                </a:cubicBezTo>
                <a:lnTo>
                  <a:pt x="576618" y="539578"/>
                </a:lnTo>
                <a:cubicBezTo>
                  <a:pt x="577372" y="538825"/>
                  <a:pt x="577560" y="537885"/>
                  <a:pt x="577560" y="537320"/>
                </a:cubicBezTo>
                <a:cubicBezTo>
                  <a:pt x="577560" y="536756"/>
                  <a:pt x="577372" y="535815"/>
                  <a:pt x="576618" y="535063"/>
                </a:cubicBezTo>
                <a:close/>
                <a:moveTo>
                  <a:pt x="347019" y="272617"/>
                </a:moveTo>
                <a:cubicBezTo>
                  <a:pt x="352106" y="271394"/>
                  <a:pt x="357571" y="272993"/>
                  <a:pt x="361339" y="276756"/>
                </a:cubicBezTo>
                <a:lnTo>
                  <a:pt x="370572" y="285974"/>
                </a:lnTo>
                <a:lnTo>
                  <a:pt x="598287" y="513333"/>
                </a:lnTo>
                <a:cubicBezTo>
                  <a:pt x="604694" y="519730"/>
                  <a:pt x="608274" y="528290"/>
                  <a:pt x="608274" y="537320"/>
                </a:cubicBezTo>
                <a:cubicBezTo>
                  <a:pt x="608274" y="546351"/>
                  <a:pt x="604694" y="554817"/>
                  <a:pt x="598287" y="561213"/>
                </a:cubicBezTo>
                <a:lnTo>
                  <a:pt x="578691" y="580873"/>
                </a:lnTo>
                <a:cubicBezTo>
                  <a:pt x="572284" y="587269"/>
                  <a:pt x="563805" y="590844"/>
                  <a:pt x="554666" y="590844"/>
                </a:cubicBezTo>
                <a:lnTo>
                  <a:pt x="554572" y="590844"/>
                </a:lnTo>
                <a:cubicBezTo>
                  <a:pt x="545622" y="590844"/>
                  <a:pt x="537143" y="587269"/>
                  <a:pt x="530736" y="580873"/>
                </a:cubicBezTo>
                <a:lnTo>
                  <a:pt x="316211" y="366683"/>
                </a:lnTo>
                <a:cubicBezTo>
                  <a:pt x="312066" y="362544"/>
                  <a:pt x="310558" y="356430"/>
                  <a:pt x="312442" y="350880"/>
                </a:cubicBezTo>
                <a:lnTo>
                  <a:pt x="327328" y="307610"/>
                </a:lnTo>
                <a:lnTo>
                  <a:pt x="335902" y="282588"/>
                </a:lnTo>
                <a:cubicBezTo>
                  <a:pt x="337598" y="277602"/>
                  <a:pt x="341837" y="273840"/>
                  <a:pt x="347019" y="272617"/>
                </a:cubicBezTo>
                <a:close/>
                <a:moveTo>
                  <a:pt x="74870" y="82350"/>
                </a:moveTo>
                <a:lnTo>
                  <a:pt x="426850" y="82350"/>
                </a:lnTo>
                <a:lnTo>
                  <a:pt x="426850" y="306027"/>
                </a:lnTo>
                <a:lnTo>
                  <a:pt x="379461" y="258714"/>
                </a:lnTo>
                <a:cubicBezTo>
                  <a:pt x="369474" y="248650"/>
                  <a:pt x="354966" y="244511"/>
                  <a:pt x="341210" y="247709"/>
                </a:cubicBezTo>
                <a:cubicBezTo>
                  <a:pt x="330564" y="250249"/>
                  <a:pt x="321520" y="256927"/>
                  <a:pt x="315867" y="265957"/>
                </a:cubicBezTo>
                <a:cubicBezTo>
                  <a:pt x="275073" y="263229"/>
                  <a:pt x="245113" y="254764"/>
                  <a:pt x="204507" y="235763"/>
                </a:cubicBezTo>
                <a:cubicBezTo>
                  <a:pt x="200550" y="233882"/>
                  <a:pt x="197535" y="232095"/>
                  <a:pt x="195274" y="230590"/>
                </a:cubicBezTo>
                <a:cubicBezTo>
                  <a:pt x="201398" y="230308"/>
                  <a:pt x="209500" y="230872"/>
                  <a:pt x="213740" y="231154"/>
                </a:cubicBezTo>
                <a:cubicBezTo>
                  <a:pt x="218262" y="231531"/>
                  <a:pt x="222313" y="231719"/>
                  <a:pt x="225517" y="231719"/>
                </a:cubicBezTo>
                <a:cubicBezTo>
                  <a:pt x="232959" y="231719"/>
                  <a:pt x="240779" y="232095"/>
                  <a:pt x="248599" y="232377"/>
                </a:cubicBezTo>
                <a:cubicBezTo>
                  <a:pt x="272812" y="233318"/>
                  <a:pt x="297966" y="234258"/>
                  <a:pt x="322085" y="227674"/>
                </a:cubicBezTo>
                <a:cubicBezTo>
                  <a:pt x="355813" y="218456"/>
                  <a:pt x="361089" y="196070"/>
                  <a:pt x="361749" y="186852"/>
                </a:cubicBezTo>
                <a:cubicBezTo>
                  <a:pt x="363351" y="165594"/>
                  <a:pt x="347900" y="143960"/>
                  <a:pt x="323216" y="133049"/>
                </a:cubicBezTo>
                <a:cubicBezTo>
                  <a:pt x="286190" y="116776"/>
                  <a:pt x="245019" y="119692"/>
                  <a:pt x="205167" y="122514"/>
                </a:cubicBezTo>
                <a:cubicBezTo>
                  <a:pt x="188585" y="123737"/>
                  <a:pt x="172851" y="124866"/>
                  <a:pt x="158248" y="124395"/>
                </a:cubicBezTo>
                <a:lnTo>
                  <a:pt x="157683" y="124395"/>
                </a:lnTo>
                <a:cubicBezTo>
                  <a:pt x="146660" y="124395"/>
                  <a:pt x="137522" y="133237"/>
                  <a:pt x="137239" y="144336"/>
                </a:cubicBezTo>
                <a:cubicBezTo>
                  <a:pt x="136956" y="155623"/>
                  <a:pt x="145907" y="165030"/>
                  <a:pt x="157212" y="165312"/>
                </a:cubicBezTo>
                <a:cubicBezTo>
                  <a:pt x="173699" y="165688"/>
                  <a:pt x="191223" y="164465"/>
                  <a:pt x="208087" y="163336"/>
                </a:cubicBezTo>
                <a:cubicBezTo>
                  <a:pt x="242946" y="160891"/>
                  <a:pt x="278935" y="158257"/>
                  <a:pt x="306634" y="170485"/>
                </a:cubicBezTo>
                <a:cubicBezTo>
                  <a:pt x="316809" y="174906"/>
                  <a:pt x="320955" y="181866"/>
                  <a:pt x="321049" y="183465"/>
                </a:cubicBezTo>
                <a:cubicBezTo>
                  <a:pt x="320672" y="184124"/>
                  <a:pt x="318034" y="186381"/>
                  <a:pt x="311251" y="188263"/>
                </a:cubicBezTo>
                <a:cubicBezTo>
                  <a:pt x="293256" y="193248"/>
                  <a:pt x="271398" y="192307"/>
                  <a:pt x="250200" y="191461"/>
                </a:cubicBezTo>
                <a:cubicBezTo>
                  <a:pt x="241815" y="191178"/>
                  <a:pt x="233525" y="190896"/>
                  <a:pt x="225517" y="190896"/>
                </a:cubicBezTo>
                <a:cubicBezTo>
                  <a:pt x="223067" y="190896"/>
                  <a:pt x="220052" y="190614"/>
                  <a:pt x="216755" y="190426"/>
                </a:cubicBezTo>
                <a:cubicBezTo>
                  <a:pt x="198477" y="189015"/>
                  <a:pt x="170873" y="187134"/>
                  <a:pt x="156929" y="206040"/>
                </a:cubicBezTo>
                <a:cubicBezTo>
                  <a:pt x="150052" y="215258"/>
                  <a:pt x="147697" y="226075"/>
                  <a:pt x="150335" y="236516"/>
                </a:cubicBezTo>
                <a:cubicBezTo>
                  <a:pt x="154857" y="254387"/>
                  <a:pt x="172851" y="266145"/>
                  <a:pt x="187078" y="272823"/>
                </a:cubicBezTo>
                <a:cubicBezTo>
                  <a:pt x="228437" y="292200"/>
                  <a:pt x="260752" y="301888"/>
                  <a:pt x="300887" y="305839"/>
                </a:cubicBezTo>
                <a:lnTo>
                  <a:pt x="291277" y="334057"/>
                </a:lnTo>
                <a:lnTo>
                  <a:pt x="74870" y="334057"/>
                </a:lnTo>
                <a:close/>
                <a:moveTo>
                  <a:pt x="41731" y="0"/>
                </a:moveTo>
                <a:lnTo>
                  <a:pt x="459894" y="0"/>
                </a:lnTo>
                <a:cubicBezTo>
                  <a:pt x="482974" y="0"/>
                  <a:pt x="501720" y="18624"/>
                  <a:pt x="501720" y="41669"/>
                </a:cubicBezTo>
                <a:lnTo>
                  <a:pt x="501720" y="374737"/>
                </a:lnTo>
                <a:cubicBezTo>
                  <a:pt x="501720" y="376618"/>
                  <a:pt x="501343" y="378311"/>
                  <a:pt x="501155" y="380193"/>
                </a:cubicBezTo>
                <a:lnTo>
                  <a:pt x="457539" y="336643"/>
                </a:lnTo>
                <a:lnTo>
                  <a:pt x="457539" y="66971"/>
                </a:lnTo>
                <a:cubicBezTo>
                  <a:pt x="457539" y="58506"/>
                  <a:pt x="450663" y="51639"/>
                  <a:pt x="442184" y="51639"/>
                </a:cubicBezTo>
                <a:lnTo>
                  <a:pt x="59536" y="51639"/>
                </a:lnTo>
                <a:cubicBezTo>
                  <a:pt x="51057" y="51639"/>
                  <a:pt x="44181" y="58506"/>
                  <a:pt x="44181" y="66971"/>
                </a:cubicBezTo>
                <a:lnTo>
                  <a:pt x="44181" y="349341"/>
                </a:lnTo>
                <a:cubicBezTo>
                  <a:pt x="44181" y="357806"/>
                  <a:pt x="51057" y="364673"/>
                  <a:pt x="59536" y="364673"/>
                </a:cubicBezTo>
                <a:lnTo>
                  <a:pt x="287128" y="364673"/>
                </a:lnTo>
                <a:cubicBezTo>
                  <a:pt x="288729" y="372198"/>
                  <a:pt x="292497" y="379158"/>
                  <a:pt x="298055" y="384708"/>
                </a:cubicBezTo>
                <a:lnTo>
                  <a:pt x="329801" y="416406"/>
                </a:lnTo>
                <a:lnTo>
                  <a:pt x="41731" y="416406"/>
                </a:lnTo>
                <a:cubicBezTo>
                  <a:pt x="18746" y="416406"/>
                  <a:pt x="0" y="397688"/>
                  <a:pt x="0" y="374737"/>
                </a:cubicBezTo>
                <a:lnTo>
                  <a:pt x="0" y="41669"/>
                </a:lnTo>
                <a:cubicBezTo>
                  <a:pt x="0" y="18624"/>
                  <a:pt x="18746" y="0"/>
                  <a:pt x="4173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cs typeface="+mn-ea"/>
              <a:sym typeface="+mn-lt"/>
            </a:endParaRPr>
          </a:p>
        </p:txBody>
      </p:sp>
      <p:sp>
        <p:nvSpPr>
          <p:cNvPr id="20" name="任意多边形 47">
            <a:extLst>
              <a:ext uri="{FF2B5EF4-FFF2-40B4-BE49-F238E27FC236}">
                <a16:creationId xmlns:a16="http://schemas.microsoft.com/office/drawing/2014/main" id="{157B87ED-322B-DFCA-1D27-271C52325228}"/>
              </a:ext>
            </a:extLst>
          </p:cNvPr>
          <p:cNvSpPr/>
          <p:nvPr/>
        </p:nvSpPr>
        <p:spPr>
          <a:xfrm rot="18900000" flipV="1">
            <a:off x="99493" y="160716"/>
            <a:ext cx="1257992" cy="771874"/>
          </a:xfrm>
          <a:custGeom>
            <a:avLst/>
            <a:gdLst>
              <a:gd name="connsiteX0" fmla="*/ 0 w 1667713"/>
              <a:gd name="connsiteY0" fmla="*/ 456881 h 1023269"/>
              <a:gd name="connsiteX1" fmla="*/ 412332 w 1667713"/>
              <a:gd name="connsiteY1" fmla="*/ 44549 h 1023269"/>
              <a:gd name="connsiteX2" fmla="*/ 412333 w 1667713"/>
              <a:gd name="connsiteY2" fmla="*/ 44549 h 1023269"/>
              <a:gd name="connsiteX3" fmla="*/ 456882 w 1667713"/>
              <a:gd name="connsiteY3" fmla="*/ 0 h 1023269"/>
              <a:gd name="connsiteX4" fmla="*/ 1514743 w 1667713"/>
              <a:gd name="connsiteY4" fmla="*/ 0 h 1023269"/>
              <a:gd name="connsiteX5" fmla="*/ 1667713 w 1667713"/>
              <a:gd name="connsiteY5" fmla="*/ 152970 h 1023269"/>
              <a:gd name="connsiteX6" fmla="*/ 1667713 w 1667713"/>
              <a:gd name="connsiteY6" fmla="*/ 704806 h 1023269"/>
              <a:gd name="connsiteX7" fmla="*/ 1349251 w 1667713"/>
              <a:gd name="connsiteY7" fmla="*/ 1023269 h 1023269"/>
              <a:gd name="connsiteX8" fmla="*/ 1349251 w 1667713"/>
              <a:gd name="connsiteY8" fmla="*/ 318462 h 1023269"/>
              <a:gd name="connsiteX9" fmla="*/ 138420 w 1667713"/>
              <a:gd name="connsiteY9" fmla="*/ 318462 h 1023269"/>
              <a:gd name="connsiteX10" fmla="*/ 1 w 1667713"/>
              <a:gd name="connsiteY10" fmla="*/ 456881 h 10232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7713" h="1023269">
                <a:moveTo>
                  <a:pt x="0" y="456881"/>
                </a:moveTo>
                <a:lnTo>
                  <a:pt x="412332" y="44549"/>
                </a:lnTo>
                <a:lnTo>
                  <a:pt x="412333" y="44549"/>
                </a:lnTo>
                <a:lnTo>
                  <a:pt x="456882" y="0"/>
                </a:lnTo>
                <a:lnTo>
                  <a:pt x="1514743" y="0"/>
                </a:lnTo>
                <a:cubicBezTo>
                  <a:pt x="1599226" y="1"/>
                  <a:pt x="1667713" y="68487"/>
                  <a:pt x="1667713" y="152970"/>
                </a:cubicBezTo>
                <a:lnTo>
                  <a:pt x="1667713" y="704806"/>
                </a:lnTo>
                <a:lnTo>
                  <a:pt x="1349251" y="1023269"/>
                </a:lnTo>
                <a:lnTo>
                  <a:pt x="1349251" y="318462"/>
                </a:lnTo>
                <a:lnTo>
                  <a:pt x="138420" y="318462"/>
                </a:lnTo>
                <a:lnTo>
                  <a:pt x="1" y="456881"/>
                </a:lnTo>
                <a:close/>
              </a:path>
            </a:pathLst>
          </a:cu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1" name="任意多边形 48">
            <a:extLst>
              <a:ext uri="{FF2B5EF4-FFF2-40B4-BE49-F238E27FC236}">
                <a16:creationId xmlns:a16="http://schemas.microsoft.com/office/drawing/2014/main" id="{4D883478-04EC-2030-34CC-287A37338906}"/>
              </a:ext>
            </a:extLst>
          </p:cNvPr>
          <p:cNvSpPr/>
          <p:nvPr/>
        </p:nvSpPr>
        <p:spPr>
          <a:xfrm rot="18900000" flipV="1">
            <a:off x="-102618" y="95709"/>
            <a:ext cx="926781" cy="721545"/>
          </a:xfrm>
          <a:custGeom>
            <a:avLst/>
            <a:gdLst>
              <a:gd name="connsiteX0" fmla="*/ 303771 w 1228628"/>
              <a:gd name="connsiteY0" fmla="*/ 32819 h 956548"/>
              <a:gd name="connsiteX1" fmla="*/ 303771 w 1228628"/>
              <a:gd name="connsiteY1" fmla="*/ 32820 h 956548"/>
              <a:gd name="connsiteX2" fmla="*/ 336591 w 1228628"/>
              <a:gd name="connsiteY2" fmla="*/ 0 h 956548"/>
              <a:gd name="connsiteX3" fmla="*/ 1115933 w 1228628"/>
              <a:gd name="connsiteY3" fmla="*/ 0 h 956548"/>
              <a:gd name="connsiteX4" fmla="*/ 1228628 w 1228628"/>
              <a:gd name="connsiteY4" fmla="*/ 112695 h 956548"/>
              <a:gd name="connsiteX5" fmla="*/ 1228628 w 1228628"/>
              <a:gd name="connsiteY5" fmla="*/ 721932 h 956548"/>
              <a:gd name="connsiteX6" fmla="*/ 994013 w 1228628"/>
              <a:gd name="connsiteY6" fmla="*/ 956548 h 956548"/>
              <a:gd name="connsiteX7" fmla="*/ 994013 w 1228628"/>
              <a:gd name="connsiteY7" fmla="*/ 234616 h 956548"/>
              <a:gd name="connsiteX8" fmla="*/ 101975 w 1228628"/>
              <a:gd name="connsiteY8" fmla="*/ 234616 h 956548"/>
              <a:gd name="connsiteX9" fmla="*/ 0 w 1228628"/>
              <a:gd name="connsiteY9" fmla="*/ 336591 h 9565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8628" h="956548">
                <a:moveTo>
                  <a:pt x="303771" y="32819"/>
                </a:moveTo>
                <a:lnTo>
                  <a:pt x="303771" y="32820"/>
                </a:lnTo>
                <a:lnTo>
                  <a:pt x="336591" y="0"/>
                </a:lnTo>
                <a:lnTo>
                  <a:pt x="1115933" y="0"/>
                </a:lnTo>
                <a:cubicBezTo>
                  <a:pt x="1178173" y="0"/>
                  <a:pt x="1228628" y="50456"/>
                  <a:pt x="1228628" y="112695"/>
                </a:cubicBezTo>
                <a:lnTo>
                  <a:pt x="1228628" y="721932"/>
                </a:lnTo>
                <a:lnTo>
                  <a:pt x="994013" y="956548"/>
                </a:lnTo>
                <a:lnTo>
                  <a:pt x="994013" y="234616"/>
                </a:lnTo>
                <a:lnTo>
                  <a:pt x="101975" y="234616"/>
                </a:lnTo>
                <a:lnTo>
                  <a:pt x="0" y="336591"/>
                </a:lnTo>
                <a:close/>
              </a:path>
            </a:pathLst>
          </a:custGeom>
          <a:solidFill>
            <a:schemeClr val="accent2">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pic>
        <p:nvPicPr>
          <p:cNvPr id="3" name="图片 2">
            <a:extLst>
              <a:ext uri="{FF2B5EF4-FFF2-40B4-BE49-F238E27FC236}">
                <a16:creationId xmlns:a16="http://schemas.microsoft.com/office/drawing/2014/main" id="{190DF572-C5C7-5933-A090-0B23B02798B5}"/>
              </a:ext>
            </a:extLst>
          </p:cNvPr>
          <p:cNvPicPr>
            <a:picLocks noChangeAspect="1"/>
          </p:cNvPicPr>
          <p:nvPr/>
        </p:nvPicPr>
        <p:blipFill>
          <a:blip r:embed="rId3"/>
          <a:stretch>
            <a:fillRect/>
          </a:stretch>
        </p:blipFill>
        <p:spPr>
          <a:xfrm>
            <a:off x="629261" y="1793081"/>
            <a:ext cx="10933477" cy="3271838"/>
          </a:xfrm>
          <a:prstGeom prst="rect">
            <a:avLst/>
          </a:prstGeom>
        </p:spPr>
      </p:pic>
    </p:spTree>
    <p:extLst>
      <p:ext uri="{BB962C8B-B14F-4D97-AF65-F5344CB8AC3E}">
        <p14:creationId xmlns:p14="http://schemas.microsoft.com/office/powerpoint/2010/main" val="330333096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F7C803-7AFE-C57F-DCD7-3AB60A419C4A}"/>
            </a:ext>
          </a:extLst>
        </p:cNvPr>
        <p:cNvGrpSpPr/>
        <p:nvPr/>
      </p:nvGrpSpPr>
      <p:grpSpPr>
        <a:xfrm>
          <a:off x="0" y="0"/>
          <a:ext cx="0" cy="0"/>
          <a:chOff x="0" y="0"/>
          <a:chExt cx="0" cy="0"/>
        </a:xfrm>
      </p:grpSpPr>
      <p:sp>
        <p:nvSpPr>
          <p:cNvPr id="47" name="椭圆 13">
            <a:extLst>
              <a:ext uri="{FF2B5EF4-FFF2-40B4-BE49-F238E27FC236}">
                <a16:creationId xmlns:a16="http://schemas.microsoft.com/office/drawing/2014/main" id="{B2A77D52-0662-967B-C1E2-EC8CF0254FD6}"/>
              </a:ext>
            </a:extLst>
          </p:cNvPr>
          <p:cNvSpPr/>
          <p:nvPr/>
        </p:nvSpPr>
        <p:spPr>
          <a:xfrm>
            <a:off x="5229135" y="2326081"/>
            <a:ext cx="755387" cy="708526"/>
          </a:xfrm>
          <a:custGeom>
            <a:avLst/>
            <a:gdLst>
              <a:gd name="connsiteX0" fmla="*/ 258582 w 606298"/>
              <a:gd name="connsiteY0" fmla="*/ 455598 h 568686"/>
              <a:gd name="connsiteX1" fmla="*/ 303149 w 606298"/>
              <a:gd name="connsiteY1" fmla="*/ 490637 h 568686"/>
              <a:gd name="connsiteX2" fmla="*/ 347716 w 606298"/>
              <a:gd name="connsiteY2" fmla="*/ 455598 h 568686"/>
              <a:gd name="connsiteX3" fmla="*/ 311784 w 606298"/>
              <a:gd name="connsiteY3" fmla="*/ 456896 h 568686"/>
              <a:gd name="connsiteX4" fmla="*/ 294607 w 606298"/>
              <a:gd name="connsiteY4" fmla="*/ 456896 h 568686"/>
              <a:gd name="connsiteX5" fmla="*/ 258582 w 606298"/>
              <a:gd name="connsiteY5" fmla="*/ 455598 h 568686"/>
              <a:gd name="connsiteX6" fmla="*/ 482810 w 606298"/>
              <a:gd name="connsiteY6" fmla="*/ 426955 h 568686"/>
              <a:gd name="connsiteX7" fmla="*/ 402311 w 606298"/>
              <a:gd name="connsiteY7" fmla="*/ 449202 h 568686"/>
              <a:gd name="connsiteX8" fmla="*/ 391633 w 606298"/>
              <a:gd name="connsiteY8" fmla="*/ 460233 h 568686"/>
              <a:gd name="connsiteX9" fmla="*/ 333696 w 606298"/>
              <a:gd name="connsiteY9" fmla="*/ 510752 h 568686"/>
              <a:gd name="connsiteX10" fmla="*/ 407603 w 606298"/>
              <a:gd name="connsiteY10" fmla="*/ 533647 h 568686"/>
              <a:gd name="connsiteX11" fmla="*/ 445578 w 606298"/>
              <a:gd name="connsiteY11" fmla="*/ 523358 h 568686"/>
              <a:gd name="connsiteX12" fmla="*/ 482810 w 606298"/>
              <a:gd name="connsiteY12" fmla="*/ 426955 h 568686"/>
              <a:gd name="connsiteX13" fmla="*/ 123488 w 606298"/>
              <a:gd name="connsiteY13" fmla="*/ 426955 h 568686"/>
              <a:gd name="connsiteX14" fmla="*/ 160720 w 606298"/>
              <a:gd name="connsiteY14" fmla="*/ 523358 h 568686"/>
              <a:gd name="connsiteX15" fmla="*/ 198788 w 606298"/>
              <a:gd name="connsiteY15" fmla="*/ 533647 h 568686"/>
              <a:gd name="connsiteX16" fmla="*/ 272602 w 606298"/>
              <a:gd name="connsiteY16" fmla="*/ 510752 h 568686"/>
              <a:gd name="connsiteX17" fmla="*/ 214665 w 606298"/>
              <a:gd name="connsiteY17" fmla="*/ 460233 h 568686"/>
              <a:gd name="connsiteX18" fmla="*/ 204080 w 606298"/>
              <a:gd name="connsiteY18" fmla="*/ 449202 h 568686"/>
              <a:gd name="connsiteX19" fmla="*/ 123488 w 606298"/>
              <a:gd name="connsiteY19" fmla="*/ 426955 h 568686"/>
              <a:gd name="connsiteX20" fmla="*/ 469069 w 606298"/>
              <a:gd name="connsiteY20" fmla="*/ 346681 h 568686"/>
              <a:gd name="connsiteX21" fmla="*/ 450777 w 606298"/>
              <a:gd name="connsiteY21" fmla="*/ 374953 h 568686"/>
              <a:gd name="connsiteX22" fmla="*/ 449292 w 606298"/>
              <a:gd name="connsiteY22" fmla="*/ 377178 h 568686"/>
              <a:gd name="connsiteX23" fmla="*/ 425523 w 606298"/>
              <a:gd name="connsiteY23" fmla="*/ 409250 h 568686"/>
              <a:gd name="connsiteX24" fmla="*/ 479189 w 606298"/>
              <a:gd name="connsiteY24" fmla="*/ 391360 h 568686"/>
              <a:gd name="connsiteX25" fmla="*/ 469069 w 606298"/>
              <a:gd name="connsiteY25" fmla="*/ 346681 h 568686"/>
              <a:gd name="connsiteX26" fmla="*/ 137229 w 606298"/>
              <a:gd name="connsiteY26" fmla="*/ 346681 h 568686"/>
              <a:gd name="connsiteX27" fmla="*/ 127109 w 606298"/>
              <a:gd name="connsiteY27" fmla="*/ 391360 h 568686"/>
              <a:gd name="connsiteX28" fmla="*/ 180868 w 606298"/>
              <a:gd name="connsiteY28" fmla="*/ 409250 h 568686"/>
              <a:gd name="connsiteX29" fmla="*/ 157006 w 606298"/>
              <a:gd name="connsiteY29" fmla="*/ 377178 h 568686"/>
              <a:gd name="connsiteX30" fmla="*/ 155521 w 606298"/>
              <a:gd name="connsiteY30" fmla="*/ 375046 h 568686"/>
              <a:gd name="connsiteX31" fmla="*/ 137229 w 606298"/>
              <a:gd name="connsiteY31" fmla="*/ 346681 h 568686"/>
              <a:gd name="connsiteX32" fmla="*/ 303114 w 606298"/>
              <a:gd name="connsiteY32" fmla="*/ 237523 h 568686"/>
              <a:gd name="connsiteX33" fmla="*/ 350005 w 606298"/>
              <a:gd name="connsiteY33" fmla="*/ 284343 h 568686"/>
              <a:gd name="connsiteX34" fmla="*/ 303114 w 606298"/>
              <a:gd name="connsiteY34" fmla="*/ 331163 h 568686"/>
              <a:gd name="connsiteX35" fmla="*/ 256223 w 606298"/>
              <a:gd name="connsiteY35" fmla="*/ 284343 h 568686"/>
              <a:gd name="connsiteX36" fmla="*/ 303114 w 606298"/>
              <a:gd name="connsiteY36" fmla="*/ 237523 h 568686"/>
              <a:gd name="connsiteX37" fmla="*/ 517257 w 606298"/>
              <a:gd name="connsiteY37" fmla="*/ 210604 h 568686"/>
              <a:gd name="connsiteX38" fmla="*/ 516792 w 606298"/>
              <a:gd name="connsiteY38" fmla="*/ 213292 h 568686"/>
              <a:gd name="connsiteX39" fmla="*/ 490888 w 606298"/>
              <a:gd name="connsiteY39" fmla="*/ 303392 h 568686"/>
              <a:gd name="connsiteX40" fmla="*/ 511500 w 606298"/>
              <a:gd name="connsiteY40" fmla="*/ 374953 h 568686"/>
              <a:gd name="connsiteX41" fmla="*/ 572130 w 606298"/>
              <a:gd name="connsiteY41" fmla="*/ 290971 h 568686"/>
              <a:gd name="connsiteX42" fmla="*/ 517257 w 606298"/>
              <a:gd name="connsiteY42" fmla="*/ 210604 h 568686"/>
              <a:gd name="connsiteX43" fmla="*/ 89041 w 606298"/>
              <a:gd name="connsiteY43" fmla="*/ 210604 h 568686"/>
              <a:gd name="connsiteX44" fmla="*/ 34168 w 606298"/>
              <a:gd name="connsiteY44" fmla="*/ 290971 h 568686"/>
              <a:gd name="connsiteX45" fmla="*/ 94798 w 606298"/>
              <a:gd name="connsiteY45" fmla="*/ 374953 h 568686"/>
              <a:gd name="connsiteX46" fmla="*/ 115410 w 606298"/>
              <a:gd name="connsiteY46" fmla="*/ 303392 h 568686"/>
              <a:gd name="connsiteX47" fmla="*/ 89506 w 606298"/>
              <a:gd name="connsiteY47" fmla="*/ 213292 h 568686"/>
              <a:gd name="connsiteX48" fmla="*/ 419952 w 606298"/>
              <a:gd name="connsiteY48" fmla="*/ 171487 h 568686"/>
              <a:gd name="connsiteX49" fmla="*/ 438893 w 606298"/>
              <a:gd name="connsiteY49" fmla="*/ 199666 h 568686"/>
              <a:gd name="connsiteX50" fmla="*/ 470833 w 606298"/>
              <a:gd name="connsiteY50" fmla="*/ 256952 h 568686"/>
              <a:gd name="connsiteX51" fmla="*/ 484017 w 606298"/>
              <a:gd name="connsiteY51" fmla="*/ 200407 h 568686"/>
              <a:gd name="connsiteX52" fmla="*/ 484946 w 606298"/>
              <a:gd name="connsiteY52" fmla="*/ 193085 h 568686"/>
              <a:gd name="connsiteX53" fmla="*/ 419952 w 606298"/>
              <a:gd name="connsiteY53" fmla="*/ 171487 h 568686"/>
              <a:gd name="connsiteX54" fmla="*/ 186346 w 606298"/>
              <a:gd name="connsiteY54" fmla="*/ 171487 h 568686"/>
              <a:gd name="connsiteX55" fmla="*/ 121352 w 606298"/>
              <a:gd name="connsiteY55" fmla="*/ 193085 h 568686"/>
              <a:gd name="connsiteX56" fmla="*/ 122281 w 606298"/>
              <a:gd name="connsiteY56" fmla="*/ 200407 h 568686"/>
              <a:gd name="connsiteX57" fmla="*/ 135465 w 606298"/>
              <a:gd name="connsiteY57" fmla="*/ 256952 h 568686"/>
              <a:gd name="connsiteX58" fmla="*/ 167405 w 606298"/>
              <a:gd name="connsiteY58" fmla="*/ 199666 h 568686"/>
              <a:gd name="connsiteX59" fmla="*/ 186346 w 606298"/>
              <a:gd name="connsiteY59" fmla="*/ 171487 h 568686"/>
              <a:gd name="connsiteX60" fmla="*/ 303149 w 606298"/>
              <a:gd name="connsiteY60" fmla="*/ 159459 h 568686"/>
              <a:gd name="connsiteX61" fmla="*/ 236113 w 606298"/>
              <a:gd name="connsiteY61" fmla="*/ 162866 h 568686"/>
              <a:gd name="connsiteX62" fmla="*/ 196559 w 606298"/>
              <a:gd name="connsiteY62" fmla="*/ 218020 h 568686"/>
              <a:gd name="connsiteX63" fmla="*/ 153385 w 606298"/>
              <a:gd name="connsiteY63" fmla="*/ 301260 h 568686"/>
              <a:gd name="connsiteX64" fmla="*/ 184118 w 606298"/>
              <a:gd name="connsiteY64" fmla="*/ 356321 h 568686"/>
              <a:gd name="connsiteX65" fmla="*/ 222835 w 606298"/>
              <a:gd name="connsiteY65" fmla="*/ 406284 h 568686"/>
              <a:gd name="connsiteX66" fmla="*/ 227385 w 606298"/>
              <a:gd name="connsiteY66" fmla="*/ 411104 h 568686"/>
              <a:gd name="connsiteX67" fmla="*/ 234813 w 606298"/>
              <a:gd name="connsiteY67" fmla="*/ 419169 h 568686"/>
              <a:gd name="connsiteX68" fmla="*/ 294607 w 606298"/>
              <a:gd name="connsiteY68" fmla="*/ 422691 h 568686"/>
              <a:gd name="connsiteX69" fmla="*/ 311784 w 606298"/>
              <a:gd name="connsiteY69" fmla="*/ 422691 h 568686"/>
              <a:gd name="connsiteX70" fmla="*/ 371485 w 606298"/>
              <a:gd name="connsiteY70" fmla="*/ 419169 h 568686"/>
              <a:gd name="connsiteX71" fmla="*/ 378913 w 606298"/>
              <a:gd name="connsiteY71" fmla="*/ 411104 h 568686"/>
              <a:gd name="connsiteX72" fmla="*/ 383463 w 606298"/>
              <a:gd name="connsiteY72" fmla="*/ 406284 h 568686"/>
              <a:gd name="connsiteX73" fmla="*/ 422273 w 606298"/>
              <a:gd name="connsiteY73" fmla="*/ 356321 h 568686"/>
              <a:gd name="connsiteX74" fmla="*/ 452913 w 606298"/>
              <a:gd name="connsiteY74" fmla="*/ 301260 h 568686"/>
              <a:gd name="connsiteX75" fmla="*/ 409831 w 606298"/>
              <a:gd name="connsiteY75" fmla="*/ 218020 h 568686"/>
              <a:gd name="connsiteX76" fmla="*/ 370185 w 606298"/>
              <a:gd name="connsiteY76" fmla="*/ 162866 h 568686"/>
              <a:gd name="connsiteX77" fmla="*/ 303149 w 606298"/>
              <a:gd name="connsiteY77" fmla="*/ 159459 h 568686"/>
              <a:gd name="connsiteX78" fmla="*/ 303149 w 606298"/>
              <a:gd name="connsiteY78" fmla="*/ 95754 h 568686"/>
              <a:gd name="connsiteX79" fmla="*/ 269631 w 606298"/>
              <a:gd name="connsiteY79" fmla="*/ 125788 h 568686"/>
              <a:gd name="connsiteX80" fmla="*/ 336667 w 606298"/>
              <a:gd name="connsiteY80" fmla="*/ 125788 h 568686"/>
              <a:gd name="connsiteX81" fmla="*/ 303149 w 606298"/>
              <a:gd name="connsiteY81" fmla="*/ 95754 h 568686"/>
              <a:gd name="connsiteX82" fmla="*/ 413453 w 606298"/>
              <a:gd name="connsiteY82" fmla="*/ 34112 h 568686"/>
              <a:gd name="connsiteX83" fmla="*/ 326454 w 606298"/>
              <a:gd name="connsiteY83" fmla="*/ 70078 h 568686"/>
              <a:gd name="connsiteX84" fmla="*/ 388012 w 606298"/>
              <a:gd name="connsiteY84" fmla="*/ 130608 h 568686"/>
              <a:gd name="connsiteX85" fmla="*/ 490424 w 606298"/>
              <a:gd name="connsiteY85" fmla="*/ 158138 h 568686"/>
              <a:gd name="connsiteX86" fmla="*/ 490424 w 606298"/>
              <a:gd name="connsiteY86" fmla="*/ 156933 h 568686"/>
              <a:gd name="connsiteX87" fmla="*/ 453841 w 606298"/>
              <a:gd name="connsiteY87" fmla="*/ 45143 h 568686"/>
              <a:gd name="connsiteX88" fmla="*/ 413453 w 606298"/>
              <a:gd name="connsiteY88" fmla="*/ 34112 h 568686"/>
              <a:gd name="connsiteX89" fmla="*/ 192845 w 606298"/>
              <a:gd name="connsiteY89" fmla="*/ 34112 h 568686"/>
              <a:gd name="connsiteX90" fmla="*/ 152549 w 606298"/>
              <a:gd name="connsiteY90" fmla="*/ 45143 h 568686"/>
              <a:gd name="connsiteX91" fmla="*/ 115874 w 606298"/>
              <a:gd name="connsiteY91" fmla="*/ 156933 h 568686"/>
              <a:gd name="connsiteX92" fmla="*/ 115967 w 606298"/>
              <a:gd name="connsiteY92" fmla="*/ 158138 h 568686"/>
              <a:gd name="connsiteX93" fmla="*/ 218286 w 606298"/>
              <a:gd name="connsiteY93" fmla="*/ 130608 h 568686"/>
              <a:gd name="connsiteX94" fmla="*/ 279937 w 606298"/>
              <a:gd name="connsiteY94" fmla="*/ 70078 h 568686"/>
              <a:gd name="connsiteX95" fmla="*/ 192845 w 606298"/>
              <a:gd name="connsiteY95" fmla="*/ 34112 h 568686"/>
              <a:gd name="connsiteX96" fmla="*/ 192845 w 606298"/>
              <a:gd name="connsiteY96" fmla="*/ 0 h 568686"/>
              <a:gd name="connsiteX97" fmla="*/ 303149 w 606298"/>
              <a:gd name="connsiteY97" fmla="*/ 44494 h 568686"/>
              <a:gd name="connsiteX98" fmla="*/ 413453 w 606298"/>
              <a:gd name="connsiteY98" fmla="*/ 0 h 568686"/>
              <a:gd name="connsiteX99" fmla="*/ 472411 w 606298"/>
              <a:gd name="connsiteY99" fmla="*/ 16500 h 568686"/>
              <a:gd name="connsiteX100" fmla="*/ 515214 w 606298"/>
              <a:gd name="connsiteY100" fmla="*/ 78050 h 568686"/>
              <a:gd name="connsiteX101" fmla="*/ 524127 w 606298"/>
              <a:gd name="connsiteY101" fmla="*/ 167964 h 568686"/>
              <a:gd name="connsiteX102" fmla="*/ 524127 w 606298"/>
              <a:gd name="connsiteY102" fmla="*/ 174824 h 568686"/>
              <a:gd name="connsiteX103" fmla="*/ 606298 w 606298"/>
              <a:gd name="connsiteY103" fmla="*/ 290971 h 568686"/>
              <a:gd name="connsiteX104" fmla="*/ 516607 w 606298"/>
              <a:gd name="connsiteY104" fmla="*/ 411382 h 568686"/>
              <a:gd name="connsiteX105" fmla="*/ 516792 w 606298"/>
              <a:gd name="connsiteY105" fmla="*/ 413792 h 568686"/>
              <a:gd name="connsiteX106" fmla="*/ 464519 w 606298"/>
              <a:gd name="connsiteY106" fmla="*/ 553299 h 568686"/>
              <a:gd name="connsiteX107" fmla="*/ 408903 w 606298"/>
              <a:gd name="connsiteY107" fmla="*/ 568686 h 568686"/>
              <a:gd name="connsiteX108" fmla="*/ 303149 w 606298"/>
              <a:gd name="connsiteY108" fmla="*/ 532628 h 568686"/>
              <a:gd name="connsiteX109" fmla="*/ 197395 w 606298"/>
              <a:gd name="connsiteY109" fmla="*/ 568686 h 568686"/>
              <a:gd name="connsiteX110" fmla="*/ 141779 w 606298"/>
              <a:gd name="connsiteY110" fmla="*/ 553299 h 568686"/>
              <a:gd name="connsiteX111" fmla="*/ 89506 w 606298"/>
              <a:gd name="connsiteY111" fmla="*/ 413700 h 568686"/>
              <a:gd name="connsiteX112" fmla="*/ 89784 w 606298"/>
              <a:gd name="connsiteY112" fmla="*/ 411382 h 568686"/>
              <a:gd name="connsiteX113" fmla="*/ 0 w 606298"/>
              <a:gd name="connsiteY113" fmla="*/ 290971 h 568686"/>
              <a:gd name="connsiteX114" fmla="*/ 82171 w 606298"/>
              <a:gd name="connsiteY114" fmla="*/ 174824 h 568686"/>
              <a:gd name="connsiteX115" fmla="*/ 82171 w 606298"/>
              <a:gd name="connsiteY115" fmla="*/ 167964 h 568686"/>
              <a:gd name="connsiteX116" fmla="*/ 91084 w 606298"/>
              <a:gd name="connsiteY116" fmla="*/ 78050 h 568686"/>
              <a:gd name="connsiteX117" fmla="*/ 133887 w 606298"/>
              <a:gd name="connsiteY117" fmla="*/ 16500 h 568686"/>
              <a:gd name="connsiteX118" fmla="*/ 192845 w 606298"/>
              <a:gd name="connsiteY118" fmla="*/ 0 h 5686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Lst>
            <a:rect l="l" t="t" r="r" b="b"/>
            <a:pathLst>
              <a:path w="606298" h="568686">
                <a:moveTo>
                  <a:pt x="258582" y="455598"/>
                </a:moveTo>
                <a:cubicBezTo>
                  <a:pt x="273159" y="469039"/>
                  <a:pt x="288200" y="480811"/>
                  <a:pt x="303149" y="490637"/>
                </a:cubicBezTo>
                <a:cubicBezTo>
                  <a:pt x="318190" y="480811"/>
                  <a:pt x="333139" y="469039"/>
                  <a:pt x="347716" y="455598"/>
                </a:cubicBezTo>
                <a:cubicBezTo>
                  <a:pt x="335274" y="456432"/>
                  <a:pt x="323483" y="456896"/>
                  <a:pt x="311784" y="456896"/>
                </a:cubicBezTo>
                <a:lnTo>
                  <a:pt x="294607" y="456896"/>
                </a:lnTo>
                <a:cubicBezTo>
                  <a:pt x="282908" y="456896"/>
                  <a:pt x="271024" y="456432"/>
                  <a:pt x="258582" y="455598"/>
                </a:cubicBezTo>
                <a:close/>
                <a:moveTo>
                  <a:pt x="482810" y="426955"/>
                </a:moveTo>
                <a:cubicBezTo>
                  <a:pt x="458020" y="436688"/>
                  <a:pt x="431001" y="444104"/>
                  <a:pt x="402311" y="449202"/>
                </a:cubicBezTo>
                <a:lnTo>
                  <a:pt x="391633" y="460233"/>
                </a:lnTo>
                <a:cubicBezTo>
                  <a:pt x="373249" y="479421"/>
                  <a:pt x="353751" y="496384"/>
                  <a:pt x="333696" y="510752"/>
                </a:cubicBezTo>
                <a:cubicBezTo>
                  <a:pt x="360436" y="525768"/>
                  <a:pt x="385877" y="533647"/>
                  <a:pt x="407603" y="533647"/>
                </a:cubicBezTo>
                <a:cubicBezTo>
                  <a:pt x="421995" y="533647"/>
                  <a:pt x="434808" y="530218"/>
                  <a:pt x="445578" y="523358"/>
                </a:cubicBezTo>
                <a:cubicBezTo>
                  <a:pt x="470833" y="507507"/>
                  <a:pt x="484017" y="473303"/>
                  <a:pt x="482810" y="426955"/>
                </a:cubicBezTo>
                <a:close/>
                <a:moveTo>
                  <a:pt x="123488" y="426955"/>
                </a:moveTo>
                <a:cubicBezTo>
                  <a:pt x="122281" y="473303"/>
                  <a:pt x="135465" y="507507"/>
                  <a:pt x="160720" y="523358"/>
                </a:cubicBezTo>
                <a:cubicBezTo>
                  <a:pt x="171490" y="530218"/>
                  <a:pt x="184303" y="533647"/>
                  <a:pt x="198788" y="533647"/>
                </a:cubicBezTo>
                <a:cubicBezTo>
                  <a:pt x="220421" y="533647"/>
                  <a:pt x="245862" y="525768"/>
                  <a:pt x="272602" y="510752"/>
                </a:cubicBezTo>
                <a:cubicBezTo>
                  <a:pt x="252547" y="496384"/>
                  <a:pt x="233142" y="479421"/>
                  <a:pt x="214665" y="460233"/>
                </a:cubicBezTo>
                <a:lnTo>
                  <a:pt x="204080" y="449202"/>
                </a:lnTo>
                <a:cubicBezTo>
                  <a:pt x="175297" y="444104"/>
                  <a:pt x="148278" y="436688"/>
                  <a:pt x="123488" y="426955"/>
                </a:cubicBezTo>
                <a:close/>
                <a:moveTo>
                  <a:pt x="469069" y="346681"/>
                </a:moveTo>
                <a:cubicBezTo>
                  <a:pt x="463591" y="356043"/>
                  <a:pt x="457555" y="365313"/>
                  <a:pt x="450777" y="374953"/>
                </a:cubicBezTo>
                <a:lnTo>
                  <a:pt x="449292" y="377178"/>
                </a:lnTo>
                <a:cubicBezTo>
                  <a:pt x="437686" y="393770"/>
                  <a:pt x="434529" y="398405"/>
                  <a:pt x="425523" y="409250"/>
                </a:cubicBezTo>
                <a:cubicBezTo>
                  <a:pt x="444464" y="404523"/>
                  <a:pt x="462476" y="398497"/>
                  <a:pt x="479189" y="391360"/>
                </a:cubicBezTo>
                <a:cubicBezTo>
                  <a:pt x="476961" y="376992"/>
                  <a:pt x="473525" y="361976"/>
                  <a:pt x="469069" y="346681"/>
                </a:cubicBezTo>
                <a:close/>
                <a:moveTo>
                  <a:pt x="137229" y="346681"/>
                </a:moveTo>
                <a:cubicBezTo>
                  <a:pt x="132773" y="361976"/>
                  <a:pt x="129337" y="376992"/>
                  <a:pt x="127109" y="391360"/>
                </a:cubicBezTo>
                <a:cubicBezTo>
                  <a:pt x="143822" y="398497"/>
                  <a:pt x="161834" y="404523"/>
                  <a:pt x="180868" y="409250"/>
                </a:cubicBezTo>
                <a:cubicBezTo>
                  <a:pt x="171769" y="398312"/>
                  <a:pt x="168426" y="393492"/>
                  <a:pt x="157006" y="377178"/>
                </a:cubicBezTo>
                <a:lnTo>
                  <a:pt x="155521" y="375046"/>
                </a:lnTo>
                <a:cubicBezTo>
                  <a:pt x="148743" y="365313"/>
                  <a:pt x="142800" y="356043"/>
                  <a:pt x="137229" y="346681"/>
                </a:cubicBezTo>
                <a:close/>
                <a:moveTo>
                  <a:pt x="303114" y="237523"/>
                </a:moveTo>
                <a:cubicBezTo>
                  <a:pt x="329011" y="237523"/>
                  <a:pt x="350005" y="258485"/>
                  <a:pt x="350005" y="284343"/>
                </a:cubicBezTo>
                <a:cubicBezTo>
                  <a:pt x="350005" y="310201"/>
                  <a:pt x="329011" y="331163"/>
                  <a:pt x="303114" y="331163"/>
                </a:cubicBezTo>
                <a:cubicBezTo>
                  <a:pt x="277217" y="331163"/>
                  <a:pt x="256223" y="310201"/>
                  <a:pt x="256223" y="284343"/>
                </a:cubicBezTo>
                <a:cubicBezTo>
                  <a:pt x="256223" y="258485"/>
                  <a:pt x="277217" y="237523"/>
                  <a:pt x="303114" y="237523"/>
                </a:cubicBezTo>
                <a:close/>
                <a:moveTo>
                  <a:pt x="517257" y="210604"/>
                </a:moveTo>
                <a:lnTo>
                  <a:pt x="516792" y="213292"/>
                </a:lnTo>
                <a:cubicBezTo>
                  <a:pt x="511593" y="245550"/>
                  <a:pt x="503144" y="275027"/>
                  <a:pt x="490888" y="303392"/>
                </a:cubicBezTo>
                <a:cubicBezTo>
                  <a:pt x="500173" y="327771"/>
                  <a:pt x="507043" y="351872"/>
                  <a:pt x="511500" y="374953"/>
                </a:cubicBezTo>
                <a:cubicBezTo>
                  <a:pt x="550682" y="351223"/>
                  <a:pt x="572130" y="321560"/>
                  <a:pt x="572130" y="290971"/>
                </a:cubicBezTo>
                <a:cubicBezTo>
                  <a:pt x="572130" y="262143"/>
                  <a:pt x="552725" y="233778"/>
                  <a:pt x="517257" y="210604"/>
                </a:cubicBezTo>
                <a:close/>
                <a:moveTo>
                  <a:pt x="89041" y="210604"/>
                </a:moveTo>
                <a:cubicBezTo>
                  <a:pt x="53573" y="233778"/>
                  <a:pt x="34168" y="262143"/>
                  <a:pt x="34168" y="290971"/>
                </a:cubicBezTo>
                <a:cubicBezTo>
                  <a:pt x="34168" y="321560"/>
                  <a:pt x="55616" y="351223"/>
                  <a:pt x="94798" y="374953"/>
                </a:cubicBezTo>
                <a:cubicBezTo>
                  <a:pt x="99255" y="351872"/>
                  <a:pt x="106218" y="327771"/>
                  <a:pt x="115410" y="303392"/>
                </a:cubicBezTo>
                <a:cubicBezTo>
                  <a:pt x="103247" y="275027"/>
                  <a:pt x="94705" y="245550"/>
                  <a:pt x="89506" y="213292"/>
                </a:cubicBezTo>
                <a:close/>
                <a:moveTo>
                  <a:pt x="419952" y="171487"/>
                </a:moveTo>
                <a:cubicBezTo>
                  <a:pt x="426451" y="180571"/>
                  <a:pt x="432765" y="190026"/>
                  <a:pt x="438893" y="199666"/>
                </a:cubicBezTo>
                <a:cubicBezTo>
                  <a:pt x="450777" y="218576"/>
                  <a:pt x="461548" y="237856"/>
                  <a:pt x="470833" y="256952"/>
                </a:cubicBezTo>
                <a:cubicBezTo>
                  <a:pt x="477146" y="237949"/>
                  <a:pt x="481510" y="219410"/>
                  <a:pt x="484017" y="200407"/>
                </a:cubicBezTo>
                <a:lnTo>
                  <a:pt x="484946" y="193085"/>
                </a:lnTo>
                <a:cubicBezTo>
                  <a:pt x="465633" y="184278"/>
                  <a:pt x="443814" y="177048"/>
                  <a:pt x="419952" y="171487"/>
                </a:cubicBezTo>
                <a:close/>
                <a:moveTo>
                  <a:pt x="186346" y="171487"/>
                </a:moveTo>
                <a:cubicBezTo>
                  <a:pt x="162577" y="177048"/>
                  <a:pt x="140758" y="184278"/>
                  <a:pt x="121352" y="193085"/>
                </a:cubicBezTo>
                <a:lnTo>
                  <a:pt x="122281" y="200407"/>
                </a:lnTo>
                <a:cubicBezTo>
                  <a:pt x="124881" y="219410"/>
                  <a:pt x="129152" y="237949"/>
                  <a:pt x="135465" y="256952"/>
                </a:cubicBezTo>
                <a:cubicBezTo>
                  <a:pt x="144750" y="237856"/>
                  <a:pt x="155521" y="218576"/>
                  <a:pt x="167405" y="199666"/>
                </a:cubicBezTo>
                <a:cubicBezTo>
                  <a:pt x="173533" y="190026"/>
                  <a:pt x="179847" y="180571"/>
                  <a:pt x="186346" y="171487"/>
                </a:cubicBezTo>
                <a:close/>
                <a:moveTo>
                  <a:pt x="303149" y="159459"/>
                </a:moveTo>
                <a:cubicBezTo>
                  <a:pt x="279473" y="159459"/>
                  <a:pt x="255797" y="160595"/>
                  <a:pt x="236113" y="162866"/>
                </a:cubicBezTo>
                <a:cubicBezTo>
                  <a:pt x="222000" y="180200"/>
                  <a:pt x="208630" y="198739"/>
                  <a:pt x="196559" y="218020"/>
                </a:cubicBezTo>
                <a:cubicBezTo>
                  <a:pt x="179754" y="244438"/>
                  <a:pt x="165270" y="272432"/>
                  <a:pt x="153385" y="301260"/>
                </a:cubicBezTo>
                <a:cubicBezTo>
                  <a:pt x="162020" y="318965"/>
                  <a:pt x="172047" y="337040"/>
                  <a:pt x="184118" y="356321"/>
                </a:cubicBezTo>
                <a:cubicBezTo>
                  <a:pt x="199809" y="381534"/>
                  <a:pt x="207980" y="390340"/>
                  <a:pt x="222835" y="406284"/>
                </a:cubicBezTo>
                <a:cubicBezTo>
                  <a:pt x="224321" y="407767"/>
                  <a:pt x="225807" y="409436"/>
                  <a:pt x="227385" y="411104"/>
                </a:cubicBezTo>
                <a:lnTo>
                  <a:pt x="234813" y="419169"/>
                </a:lnTo>
                <a:cubicBezTo>
                  <a:pt x="254218" y="421486"/>
                  <a:pt x="274273" y="422691"/>
                  <a:pt x="294607" y="422691"/>
                </a:cubicBezTo>
                <a:lnTo>
                  <a:pt x="311784" y="422691"/>
                </a:lnTo>
                <a:cubicBezTo>
                  <a:pt x="332025" y="422691"/>
                  <a:pt x="352080" y="421486"/>
                  <a:pt x="371485" y="419169"/>
                </a:cubicBezTo>
                <a:lnTo>
                  <a:pt x="378913" y="411104"/>
                </a:lnTo>
                <a:cubicBezTo>
                  <a:pt x="380491" y="409436"/>
                  <a:pt x="382070" y="407767"/>
                  <a:pt x="383463" y="406284"/>
                </a:cubicBezTo>
                <a:cubicBezTo>
                  <a:pt x="398318" y="390340"/>
                  <a:pt x="406489" y="381534"/>
                  <a:pt x="422273" y="356321"/>
                </a:cubicBezTo>
                <a:cubicBezTo>
                  <a:pt x="434343" y="337040"/>
                  <a:pt x="444371" y="318965"/>
                  <a:pt x="452913" y="301260"/>
                </a:cubicBezTo>
                <a:cubicBezTo>
                  <a:pt x="441028" y="272432"/>
                  <a:pt x="426544" y="244438"/>
                  <a:pt x="409831" y="218020"/>
                </a:cubicBezTo>
                <a:cubicBezTo>
                  <a:pt x="397668" y="198739"/>
                  <a:pt x="384391" y="180200"/>
                  <a:pt x="370185" y="162866"/>
                </a:cubicBezTo>
                <a:cubicBezTo>
                  <a:pt x="350502" y="160595"/>
                  <a:pt x="326825" y="159459"/>
                  <a:pt x="303149" y="159459"/>
                </a:cubicBezTo>
                <a:close/>
                <a:moveTo>
                  <a:pt x="303149" y="95754"/>
                </a:moveTo>
                <a:cubicBezTo>
                  <a:pt x="291729" y="104931"/>
                  <a:pt x="280494" y="115035"/>
                  <a:pt x="269631" y="125788"/>
                </a:cubicBezTo>
                <a:cubicBezTo>
                  <a:pt x="288758" y="124861"/>
                  <a:pt x="317540" y="124861"/>
                  <a:pt x="336667" y="125788"/>
                </a:cubicBezTo>
                <a:cubicBezTo>
                  <a:pt x="325897" y="115035"/>
                  <a:pt x="314662" y="104931"/>
                  <a:pt x="303149" y="95754"/>
                </a:cubicBezTo>
                <a:close/>
                <a:moveTo>
                  <a:pt x="413453" y="34112"/>
                </a:moveTo>
                <a:cubicBezTo>
                  <a:pt x="388941" y="34112"/>
                  <a:pt x="359693" y="46162"/>
                  <a:pt x="326454" y="70078"/>
                </a:cubicBezTo>
                <a:cubicBezTo>
                  <a:pt x="347530" y="87226"/>
                  <a:pt x="368235" y="107619"/>
                  <a:pt x="388012" y="130608"/>
                </a:cubicBezTo>
                <a:cubicBezTo>
                  <a:pt x="425801" y="136077"/>
                  <a:pt x="460155" y="145346"/>
                  <a:pt x="490424" y="158138"/>
                </a:cubicBezTo>
                <a:lnTo>
                  <a:pt x="490424" y="156933"/>
                </a:lnTo>
                <a:cubicBezTo>
                  <a:pt x="493023" y="105117"/>
                  <a:pt x="478632" y="61179"/>
                  <a:pt x="453841" y="45143"/>
                </a:cubicBezTo>
                <a:cubicBezTo>
                  <a:pt x="442607" y="37820"/>
                  <a:pt x="428958" y="34112"/>
                  <a:pt x="413453" y="34112"/>
                </a:cubicBezTo>
                <a:close/>
                <a:moveTo>
                  <a:pt x="192845" y="34112"/>
                </a:moveTo>
                <a:cubicBezTo>
                  <a:pt x="177340" y="34112"/>
                  <a:pt x="163784" y="37820"/>
                  <a:pt x="152549" y="45143"/>
                </a:cubicBezTo>
                <a:cubicBezTo>
                  <a:pt x="127759" y="61179"/>
                  <a:pt x="113368" y="105117"/>
                  <a:pt x="115874" y="156933"/>
                </a:cubicBezTo>
                <a:lnTo>
                  <a:pt x="115967" y="158138"/>
                </a:lnTo>
                <a:cubicBezTo>
                  <a:pt x="146143" y="145346"/>
                  <a:pt x="180497" y="136077"/>
                  <a:pt x="218286" y="130608"/>
                </a:cubicBezTo>
                <a:cubicBezTo>
                  <a:pt x="238062" y="107619"/>
                  <a:pt x="258768" y="87226"/>
                  <a:pt x="279937" y="70078"/>
                </a:cubicBezTo>
                <a:cubicBezTo>
                  <a:pt x="246697" y="46162"/>
                  <a:pt x="217450" y="34112"/>
                  <a:pt x="192845" y="34112"/>
                </a:cubicBezTo>
                <a:close/>
                <a:moveTo>
                  <a:pt x="192845" y="0"/>
                </a:moveTo>
                <a:cubicBezTo>
                  <a:pt x="225342" y="0"/>
                  <a:pt x="262482" y="14924"/>
                  <a:pt x="303149" y="44494"/>
                </a:cubicBezTo>
                <a:cubicBezTo>
                  <a:pt x="343816" y="14924"/>
                  <a:pt x="380956" y="0"/>
                  <a:pt x="413453" y="0"/>
                </a:cubicBezTo>
                <a:cubicBezTo>
                  <a:pt x="435643" y="0"/>
                  <a:pt x="455513" y="5562"/>
                  <a:pt x="472411" y="16500"/>
                </a:cubicBezTo>
                <a:cubicBezTo>
                  <a:pt x="491445" y="28828"/>
                  <a:pt x="506208" y="50148"/>
                  <a:pt x="515214" y="78050"/>
                </a:cubicBezTo>
                <a:cubicBezTo>
                  <a:pt x="523756" y="104468"/>
                  <a:pt x="526820" y="135613"/>
                  <a:pt x="524127" y="167964"/>
                </a:cubicBezTo>
                <a:lnTo>
                  <a:pt x="524127" y="174824"/>
                </a:lnTo>
                <a:cubicBezTo>
                  <a:pt x="577144" y="205506"/>
                  <a:pt x="606298" y="246662"/>
                  <a:pt x="606298" y="290971"/>
                </a:cubicBezTo>
                <a:cubicBezTo>
                  <a:pt x="606298" y="337597"/>
                  <a:pt x="574451" y="380236"/>
                  <a:pt x="516607" y="411382"/>
                </a:cubicBezTo>
                <a:cubicBezTo>
                  <a:pt x="516700" y="412216"/>
                  <a:pt x="516792" y="412958"/>
                  <a:pt x="516792" y="413792"/>
                </a:cubicBezTo>
                <a:cubicBezTo>
                  <a:pt x="521528" y="479513"/>
                  <a:pt x="503051" y="529105"/>
                  <a:pt x="464519" y="553299"/>
                </a:cubicBezTo>
                <a:cubicBezTo>
                  <a:pt x="448363" y="563495"/>
                  <a:pt x="429701" y="568686"/>
                  <a:pt x="408903" y="568686"/>
                </a:cubicBezTo>
                <a:cubicBezTo>
                  <a:pt x="376870" y="568686"/>
                  <a:pt x="340381" y="556172"/>
                  <a:pt x="303149" y="532628"/>
                </a:cubicBezTo>
                <a:cubicBezTo>
                  <a:pt x="266010" y="556172"/>
                  <a:pt x="229428" y="568686"/>
                  <a:pt x="197395" y="568686"/>
                </a:cubicBezTo>
                <a:cubicBezTo>
                  <a:pt x="176690" y="568686"/>
                  <a:pt x="157935" y="563495"/>
                  <a:pt x="141779" y="553299"/>
                </a:cubicBezTo>
                <a:cubicBezTo>
                  <a:pt x="103340" y="529105"/>
                  <a:pt x="84770" y="479513"/>
                  <a:pt x="89506" y="413700"/>
                </a:cubicBezTo>
                <a:cubicBezTo>
                  <a:pt x="89598" y="412958"/>
                  <a:pt x="89691" y="412124"/>
                  <a:pt x="89784" y="411382"/>
                </a:cubicBezTo>
                <a:cubicBezTo>
                  <a:pt x="31847" y="380236"/>
                  <a:pt x="0" y="337597"/>
                  <a:pt x="0" y="290971"/>
                </a:cubicBezTo>
                <a:cubicBezTo>
                  <a:pt x="0" y="246662"/>
                  <a:pt x="29154" y="205506"/>
                  <a:pt x="82171" y="174824"/>
                </a:cubicBezTo>
                <a:lnTo>
                  <a:pt x="82171" y="167964"/>
                </a:lnTo>
                <a:cubicBezTo>
                  <a:pt x="79478" y="135613"/>
                  <a:pt x="82542" y="104468"/>
                  <a:pt x="91084" y="78050"/>
                </a:cubicBezTo>
                <a:cubicBezTo>
                  <a:pt x="100090" y="50148"/>
                  <a:pt x="114946" y="28828"/>
                  <a:pt x="133887" y="16500"/>
                </a:cubicBezTo>
                <a:cubicBezTo>
                  <a:pt x="150785" y="5562"/>
                  <a:pt x="170655" y="0"/>
                  <a:pt x="192845"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cs typeface="+mn-ea"/>
              <a:sym typeface="+mn-lt"/>
            </a:endParaRPr>
          </a:p>
        </p:txBody>
      </p:sp>
      <p:sp>
        <p:nvSpPr>
          <p:cNvPr id="48" name="椭圆 45">
            <a:extLst>
              <a:ext uri="{FF2B5EF4-FFF2-40B4-BE49-F238E27FC236}">
                <a16:creationId xmlns:a16="http://schemas.microsoft.com/office/drawing/2014/main" id="{9CA72C13-8542-9BCB-35A4-CEB7597B5908}"/>
              </a:ext>
            </a:extLst>
          </p:cNvPr>
          <p:cNvSpPr/>
          <p:nvPr/>
        </p:nvSpPr>
        <p:spPr>
          <a:xfrm>
            <a:off x="8551177" y="2313474"/>
            <a:ext cx="755387" cy="733741"/>
          </a:xfrm>
          <a:custGeom>
            <a:avLst/>
            <a:gdLst>
              <a:gd name="connsiteX0" fmla="*/ 357006 w 608274"/>
              <a:gd name="connsiteY0" fmla="*/ 315793 h 590844"/>
              <a:gd name="connsiteX1" fmla="*/ 344664 w 608274"/>
              <a:gd name="connsiteY1" fmla="*/ 351821 h 590844"/>
              <a:gd name="connsiteX2" fmla="*/ 552405 w 608274"/>
              <a:gd name="connsiteY2" fmla="*/ 559238 h 590844"/>
              <a:gd name="connsiteX3" fmla="*/ 554572 w 608274"/>
              <a:gd name="connsiteY3" fmla="*/ 560178 h 590844"/>
              <a:gd name="connsiteX4" fmla="*/ 554666 w 608274"/>
              <a:gd name="connsiteY4" fmla="*/ 560178 h 590844"/>
              <a:gd name="connsiteX5" fmla="*/ 556928 w 608274"/>
              <a:gd name="connsiteY5" fmla="*/ 559238 h 590844"/>
              <a:gd name="connsiteX6" fmla="*/ 576618 w 608274"/>
              <a:gd name="connsiteY6" fmla="*/ 539578 h 590844"/>
              <a:gd name="connsiteX7" fmla="*/ 577560 w 608274"/>
              <a:gd name="connsiteY7" fmla="*/ 537320 h 590844"/>
              <a:gd name="connsiteX8" fmla="*/ 576618 w 608274"/>
              <a:gd name="connsiteY8" fmla="*/ 535063 h 590844"/>
              <a:gd name="connsiteX9" fmla="*/ 347019 w 608274"/>
              <a:gd name="connsiteY9" fmla="*/ 272617 h 590844"/>
              <a:gd name="connsiteX10" fmla="*/ 361339 w 608274"/>
              <a:gd name="connsiteY10" fmla="*/ 276756 h 590844"/>
              <a:gd name="connsiteX11" fmla="*/ 370572 w 608274"/>
              <a:gd name="connsiteY11" fmla="*/ 285974 h 590844"/>
              <a:gd name="connsiteX12" fmla="*/ 598287 w 608274"/>
              <a:gd name="connsiteY12" fmla="*/ 513333 h 590844"/>
              <a:gd name="connsiteX13" fmla="*/ 608274 w 608274"/>
              <a:gd name="connsiteY13" fmla="*/ 537320 h 590844"/>
              <a:gd name="connsiteX14" fmla="*/ 598287 w 608274"/>
              <a:gd name="connsiteY14" fmla="*/ 561213 h 590844"/>
              <a:gd name="connsiteX15" fmla="*/ 578691 w 608274"/>
              <a:gd name="connsiteY15" fmla="*/ 580873 h 590844"/>
              <a:gd name="connsiteX16" fmla="*/ 554666 w 608274"/>
              <a:gd name="connsiteY16" fmla="*/ 590844 h 590844"/>
              <a:gd name="connsiteX17" fmla="*/ 554572 w 608274"/>
              <a:gd name="connsiteY17" fmla="*/ 590844 h 590844"/>
              <a:gd name="connsiteX18" fmla="*/ 530736 w 608274"/>
              <a:gd name="connsiteY18" fmla="*/ 580873 h 590844"/>
              <a:gd name="connsiteX19" fmla="*/ 316211 w 608274"/>
              <a:gd name="connsiteY19" fmla="*/ 366683 h 590844"/>
              <a:gd name="connsiteX20" fmla="*/ 312442 w 608274"/>
              <a:gd name="connsiteY20" fmla="*/ 350880 h 590844"/>
              <a:gd name="connsiteX21" fmla="*/ 327328 w 608274"/>
              <a:gd name="connsiteY21" fmla="*/ 307610 h 590844"/>
              <a:gd name="connsiteX22" fmla="*/ 335902 w 608274"/>
              <a:gd name="connsiteY22" fmla="*/ 282588 h 590844"/>
              <a:gd name="connsiteX23" fmla="*/ 347019 w 608274"/>
              <a:gd name="connsiteY23" fmla="*/ 272617 h 590844"/>
              <a:gd name="connsiteX24" fmla="*/ 74870 w 608274"/>
              <a:gd name="connsiteY24" fmla="*/ 82350 h 590844"/>
              <a:gd name="connsiteX25" fmla="*/ 426850 w 608274"/>
              <a:gd name="connsiteY25" fmla="*/ 82350 h 590844"/>
              <a:gd name="connsiteX26" fmla="*/ 426850 w 608274"/>
              <a:gd name="connsiteY26" fmla="*/ 306027 h 590844"/>
              <a:gd name="connsiteX27" fmla="*/ 379461 w 608274"/>
              <a:gd name="connsiteY27" fmla="*/ 258714 h 590844"/>
              <a:gd name="connsiteX28" fmla="*/ 341210 w 608274"/>
              <a:gd name="connsiteY28" fmla="*/ 247709 h 590844"/>
              <a:gd name="connsiteX29" fmla="*/ 315867 w 608274"/>
              <a:gd name="connsiteY29" fmla="*/ 265957 h 590844"/>
              <a:gd name="connsiteX30" fmla="*/ 204507 w 608274"/>
              <a:gd name="connsiteY30" fmla="*/ 235763 h 590844"/>
              <a:gd name="connsiteX31" fmla="*/ 195274 w 608274"/>
              <a:gd name="connsiteY31" fmla="*/ 230590 h 590844"/>
              <a:gd name="connsiteX32" fmla="*/ 213740 w 608274"/>
              <a:gd name="connsiteY32" fmla="*/ 231154 h 590844"/>
              <a:gd name="connsiteX33" fmla="*/ 225517 w 608274"/>
              <a:gd name="connsiteY33" fmla="*/ 231719 h 590844"/>
              <a:gd name="connsiteX34" fmla="*/ 248599 w 608274"/>
              <a:gd name="connsiteY34" fmla="*/ 232377 h 590844"/>
              <a:gd name="connsiteX35" fmla="*/ 322085 w 608274"/>
              <a:gd name="connsiteY35" fmla="*/ 227674 h 590844"/>
              <a:gd name="connsiteX36" fmla="*/ 361749 w 608274"/>
              <a:gd name="connsiteY36" fmla="*/ 186852 h 590844"/>
              <a:gd name="connsiteX37" fmla="*/ 323216 w 608274"/>
              <a:gd name="connsiteY37" fmla="*/ 133049 h 590844"/>
              <a:gd name="connsiteX38" fmla="*/ 205167 w 608274"/>
              <a:gd name="connsiteY38" fmla="*/ 122514 h 590844"/>
              <a:gd name="connsiteX39" fmla="*/ 158248 w 608274"/>
              <a:gd name="connsiteY39" fmla="*/ 124395 h 590844"/>
              <a:gd name="connsiteX40" fmla="*/ 157683 w 608274"/>
              <a:gd name="connsiteY40" fmla="*/ 124395 h 590844"/>
              <a:gd name="connsiteX41" fmla="*/ 137239 w 608274"/>
              <a:gd name="connsiteY41" fmla="*/ 144336 h 590844"/>
              <a:gd name="connsiteX42" fmla="*/ 157212 w 608274"/>
              <a:gd name="connsiteY42" fmla="*/ 165312 h 590844"/>
              <a:gd name="connsiteX43" fmla="*/ 208087 w 608274"/>
              <a:gd name="connsiteY43" fmla="*/ 163336 h 590844"/>
              <a:gd name="connsiteX44" fmla="*/ 306634 w 608274"/>
              <a:gd name="connsiteY44" fmla="*/ 170485 h 590844"/>
              <a:gd name="connsiteX45" fmla="*/ 321049 w 608274"/>
              <a:gd name="connsiteY45" fmla="*/ 183465 h 590844"/>
              <a:gd name="connsiteX46" fmla="*/ 311251 w 608274"/>
              <a:gd name="connsiteY46" fmla="*/ 188263 h 590844"/>
              <a:gd name="connsiteX47" fmla="*/ 250200 w 608274"/>
              <a:gd name="connsiteY47" fmla="*/ 191461 h 590844"/>
              <a:gd name="connsiteX48" fmla="*/ 225517 w 608274"/>
              <a:gd name="connsiteY48" fmla="*/ 190896 h 590844"/>
              <a:gd name="connsiteX49" fmla="*/ 216755 w 608274"/>
              <a:gd name="connsiteY49" fmla="*/ 190426 h 590844"/>
              <a:gd name="connsiteX50" fmla="*/ 156929 w 608274"/>
              <a:gd name="connsiteY50" fmla="*/ 206040 h 590844"/>
              <a:gd name="connsiteX51" fmla="*/ 150335 w 608274"/>
              <a:gd name="connsiteY51" fmla="*/ 236516 h 590844"/>
              <a:gd name="connsiteX52" fmla="*/ 187078 w 608274"/>
              <a:gd name="connsiteY52" fmla="*/ 272823 h 590844"/>
              <a:gd name="connsiteX53" fmla="*/ 300887 w 608274"/>
              <a:gd name="connsiteY53" fmla="*/ 305839 h 590844"/>
              <a:gd name="connsiteX54" fmla="*/ 291277 w 608274"/>
              <a:gd name="connsiteY54" fmla="*/ 334057 h 590844"/>
              <a:gd name="connsiteX55" fmla="*/ 74870 w 608274"/>
              <a:gd name="connsiteY55" fmla="*/ 334057 h 590844"/>
              <a:gd name="connsiteX56" fmla="*/ 41731 w 608274"/>
              <a:gd name="connsiteY56" fmla="*/ 0 h 590844"/>
              <a:gd name="connsiteX57" fmla="*/ 459894 w 608274"/>
              <a:gd name="connsiteY57" fmla="*/ 0 h 590844"/>
              <a:gd name="connsiteX58" fmla="*/ 501720 w 608274"/>
              <a:gd name="connsiteY58" fmla="*/ 41669 h 590844"/>
              <a:gd name="connsiteX59" fmla="*/ 501720 w 608274"/>
              <a:gd name="connsiteY59" fmla="*/ 374737 h 590844"/>
              <a:gd name="connsiteX60" fmla="*/ 501155 w 608274"/>
              <a:gd name="connsiteY60" fmla="*/ 380193 h 590844"/>
              <a:gd name="connsiteX61" fmla="*/ 457539 w 608274"/>
              <a:gd name="connsiteY61" fmla="*/ 336643 h 590844"/>
              <a:gd name="connsiteX62" fmla="*/ 457539 w 608274"/>
              <a:gd name="connsiteY62" fmla="*/ 66971 h 590844"/>
              <a:gd name="connsiteX63" fmla="*/ 442184 w 608274"/>
              <a:gd name="connsiteY63" fmla="*/ 51639 h 590844"/>
              <a:gd name="connsiteX64" fmla="*/ 59536 w 608274"/>
              <a:gd name="connsiteY64" fmla="*/ 51639 h 590844"/>
              <a:gd name="connsiteX65" fmla="*/ 44181 w 608274"/>
              <a:gd name="connsiteY65" fmla="*/ 66971 h 590844"/>
              <a:gd name="connsiteX66" fmla="*/ 44181 w 608274"/>
              <a:gd name="connsiteY66" fmla="*/ 349341 h 590844"/>
              <a:gd name="connsiteX67" fmla="*/ 59536 w 608274"/>
              <a:gd name="connsiteY67" fmla="*/ 364673 h 590844"/>
              <a:gd name="connsiteX68" fmla="*/ 287128 w 608274"/>
              <a:gd name="connsiteY68" fmla="*/ 364673 h 590844"/>
              <a:gd name="connsiteX69" fmla="*/ 298055 w 608274"/>
              <a:gd name="connsiteY69" fmla="*/ 384708 h 590844"/>
              <a:gd name="connsiteX70" fmla="*/ 329801 w 608274"/>
              <a:gd name="connsiteY70" fmla="*/ 416406 h 590844"/>
              <a:gd name="connsiteX71" fmla="*/ 41731 w 608274"/>
              <a:gd name="connsiteY71" fmla="*/ 416406 h 590844"/>
              <a:gd name="connsiteX72" fmla="*/ 0 w 608274"/>
              <a:gd name="connsiteY72" fmla="*/ 374737 h 590844"/>
              <a:gd name="connsiteX73" fmla="*/ 0 w 608274"/>
              <a:gd name="connsiteY73" fmla="*/ 41669 h 590844"/>
              <a:gd name="connsiteX74" fmla="*/ 41731 w 608274"/>
              <a:gd name="connsiteY74" fmla="*/ 0 h 590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608274" h="590844">
                <a:moveTo>
                  <a:pt x="357006" y="315793"/>
                </a:moveTo>
                <a:lnTo>
                  <a:pt x="344664" y="351821"/>
                </a:lnTo>
                <a:lnTo>
                  <a:pt x="552405" y="559238"/>
                </a:lnTo>
                <a:cubicBezTo>
                  <a:pt x="552971" y="559802"/>
                  <a:pt x="553818" y="560178"/>
                  <a:pt x="554572" y="560178"/>
                </a:cubicBezTo>
                <a:lnTo>
                  <a:pt x="554666" y="560178"/>
                </a:lnTo>
                <a:cubicBezTo>
                  <a:pt x="555514" y="560178"/>
                  <a:pt x="556362" y="559802"/>
                  <a:pt x="556928" y="559238"/>
                </a:cubicBezTo>
                <a:lnTo>
                  <a:pt x="576618" y="539578"/>
                </a:lnTo>
                <a:cubicBezTo>
                  <a:pt x="577372" y="538825"/>
                  <a:pt x="577560" y="537885"/>
                  <a:pt x="577560" y="537320"/>
                </a:cubicBezTo>
                <a:cubicBezTo>
                  <a:pt x="577560" y="536756"/>
                  <a:pt x="577372" y="535815"/>
                  <a:pt x="576618" y="535063"/>
                </a:cubicBezTo>
                <a:close/>
                <a:moveTo>
                  <a:pt x="347019" y="272617"/>
                </a:moveTo>
                <a:cubicBezTo>
                  <a:pt x="352106" y="271394"/>
                  <a:pt x="357571" y="272993"/>
                  <a:pt x="361339" y="276756"/>
                </a:cubicBezTo>
                <a:lnTo>
                  <a:pt x="370572" y="285974"/>
                </a:lnTo>
                <a:lnTo>
                  <a:pt x="598287" y="513333"/>
                </a:lnTo>
                <a:cubicBezTo>
                  <a:pt x="604694" y="519730"/>
                  <a:pt x="608274" y="528290"/>
                  <a:pt x="608274" y="537320"/>
                </a:cubicBezTo>
                <a:cubicBezTo>
                  <a:pt x="608274" y="546351"/>
                  <a:pt x="604694" y="554817"/>
                  <a:pt x="598287" y="561213"/>
                </a:cubicBezTo>
                <a:lnTo>
                  <a:pt x="578691" y="580873"/>
                </a:lnTo>
                <a:cubicBezTo>
                  <a:pt x="572284" y="587269"/>
                  <a:pt x="563805" y="590844"/>
                  <a:pt x="554666" y="590844"/>
                </a:cubicBezTo>
                <a:lnTo>
                  <a:pt x="554572" y="590844"/>
                </a:lnTo>
                <a:cubicBezTo>
                  <a:pt x="545622" y="590844"/>
                  <a:pt x="537143" y="587269"/>
                  <a:pt x="530736" y="580873"/>
                </a:cubicBezTo>
                <a:lnTo>
                  <a:pt x="316211" y="366683"/>
                </a:lnTo>
                <a:cubicBezTo>
                  <a:pt x="312066" y="362544"/>
                  <a:pt x="310558" y="356430"/>
                  <a:pt x="312442" y="350880"/>
                </a:cubicBezTo>
                <a:lnTo>
                  <a:pt x="327328" y="307610"/>
                </a:lnTo>
                <a:lnTo>
                  <a:pt x="335902" y="282588"/>
                </a:lnTo>
                <a:cubicBezTo>
                  <a:pt x="337598" y="277602"/>
                  <a:pt x="341837" y="273840"/>
                  <a:pt x="347019" y="272617"/>
                </a:cubicBezTo>
                <a:close/>
                <a:moveTo>
                  <a:pt x="74870" y="82350"/>
                </a:moveTo>
                <a:lnTo>
                  <a:pt x="426850" y="82350"/>
                </a:lnTo>
                <a:lnTo>
                  <a:pt x="426850" y="306027"/>
                </a:lnTo>
                <a:lnTo>
                  <a:pt x="379461" y="258714"/>
                </a:lnTo>
                <a:cubicBezTo>
                  <a:pt x="369474" y="248650"/>
                  <a:pt x="354966" y="244511"/>
                  <a:pt x="341210" y="247709"/>
                </a:cubicBezTo>
                <a:cubicBezTo>
                  <a:pt x="330564" y="250249"/>
                  <a:pt x="321520" y="256927"/>
                  <a:pt x="315867" y="265957"/>
                </a:cubicBezTo>
                <a:cubicBezTo>
                  <a:pt x="275073" y="263229"/>
                  <a:pt x="245113" y="254764"/>
                  <a:pt x="204507" y="235763"/>
                </a:cubicBezTo>
                <a:cubicBezTo>
                  <a:pt x="200550" y="233882"/>
                  <a:pt x="197535" y="232095"/>
                  <a:pt x="195274" y="230590"/>
                </a:cubicBezTo>
                <a:cubicBezTo>
                  <a:pt x="201398" y="230308"/>
                  <a:pt x="209500" y="230872"/>
                  <a:pt x="213740" y="231154"/>
                </a:cubicBezTo>
                <a:cubicBezTo>
                  <a:pt x="218262" y="231531"/>
                  <a:pt x="222313" y="231719"/>
                  <a:pt x="225517" y="231719"/>
                </a:cubicBezTo>
                <a:cubicBezTo>
                  <a:pt x="232959" y="231719"/>
                  <a:pt x="240779" y="232095"/>
                  <a:pt x="248599" y="232377"/>
                </a:cubicBezTo>
                <a:cubicBezTo>
                  <a:pt x="272812" y="233318"/>
                  <a:pt x="297966" y="234258"/>
                  <a:pt x="322085" y="227674"/>
                </a:cubicBezTo>
                <a:cubicBezTo>
                  <a:pt x="355813" y="218456"/>
                  <a:pt x="361089" y="196070"/>
                  <a:pt x="361749" y="186852"/>
                </a:cubicBezTo>
                <a:cubicBezTo>
                  <a:pt x="363351" y="165594"/>
                  <a:pt x="347900" y="143960"/>
                  <a:pt x="323216" y="133049"/>
                </a:cubicBezTo>
                <a:cubicBezTo>
                  <a:pt x="286190" y="116776"/>
                  <a:pt x="245019" y="119692"/>
                  <a:pt x="205167" y="122514"/>
                </a:cubicBezTo>
                <a:cubicBezTo>
                  <a:pt x="188585" y="123737"/>
                  <a:pt x="172851" y="124866"/>
                  <a:pt x="158248" y="124395"/>
                </a:cubicBezTo>
                <a:lnTo>
                  <a:pt x="157683" y="124395"/>
                </a:lnTo>
                <a:cubicBezTo>
                  <a:pt x="146660" y="124395"/>
                  <a:pt x="137522" y="133237"/>
                  <a:pt x="137239" y="144336"/>
                </a:cubicBezTo>
                <a:cubicBezTo>
                  <a:pt x="136956" y="155623"/>
                  <a:pt x="145907" y="165030"/>
                  <a:pt x="157212" y="165312"/>
                </a:cubicBezTo>
                <a:cubicBezTo>
                  <a:pt x="173699" y="165688"/>
                  <a:pt x="191223" y="164465"/>
                  <a:pt x="208087" y="163336"/>
                </a:cubicBezTo>
                <a:cubicBezTo>
                  <a:pt x="242946" y="160891"/>
                  <a:pt x="278935" y="158257"/>
                  <a:pt x="306634" y="170485"/>
                </a:cubicBezTo>
                <a:cubicBezTo>
                  <a:pt x="316809" y="174906"/>
                  <a:pt x="320955" y="181866"/>
                  <a:pt x="321049" y="183465"/>
                </a:cubicBezTo>
                <a:cubicBezTo>
                  <a:pt x="320672" y="184124"/>
                  <a:pt x="318034" y="186381"/>
                  <a:pt x="311251" y="188263"/>
                </a:cubicBezTo>
                <a:cubicBezTo>
                  <a:pt x="293256" y="193248"/>
                  <a:pt x="271398" y="192307"/>
                  <a:pt x="250200" y="191461"/>
                </a:cubicBezTo>
                <a:cubicBezTo>
                  <a:pt x="241815" y="191178"/>
                  <a:pt x="233525" y="190896"/>
                  <a:pt x="225517" y="190896"/>
                </a:cubicBezTo>
                <a:cubicBezTo>
                  <a:pt x="223067" y="190896"/>
                  <a:pt x="220052" y="190614"/>
                  <a:pt x="216755" y="190426"/>
                </a:cubicBezTo>
                <a:cubicBezTo>
                  <a:pt x="198477" y="189015"/>
                  <a:pt x="170873" y="187134"/>
                  <a:pt x="156929" y="206040"/>
                </a:cubicBezTo>
                <a:cubicBezTo>
                  <a:pt x="150052" y="215258"/>
                  <a:pt x="147697" y="226075"/>
                  <a:pt x="150335" y="236516"/>
                </a:cubicBezTo>
                <a:cubicBezTo>
                  <a:pt x="154857" y="254387"/>
                  <a:pt x="172851" y="266145"/>
                  <a:pt x="187078" y="272823"/>
                </a:cubicBezTo>
                <a:cubicBezTo>
                  <a:pt x="228437" y="292200"/>
                  <a:pt x="260752" y="301888"/>
                  <a:pt x="300887" y="305839"/>
                </a:cubicBezTo>
                <a:lnTo>
                  <a:pt x="291277" y="334057"/>
                </a:lnTo>
                <a:lnTo>
                  <a:pt x="74870" y="334057"/>
                </a:lnTo>
                <a:close/>
                <a:moveTo>
                  <a:pt x="41731" y="0"/>
                </a:moveTo>
                <a:lnTo>
                  <a:pt x="459894" y="0"/>
                </a:lnTo>
                <a:cubicBezTo>
                  <a:pt x="482974" y="0"/>
                  <a:pt x="501720" y="18624"/>
                  <a:pt x="501720" y="41669"/>
                </a:cubicBezTo>
                <a:lnTo>
                  <a:pt x="501720" y="374737"/>
                </a:lnTo>
                <a:cubicBezTo>
                  <a:pt x="501720" y="376618"/>
                  <a:pt x="501343" y="378311"/>
                  <a:pt x="501155" y="380193"/>
                </a:cubicBezTo>
                <a:lnTo>
                  <a:pt x="457539" y="336643"/>
                </a:lnTo>
                <a:lnTo>
                  <a:pt x="457539" y="66971"/>
                </a:lnTo>
                <a:cubicBezTo>
                  <a:pt x="457539" y="58506"/>
                  <a:pt x="450663" y="51639"/>
                  <a:pt x="442184" y="51639"/>
                </a:cubicBezTo>
                <a:lnTo>
                  <a:pt x="59536" y="51639"/>
                </a:lnTo>
                <a:cubicBezTo>
                  <a:pt x="51057" y="51639"/>
                  <a:pt x="44181" y="58506"/>
                  <a:pt x="44181" y="66971"/>
                </a:cubicBezTo>
                <a:lnTo>
                  <a:pt x="44181" y="349341"/>
                </a:lnTo>
                <a:cubicBezTo>
                  <a:pt x="44181" y="357806"/>
                  <a:pt x="51057" y="364673"/>
                  <a:pt x="59536" y="364673"/>
                </a:cubicBezTo>
                <a:lnTo>
                  <a:pt x="287128" y="364673"/>
                </a:lnTo>
                <a:cubicBezTo>
                  <a:pt x="288729" y="372198"/>
                  <a:pt x="292497" y="379158"/>
                  <a:pt x="298055" y="384708"/>
                </a:cubicBezTo>
                <a:lnTo>
                  <a:pt x="329801" y="416406"/>
                </a:lnTo>
                <a:lnTo>
                  <a:pt x="41731" y="416406"/>
                </a:lnTo>
                <a:cubicBezTo>
                  <a:pt x="18746" y="416406"/>
                  <a:pt x="0" y="397688"/>
                  <a:pt x="0" y="374737"/>
                </a:cubicBezTo>
                <a:lnTo>
                  <a:pt x="0" y="41669"/>
                </a:lnTo>
                <a:cubicBezTo>
                  <a:pt x="0" y="18624"/>
                  <a:pt x="18746" y="0"/>
                  <a:pt x="41731"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dirty="0">
              <a:cs typeface="+mn-ea"/>
              <a:sym typeface="+mn-lt"/>
            </a:endParaRPr>
          </a:p>
        </p:txBody>
      </p:sp>
      <p:sp>
        <p:nvSpPr>
          <p:cNvPr id="20" name="任意多边形 47">
            <a:extLst>
              <a:ext uri="{FF2B5EF4-FFF2-40B4-BE49-F238E27FC236}">
                <a16:creationId xmlns:a16="http://schemas.microsoft.com/office/drawing/2014/main" id="{6C12AA12-8D4F-92F3-B811-0A0C95A6DE52}"/>
              </a:ext>
            </a:extLst>
          </p:cNvPr>
          <p:cNvSpPr/>
          <p:nvPr/>
        </p:nvSpPr>
        <p:spPr>
          <a:xfrm rot="18900000" flipV="1">
            <a:off x="99493" y="160716"/>
            <a:ext cx="1257992" cy="771874"/>
          </a:xfrm>
          <a:custGeom>
            <a:avLst/>
            <a:gdLst>
              <a:gd name="connsiteX0" fmla="*/ 0 w 1667713"/>
              <a:gd name="connsiteY0" fmla="*/ 456881 h 1023269"/>
              <a:gd name="connsiteX1" fmla="*/ 412332 w 1667713"/>
              <a:gd name="connsiteY1" fmla="*/ 44549 h 1023269"/>
              <a:gd name="connsiteX2" fmla="*/ 412333 w 1667713"/>
              <a:gd name="connsiteY2" fmla="*/ 44549 h 1023269"/>
              <a:gd name="connsiteX3" fmla="*/ 456882 w 1667713"/>
              <a:gd name="connsiteY3" fmla="*/ 0 h 1023269"/>
              <a:gd name="connsiteX4" fmla="*/ 1514743 w 1667713"/>
              <a:gd name="connsiteY4" fmla="*/ 0 h 1023269"/>
              <a:gd name="connsiteX5" fmla="*/ 1667713 w 1667713"/>
              <a:gd name="connsiteY5" fmla="*/ 152970 h 1023269"/>
              <a:gd name="connsiteX6" fmla="*/ 1667713 w 1667713"/>
              <a:gd name="connsiteY6" fmla="*/ 704806 h 1023269"/>
              <a:gd name="connsiteX7" fmla="*/ 1349251 w 1667713"/>
              <a:gd name="connsiteY7" fmla="*/ 1023269 h 1023269"/>
              <a:gd name="connsiteX8" fmla="*/ 1349251 w 1667713"/>
              <a:gd name="connsiteY8" fmla="*/ 318462 h 1023269"/>
              <a:gd name="connsiteX9" fmla="*/ 138420 w 1667713"/>
              <a:gd name="connsiteY9" fmla="*/ 318462 h 1023269"/>
              <a:gd name="connsiteX10" fmla="*/ 1 w 1667713"/>
              <a:gd name="connsiteY10" fmla="*/ 456881 h 10232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67713" h="1023269">
                <a:moveTo>
                  <a:pt x="0" y="456881"/>
                </a:moveTo>
                <a:lnTo>
                  <a:pt x="412332" y="44549"/>
                </a:lnTo>
                <a:lnTo>
                  <a:pt x="412333" y="44549"/>
                </a:lnTo>
                <a:lnTo>
                  <a:pt x="456882" y="0"/>
                </a:lnTo>
                <a:lnTo>
                  <a:pt x="1514743" y="0"/>
                </a:lnTo>
                <a:cubicBezTo>
                  <a:pt x="1599226" y="1"/>
                  <a:pt x="1667713" y="68487"/>
                  <a:pt x="1667713" y="152970"/>
                </a:cubicBezTo>
                <a:lnTo>
                  <a:pt x="1667713" y="704806"/>
                </a:lnTo>
                <a:lnTo>
                  <a:pt x="1349251" y="1023269"/>
                </a:lnTo>
                <a:lnTo>
                  <a:pt x="1349251" y="318462"/>
                </a:lnTo>
                <a:lnTo>
                  <a:pt x="138420" y="318462"/>
                </a:lnTo>
                <a:lnTo>
                  <a:pt x="1" y="456881"/>
                </a:lnTo>
                <a:close/>
              </a:path>
            </a:pathLst>
          </a:cu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1" name="任意多边形 48">
            <a:extLst>
              <a:ext uri="{FF2B5EF4-FFF2-40B4-BE49-F238E27FC236}">
                <a16:creationId xmlns:a16="http://schemas.microsoft.com/office/drawing/2014/main" id="{B00B1B09-01F7-2077-74CB-4103E8236613}"/>
              </a:ext>
            </a:extLst>
          </p:cNvPr>
          <p:cNvSpPr/>
          <p:nvPr/>
        </p:nvSpPr>
        <p:spPr>
          <a:xfrm rot="18900000" flipV="1">
            <a:off x="-102618" y="95709"/>
            <a:ext cx="926781" cy="721545"/>
          </a:xfrm>
          <a:custGeom>
            <a:avLst/>
            <a:gdLst>
              <a:gd name="connsiteX0" fmla="*/ 303771 w 1228628"/>
              <a:gd name="connsiteY0" fmla="*/ 32819 h 956548"/>
              <a:gd name="connsiteX1" fmla="*/ 303771 w 1228628"/>
              <a:gd name="connsiteY1" fmla="*/ 32820 h 956548"/>
              <a:gd name="connsiteX2" fmla="*/ 336591 w 1228628"/>
              <a:gd name="connsiteY2" fmla="*/ 0 h 956548"/>
              <a:gd name="connsiteX3" fmla="*/ 1115933 w 1228628"/>
              <a:gd name="connsiteY3" fmla="*/ 0 h 956548"/>
              <a:gd name="connsiteX4" fmla="*/ 1228628 w 1228628"/>
              <a:gd name="connsiteY4" fmla="*/ 112695 h 956548"/>
              <a:gd name="connsiteX5" fmla="*/ 1228628 w 1228628"/>
              <a:gd name="connsiteY5" fmla="*/ 721932 h 956548"/>
              <a:gd name="connsiteX6" fmla="*/ 994013 w 1228628"/>
              <a:gd name="connsiteY6" fmla="*/ 956548 h 956548"/>
              <a:gd name="connsiteX7" fmla="*/ 994013 w 1228628"/>
              <a:gd name="connsiteY7" fmla="*/ 234616 h 956548"/>
              <a:gd name="connsiteX8" fmla="*/ 101975 w 1228628"/>
              <a:gd name="connsiteY8" fmla="*/ 234616 h 956548"/>
              <a:gd name="connsiteX9" fmla="*/ 0 w 1228628"/>
              <a:gd name="connsiteY9" fmla="*/ 336591 h 9565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28628" h="956548">
                <a:moveTo>
                  <a:pt x="303771" y="32819"/>
                </a:moveTo>
                <a:lnTo>
                  <a:pt x="303771" y="32820"/>
                </a:lnTo>
                <a:lnTo>
                  <a:pt x="336591" y="0"/>
                </a:lnTo>
                <a:lnTo>
                  <a:pt x="1115933" y="0"/>
                </a:lnTo>
                <a:cubicBezTo>
                  <a:pt x="1178173" y="0"/>
                  <a:pt x="1228628" y="50456"/>
                  <a:pt x="1228628" y="112695"/>
                </a:cubicBezTo>
                <a:lnTo>
                  <a:pt x="1228628" y="721932"/>
                </a:lnTo>
                <a:lnTo>
                  <a:pt x="994013" y="956548"/>
                </a:lnTo>
                <a:lnTo>
                  <a:pt x="994013" y="234616"/>
                </a:lnTo>
                <a:lnTo>
                  <a:pt x="101975" y="234616"/>
                </a:lnTo>
                <a:lnTo>
                  <a:pt x="0" y="336591"/>
                </a:lnTo>
                <a:close/>
              </a:path>
            </a:pathLst>
          </a:custGeom>
          <a:solidFill>
            <a:schemeClr val="accent2">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5" name="文本框 4">
            <a:extLst>
              <a:ext uri="{FF2B5EF4-FFF2-40B4-BE49-F238E27FC236}">
                <a16:creationId xmlns:a16="http://schemas.microsoft.com/office/drawing/2014/main" id="{A41A36BB-41F9-795B-46D3-B5F358B9C981}"/>
              </a:ext>
            </a:extLst>
          </p:cNvPr>
          <p:cNvSpPr txBox="1"/>
          <p:nvPr/>
        </p:nvSpPr>
        <p:spPr>
          <a:xfrm>
            <a:off x="728489" y="1083977"/>
            <a:ext cx="10626873" cy="2308324"/>
          </a:xfrm>
          <a:prstGeom prst="rect">
            <a:avLst/>
          </a:prstGeom>
          <a:noFill/>
        </p:spPr>
        <p:txBody>
          <a:bodyPr wrap="square">
            <a:spAutoFit/>
          </a:bodyPr>
          <a:lstStyle/>
          <a:p>
            <a:pPr marL="285750" lvl="0" indent="-285750" algn="just">
              <a:buFont typeface="Arial" panose="020B0604020202020204" pitchFamily="34" charset="0"/>
              <a:buChar char="•"/>
              <a:tabLst>
                <a:tab pos="457200" algn="l"/>
              </a:tabLst>
            </a:pPr>
            <a:r>
              <a:rPr lang="en-US" altLang="zh-CN" b="1" kern="100" dirty="0">
                <a:effectLst/>
                <a:latin typeface="Arial" panose="020B0604020202020204" pitchFamily="34" charset="0"/>
                <a:ea typeface="等线" panose="02010600030101010101" pitchFamily="2" charset="-122"/>
                <a:cs typeface="Arial" panose="020B0604020202020204" pitchFamily="34" charset="0"/>
              </a:rPr>
              <a:t>The dataset likely contains the extremely strong predictive features (like </a:t>
            </a:r>
            <a:r>
              <a:rPr lang="en-US" altLang="zh-CN" b="1" kern="100" dirty="0" err="1">
                <a:effectLst/>
                <a:latin typeface="Arial" panose="020B0604020202020204" pitchFamily="34" charset="0"/>
                <a:ea typeface="等线" panose="02010600030101010101" pitchFamily="2" charset="-122"/>
                <a:cs typeface="Arial" panose="020B0604020202020204" pitchFamily="34" charset="0"/>
              </a:rPr>
              <a:t>Credit_History</a:t>
            </a:r>
            <a:r>
              <a:rPr lang="en-US" altLang="zh-CN" b="1" kern="100" dirty="0">
                <a:effectLst/>
                <a:latin typeface="Arial" panose="020B0604020202020204" pitchFamily="34" charset="0"/>
                <a:ea typeface="等线" panose="02010600030101010101" pitchFamily="2" charset="-122"/>
                <a:cs typeface="Arial" panose="020B0604020202020204" pitchFamily="34" charset="0"/>
              </a:rPr>
              <a:t>)</a:t>
            </a:r>
          </a:p>
          <a:p>
            <a:pPr marL="285750" lvl="0" indent="-285750" algn="just">
              <a:buFont typeface="Arial" panose="020B0604020202020204" pitchFamily="34" charset="0"/>
              <a:buChar char="•"/>
              <a:tabLst>
                <a:tab pos="457200" algn="l"/>
              </a:tabLst>
            </a:pPr>
            <a:endParaRPr lang="en-US" altLang="zh-CN" b="1" kern="100" dirty="0">
              <a:effectLst/>
              <a:latin typeface="Arial" panose="020B0604020202020204" pitchFamily="34" charset="0"/>
              <a:ea typeface="等线" panose="02010600030101010101" pitchFamily="2" charset="-122"/>
              <a:cs typeface="Arial" panose="020B0604020202020204" pitchFamily="34" charset="0"/>
            </a:endParaRPr>
          </a:p>
          <a:p>
            <a:pPr marL="285750" lvl="0" indent="-285750" algn="just">
              <a:buFont typeface="Arial" panose="020B0604020202020204" pitchFamily="34" charset="0"/>
              <a:buChar char="•"/>
              <a:tabLst>
                <a:tab pos="457200" algn="l"/>
              </a:tabLst>
            </a:pPr>
            <a:r>
              <a:rPr lang="en-US" altLang="zh-CN" b="1" kern="100" dirty="0">
                <a:effectLst/>
                <a:latin typeface="Arial" panose="020B0604020202020204" pitchFamily="34" charset="0"/>
                <a:ea typeface="等线" panose="02010600030101010101" pitchFamily="2" charset="-122"/>
                <a:cs typeface="Arial" panose="020B0604020202020204" pitchFamily="34" charset="0"/>
              </a:rPr>
              <a:t> Data Preprocessing Effects: Common preprocessing steps (like filling missing values in </a:t>
            </a:r>
            <a:r>
              <a:rPr lang="en-US" altLang="zh-CN" b="1" kern="100" dirty="0" err="1">
                <a:effectLst/>
                <a:latin typeface="Arial" panose="020B0604020202020204" pitchFamily="34" charset="0"/>
                <a:ea typeface="等线" panose="02010600030101010101" pitchFamily="2" charset="-122"/>
                <a:cs typeface="Arial" panose="020B0604020202020204" pitchFamily="34" charset="0"/>
              </a:rPr>
              <a:t>Credit_History</a:t>
            </a:r>
            <a:r>
              <a:rPr lang="en-US" altLang="zh-CN" b="1" kern="100" dirty="0">
                <a:effectLst/>
                <a:latin typeface="Arial" panose="020B0604020202020204" pitchFamily="34" charset="0"/>
                <a:ea typeface="等线" panose="02010600030101010101" pitchFamily="2" charset="-122"/>
                <a:cs typeface="Arial" panose="020B0604020202020204" pitchFamily="34" charset="0"/>
              </a:rPr>
              <a:t>) might have homogenized the input space. The feature engineering (like creating </a:t>
            </a:r>
            <a:r>
              <a:rPr lang="en-US" altLang="zh-CN" b="1" kern="100" dirty="0" err="1">
                <a:effectLst/>
                <a:latin typeface="Arial" panose="020B0604020202020204" pitchFamily="34" charset="0"/>
                <a:ea typeface="等线" panose="02010600030101010101" pitchFamily="2" charset="-122"/>
                <a:cs typeface="Arial" panose="020B0604020202020204" pitchFamily="34" charset="0"/>
              </a:rPr>
              <a:t>TotalIncome</a:t>
            </a:r>
            <a:r>
              <a:rPr lang="en-US" altLang="zh-CN" b="1" kern="100" dirty="0">
                <a:effectLst/>
                <a:latin typeface="Arial" panose="020B0604020202020204" pitchFamily="34" charset="0"/>
                <a:ea typeface="等线" panose="02010600030101010101" pitchFamily="2" charset="-122"/>
                <a:cs typeface="Arial" panose="020B0604020202020204" pitchFamily="34" charset="0"/>
              </a:rPr>
              <a:t>) may have provided sufficient signal that all models exploit effectively.</a:t>
            </a:r>
          </a:p>
          <a:p>
            <a:pPr marL="285750" lvl="0" indent="-285750" algn="just">
              <a:buFont typeface="Arial" panose="020B0604020202020204" pitchFamily="34" charset="0"/>
              <a:buChar char="•"/>
              <a:tabLst>
                <a:tab pos="457200" algn="l"/>
              </a:tabLst>
            </a:pPr>
            <a:endParaRPr lang="en-US" altLang="zh-CN" b="1" kern="100" dirty="0">
              <a:latin typeface="Arial" panose="020B0604020202020204" pitchFamily="34" charset="0"/>
              <a:ea typeface="等线" panose="02010600030101010101" pitchFamily="2" charset="-122"/>
              <a:cs typeface="Arial" panose="020B0604020202020204" pitchFamily="34" charset="0"/>
            </a:endParaRPr>
          </a:p>
          <a:p>
            <a:pPr marL="285750" lvl="0" indent="-285750" algn="just">
              <a:buFont typeface="Arial" panose="020B0604020202020204" pitchFamily="34" charset="0"/>
              <a:buChar char="•"/>
              <a:tabLst>
                <a:tab pos="457200" algn="l"/>
              </a:tabLst>
            </a:pPr>
            <a:r>
              <a:rPr lang="en-US" altLang="zh-CN" b="1" kern="100" dirty="0">
                <a:effectLst/>
                <a:latin typeface="Arial" panose="020B0604020202020204" pitchFamily="34" charset="0"/>
                <a:ea typeface="等线" panose="02010600030101010101" pitchFamily="2" charset="-122"/>
                <a:cs typeface="Arial" panose="020B0604020202020204" pitchFamily="34" charset="0"/>
              </a:rPr>
              <a:t>Evaluation Set Limitations: The validation set might be too small or non-representative, causing all models to appear similarly capable. </a:t>
            </a:r>
          </a:p>
        </p:txBody>
      </p:sp>
      <p:sp>
        <p:nvSpPr>
          <p:cNvPr id="6" name="文本框 5">
            <a:extLst>
              <a:ext uri="{FF2B5EF4-FFF2-40B4-BE49-F238E27FC236}">
                <a16:creationId xmlns:a16="http://schemas.microsoft.com/office/drawing/2014/main" id="{3B37BA96-E51E-034C-05FC-1D0ECD74F2C9}"/>
              </a:ext>
            </a:extLst>
          </p:cNvPr>
          <p:cNvSpPr txBox="1"/>
          <p:nvPr/>
        </p:nvSpPr>
        <p:spPr>
          <a:xfrm>
            <a:off x="943544" y="3742698"/>
            <a:ext cx="10626873" cy="2031325"/>
          </a:xfrm>
          <a:prstGeom prst="rect">
            <a:avLst/>
          </a:prstGeom>
          <a:noFill/>
        </p:spPr>
        <p:txBody>
          <a:bodyPr wrap="square">
            <a:spAutoFit/>
          </a:bodyPr>
          <a:lstStyle/>
          <a:p>
            <a:pPr lvl="0" algn="just">
              <a:tabLst>
                <a:tab pos="457200" algn="l"/>
              </a:tabLst>
            </a:pPr>
            <a:r>
              <a:rPr lang="en-US" altLang="zh-CN" b="1" kern="100" dirty="0">
                <a:latin typeface="Arial" panose="020B0604020202020204" pitchFamily="34" charset="0"/>
                <a:ea typeface="等线" panose="02010600030101010101" pitchFamily="2" charset="-122"/>
                <a:cs typeface="Arial" panose="020B0604020202020204" pitchFamily="34" charset="0"/>
              </a:rPr>
              <a:t>L</a:t>
            </a:r>
            <a:r>
              <a:rPr lang="en-US" altLang="zh-CN" b="1" kern="100" dirty="0">
                <a:effectLst/>
                <a:latin typeface="Arial" panose="020B0604020202020204" pitchFamily="34" charset="0"/>
                <a:ea typeface="等线" panose="02010600030101010101" pitchFamily="2" charset="-122"/>
                <a:cs typeface="Arial" panose="020B0604020202020204" pitchFamily="34" charset="0"/>
              </a:rPr>
              <a:t>ogistic </a:t>
            </a:r>
            <a:r>
              <a:rPr lang="en-US" altLang="zh-CN" b="1" kern="100" dirty="0">
                <a:latin typeface="Arial" panose="020B0604020202020204" pitchFamily="34" charset="0"/>
                <a:ea typeface="等线" panose="02010600030101010101" pitchFamily="2" charset="-122"/>
                <a:cs typeface="Arial" panose="020B0604020202020204" pitchFamily="34" charset="0"/>
              </a:rPr>
              <a:t>R</a:t>
            </a:r>
            <a:r>
              <a:rPr lang="en-US" altLang="zh-CN" b="1" kern="100" dirty="0">
                <a:effectLst/>
                <a:latin typeface="Arial" panose="020B0604020202020204" pitchFamily="34" charset="0"/>
                <a:ea typeface="等线" panose="02010600030101010101" pitchFamily="2" charset="-122"/>
                <a:cs typeface="Arial" panose="020B0604020202020204" pitchFamily="34" charset="0"/>
              </a:rPr>
              <a:t>egression:</a:t>
            </a:r>
          </a:p>
          <a:p>
            <a:pPr marL="285750" lvl="0" indent="-285750" algn="just">
              <a:buFont typeface="Arial" panose="020B0604020202020204" pitchFamily="34" charset="0"/>
              <a:buChar char="•"/>
              <a:tabLst>
                <a:tab pos="457200" algn="l"/>
              </a:tabLst>
            </a:pPr>
            <a:endParaRPr lang="en-US" altLang="zh-CN" b="1" kern="100" dirty="0">
              <a:effectLst/>
              <a:latin typeface="Arial" panose="020B0604020202020204" pitchFamily="34" charset="0"/>
              <a:ea typeface="等线" panose="02010600030101010101" pitchFamily="2" charset="-122"/>
              <a:cs typeface="Arial" panose="020B0604020202020204" pitchFamily="34" charset="0"/>
            </a:endParaRPr>
          </a:p>
          <a:p>
            <a:pPr marL="285750" lvl="0" indent="-285750" algn="just">
              <a:buFont typeface="Arial" panose="020B0604020202020204" pitchFamily="34" charset="0"/>
              <a:buChar char="•"/>
              <a:tabLst>
                <a:tab pos="457200" algn="l"/>
              </a:tabLst>
            </a:pPr>
            <a:r>
              <a:rPr lang="en-US" altLang="zh-CN" b="1" kern="100" dirty="0">
                <a:effectLst/>
                <a:latin typeface="Arial" panose="020B0604020202020204" pitchFamily="34" charset="0"/>
                <a:ea typeface="等线" panose="02010600030101010101" pitchFamily="2" charset="-122"/>
                <a:cs typeface="Arial" panose="020B0604020202020204" pitchFamily="34" charset="0"/>
              </a:rPr>
              <a:t>High and stable performance</a:t>
            </a:r>
          </a:p>
          <a:p>
            <a:pPr marL="285750" lvl="0" indent="-285750" algn="just">
              <a:buFont typeface="Arial" panose="020B0604020202020204" pitchFamily="34" charset="0"/>
              <a:buChar char="•"/>
              <a:tabLst>
                <a:tab pos="457200" algn="l"/>
              </a:tabLst>
            </a:pPr>
            <a:endParaRPr lang="en-US" altLang="zh-CN" b="1" kern="100" dirty="0">
              <a:effectLst/>
              <a:latin typeface="Arial" panose="020B0604020202020204" pitchFamily="34" charset="0"/>
              <a:ea typeface="等线" panose="02010600030101010101" pitchFamily="2" charset="-122"/>
              <a:cs typeface="Arial" panose="020B0604020202020204" pitchFamily="34" charset="0"/>
            </a:endParaRPr>
          </a:p>
          <a:p>
            <a:pPr marL="285750" lvl="0" indent="-285750" algn="just">
              <a:buFont typeface="Arial" panose="020B0604020202020204" pitchFamily="34" charset="0"/>
              <a:buChar char="•"/>
              <a:tabLst>
                <a:tab pos="457200" algn="l"/>
              </a:tabLst>
            </a:pPr>
            <a:r>
              <a:rPr lang="en-US" altLang="zh-CN" b="1" kern="100" dirty="0">
                <a:effectLst/>
                <a:latin typeface="Arial" panose="020B0604020202020204" pitchFamily="34" charset="0"/>
                <a:ea typeface="等线" panose="02010600030101010101" pitchFamily="2" charset="-122"/>
                <a:cs typeface="Arial" panose="020B0604020202020204" pitchFamily="34" charset="0"/>
              </a:rPr>
              <a:t>Simplicity and interpretability</a:t>
            </a:r>
          </a:p>
          <a:p>
            <a:pPr marL="285750" lvl="0" indent="-285750" algn="just">
              <a:buFont typeface="Arial" panose="020B0604020202020204" pitchFamily="34" charset="0"/>
              <a:buChar char="•"/>
              <a:tabLst>
                <a:tab pos="457200" algn="l"/>
              </a:tabLst>
            </a:pPr>
            <a:endParaRPr lang="en-US" altLang="zh-CN" b="1" kern="100" dirty="0">
              <a:latin typeface="Arial" panose="020B0604020202020204" pitchFamily="34" charset="0"/>
              <a:ea typeface="等线" panose="02010600030101010101" pitchFamily="2" charset="-122"/>
              <a:cs typeface="Arial" panose="020B0604020202020204" pitchFamily="34" charset="0"/>
            </a:endParaRPr>
          </a:p>
          <a:p>
            <a:pPr marL="285750" lvl="0" indent="-285750" algn="just">
              <a:buFont typeface="Arial" panose="020B0604020202020204" pitchFamily="34" charset="0"/>
              <a:buChar char="•"/>
              <a:tabLst>
                <a:tab pos="457200" algn="l"/>
              </a:tabLst>
            </a:pPr>
            <a:r>
              <a:rPr lang="en-US" altLang="zh-CN" b="1" kern="100" dirty="0">
                <a:effectLst/>
                <a:latin typeface="Arial" panose="020B0604020202020204" pitchFamily="34" charset="0"/>
                <a:ea typeface="等线" panose="02010600030101010101" pitchFamily="2" charset="-122"/>
                <a:cs typeface="Arial" panose="020B0604020202020204" pitchFamily="34" charset="0"/>
              </a:rPr>
              <a:t>Computational efficiency</a:t>
            </a:r>
          </a:p>
        </p:txBody>
      </p:sp>
    </p:spTree>
    <p:extLst>
      <p:ext uri="{BB962C8B-B14F-4D97-AF65-F5344CB8AC3E}">
        <p14:creationId xmlns:p14="http://schemas.microsoft.com/office/powerpoint/2010/main" val="3096694330"/>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81A490-AD08-7734-4FD8-6C9F5510EC59}"/>
            </a:ext>
          </a:extLst>
        </p:cNvPr>
        <p:cNvGrpSpPr/>
        <p:nvPr/>
      </p:nvGrpSpPr>
      <p:grpSpPr>
        <a:xfrm>
          <a:off x="0" y="0"/>
          <a:ext cx="0" cy="0"/>
          <a:chOff x="0" y="0"/>
          <a:chExt cx="0" cy="0"/>
        </a:xfrm>
      </p:grpSpPr>
      <p:sp>
        <p:nvSpPr>
          <p:cNvPr id="29" name="任意多边形 28">
            <a:extLst>
              <a:ext uri="{FF2B5EF4-FFF2-40B4-BE49-F238E27FC236}">
                <a16:creationId xmlns:a16="http://schemas.microsoft.com/office/drawing/2014/main" id="{A8759890-C74C-C1F0-8644-91391EFC4158}"/>
              </a:ext>
            </a:extLst>
          </p:cNvPr>
          <p:cNvSpPr/>
          <p:nvPr/>
        </p:nvSpPr>
        <p:spPr>
          <a:xfrm rot="2700000">
            <a:off x="9330371" y="916648"/>
            <a:ext cx="1420687" cy="1427783"/>
          </a:xfrm>
          <a:custGeom>
            <a:avLst/>
            <a:gdLst>
              <a:gd name="connsiteX0" fmla="*/ 1163668 w 4706557"/>
              <a:gd name="connsiteY0" fmla="*/ 125724 h 4730065"/>
              <a:gd name="connsiteX1" fmla="*/ 1163670 w 4706557"/>
              <a:gd name="connsiteY1" fmla="*/ 125724 h 4730065"/>
              <a:gd name="connsiteX2" fmla="*/ 1289393 w 4706557"/>
              <a:gd name="connsiteY2" fmla="*/ 1 h 4730065"/>
              <a:gd name="connsiteX3" fmla="*/ 4274851 w 4706557"/>
              <a:gd name="connsiteY3" fmla="*/ 0 h 4730065"/>
              <a:gd name="connsiteX4" fmla="*/ 4706557 w 4706557"/>
              <a:gd name="connsiteY4" fmla="*/ 431706 h 4730065"/>
              <a:gd name="connsiteX5" fmla="*/ 4706557 w 4706557"/>
              <a:gd name="connsiteY5" fmla="*/ 3440672 h 4730065"/>
              <a:gd name="connsiteX6" fmla="*/ 3542888 w 4706557"/>
              <a:gd name="connsiteY6" fmla="*/ 4604342 h 4730065"/>
              <a:gd name="connsiteX7" fmla="*/ 3542888 w 4706557"/>
              <a:gd name="connsiteY7" fmla="*/ 4604340 h 4730065"/>
              <a:gd name="connsiteX8" fmla="*/ 3417163 w 4706557"/>
              <a:gd name="connsiteY8" fmla="*/ 4730065 h 4730065"/>
              <a:gd name="connsiteX9" fmla="*/ 3417163 w 4706557"/>
              <a:gd name="connsiteY9" fmla="*/ 1289392 h 4730065"/>
              <a:gd name="connsiteX10" fmla="*/ 0 w 4706557"/>
              <a:gd name="connsiteY10" fmla="*/ 1289392 h 4730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706557" h="4730065">
                <a:moveTo>
                  <a:pt x="1163668" y="125724"/>
                </a:moveTo>
                <a:lnTo>
                  <a:pt x="1163670" y="125724"/>
                </a:lnTo>
                <a:lnTo>
                  <a:pt x="1289393" y="1"/>
                </a:lnTo>
                <a:lnTo>
                  <a:pt x="4274851" y="0"/>
                </a:lnTo>
                <a:cubicBezTo>
                  <a:pt x="4513275" y="1"/>
                  <a:pt x="4706557" y="193282"/>
                  <a:pt x="4706557" y="431706"/>
                </a:cubicBezTo>
                <a:lnTo>
                  <a:pt x="4706557" y="3440672"/>
                </a:lnTo>
                <a:lnTo>
                  <a:pt x="3542888" y="4604342"/>
                </a:lnTo>
                <a:lnTo>
                  <a:pt x="3542888" y="4604340"/>
                </a:lnTo>
                <a:lnTo>
                  <a:pt x="3417163" y="4730065"/>
                </a:lnTo>
                <a:lnTo>
                  <a:pt x="3417163" y="1289392"/>
                </a:lnTo>
                <a:lnTo>
                  <a:pt x="0" y="1289392"/>
                </a:lnTo>
                <a:close/>
              </a:path>
            </a:pathLst>
          </a:custGeom>
          <a:solidFill>
            <a:schemeClr val="bg1">
              <a:lumMod val="95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18" name="任意多边形 17">
            <a:extLst>
              <a:ext uri="{FF2B5EF4-FFF2-40B4-BE49-F238E27FC236}">
                <a16:creationId xmlns:a16="http://schemas.microsoft.com/office/drawing/2014/main" id="{CAB23ED9-1E05-4414-4B2E-B3EF3C848FAD}"/>
              </a:ext>
            </a:extLst>
          </p:cNvPr>
          <p:cNvSpPr/>
          <p:nvPr/>
        </p:nvSpPr>
        <p:spPr>
          <a:xfrm rot="2700000">
            <a:off x="3117460" y="-89875"/>
            <a:ext cx="7004023" cy="7037748"/>
          </a:xfrm>
          <a:custGeom>
            <a:avLst/>
            <a:gdLst>
              <a:gd name="connsiteX0" fmla="*/ 0 w 7004023"/>
              <a:gd name="connsiteY0" fmla="*/ 2171546 h 7037748"/>
              <a:gd name="connsiteX1" fmla="*/ 1740201 w 7004023"/>
              <a:gd name="connsiteY1" fmla="*/ 431345 h 7037748"/>
              <a:gd name="connsiteX2" fmla="*/ 1740202 w 7004023"/>
              <a:gd name="connsiteY2" fmla="*/ 431345 h 7037748"/>
              <a:gd name="connsiteX3" fmla="*/ 2171547 w 7004023"/>
              <a:gd name="connsiteY3" fmla="*/ 0 h 7037748"/>
              <a:gd name="connsiteX4" fmla="*/ 6358431 w 7004023"/>
              <a:gd name="connsiteY4" fmla="*/ 0 h 7037748"/>
              <a:gd name="connsiteX5" fmla="*/ 7004023 w 7004023"/>
              <a:gd name="connsiteY5" fmla="*/ 645592 h 7037748"/>
              <a:gd name="connsiteX6" fmla="*/ 7004022 w 7004023"/>
              <a:gd name="connsiteY6" fmla="*/ 4866202 h 7037748"/>
              <a:gd name="connsiteX7" fmla="*/ 5263822 w 7004023"/>
              <a:gd name="connsiteY7" fmla="*/ 6606403 h 7037748"/>
              <a:gd name="connsiteX8" fmla="*/ 5263822 w 7004023"/>
              <a:gd name="connsiteY8" fmla="*/ 6606401 h 7037748"/>
              <a:gd name="connsiteX9" fmla="*/ 4832475 w 7004023"/>
              <a:gd name="connsiteY9" fmla="*/ 7037748 h 7037748"/>
              <a:gd name="connsiteX10" fmla="*/ 4832474 w 7004023"/>
              <a:gd name="connsiteY10" fmla="*/ 2171546 h 70377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004023" h="7037748">
                <a:moveTo>
                  <a:pt x="0" y="2171546"/>
                </a:moveTo>
                <a:lnTo>
                  <a:pt x="1740201" y="431345"/>
                </a:lnTo>
                <a:lnTo>
                  <a:pt x="1740202" y="431345"/>
                </a:lnTo>
                <a:lnTo>
                  <a:pt x="2171547" y="0"/>
                </a:lnTo>
                <a:lnTo>
                  <a:pt x="6358431" y="0"/>
                </a:lnTo>
                <a:cubicBezTo>
                  <a:pt x="6714981" y="0"/>
                  <a:pt x="7004023" y="289042"/>
                  <a:pt x="7004023" y="645592"/>
                </a:cubicBezTo>
                <a:lnTo>
                  <a:pt x="7004022" y="4866202"/>
                </a:lnTo>
                <a:lnTo>
                  <a:pt x="5263822" y="6606403"/>
                </a:lnTo>
                <a:lnTo>
                  <a:pt x="5263822" y="6606401"/>
                </a:lnTo>
                <a:lnTo>
                  <a:pt x="4832475" y="7037748"/>
                </a:lnTo>
                <a:lnTo>
                  <a:pt x="4832474" y="2171546"/>
                </a:lnTo>
                <a:close/>
              </a:path>
            </a:pathLst>
          </a:cu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2" name="任意多边形 21">
            <a:extLst>
              <a:ext uri="{FF2B5EF4-FFF2-40B4-BE49-F238E27FC236}">
                <a16:creationId xmlns:a16="http://schemas.microsoft.com/office/drawing/2014/main" id="{00C1BE0B-A075-DFED-1B56-CE6F5D9C481A}"/>
              </a:ext>
            </a:extLst>
          </p:cNvPr>
          <p:cNvSpPr/>
          <p:nvPr/>
        </p:nvSpPr>
        <p:spPr>
          <a:xfrm rot="2700000">
            <a:off x="6098536" y="2488658"/>
            <a:ext cx="4353560" cy="4231886"/>
          </a:xfrm>
          <a:custGeom>
            <a:avLst/>
            <a:gdLst>
              <a:gd name="connsiteX0" fmla="*/ 0 w 4353560"/>
              <a:gd name="connsiteY0" fmla="*/ 1105934 h 4231886"/>
              <a:gd name="connsiteX1" fmla="*/ 1105935 w 4353560"/>
              <a:gd name="connsiteY1" fmla="*/ 0 h 4231886"/>
              <a:gd name="connsiteX2" fmla="*/ 3943273 w 4353560"/>
              <a:gd name="connsiteY2" fmla="*/ 0 h 4231886"/>
              <a:gd name="connsiteX3" fmla="*/ 4353560 w 4353560"/>
              <a:gd name="connsiteY3" fmla="*/ 410287 h 4231886"/>
              <a:gd name="connsiteX4" fmla="*/ 4353560 w 4353560"/>
              <a:gd name="connsiteY4" fmla="*/ 3125951 h 4231886"/>
              <a:gd name="connsiteX5" fmla="*/ 3247625 w 4353560"/>
              <a:gd name="connsiteY5" fmla="*/ 4231886 h 4231886"/>
              <a:gd name="connsiteX6" fmla="*/ 3247625 w 4353560"/>
              <a:gd name="connsiteY6" fmla="*/ 1105934 h 42318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53560" h="4231886">
                <a:moveTo>
                  <a:pt x="0" y="1105934"/>
                </a:moveTo>
                <a:lnTo>
                  <a:pt x="1105935" y="0"/>
                </a:lnTo>
                <a:lnTo>
                  <a:pt x="3943273" y="0"/>
                </a:lnTo>
                <a:cubicBezTo>
                  <a:pt x="4169868" y="0"/>
                  <a:pt x="4353560" y="183692"/>
                  <a:pt x="4353560" y="410287"/>
                </a:cubicBezTo>
                <a:lnTo>
                  <a:pt x="4353560" y="3125951"/>
                </a:lnTo>
                <a:lnTo>
                  <a:pt x="3247625" y="4231886"/>
                </a:lnTo>
                <a:lnTo>
                  <a:pt x="3247625" y="1105934"/>
                </a:lnTo>
                <a:close/>
              </a:path>
            </a:pathLst>
          </a:custGeom>
          <a:solidFill>
            <a:schemeClr val="accent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0" name="任意多边形 19">
            <a:extLst>
              <a:ext uri="{FF2B5EF4-FFF2-40B4-BE49-F238E27FC236}">
                <a16:creationId xmlns:a16="http://schemas.microsoft.com/office/drawing/2014/main" id="{83615194-48E9-F787-99BB-C47FB05750CE}"/>
              </a:ext>
            </a:extLst>
          </p:cNvPr>
          <p:cNvSpPr/>
          <p:nvPr/>
        </p:nvSpPr>
        <p:spPr>
          <a:xfrm rot="2700000">
            <a:off x="5271643" y="433691"/>
            <a:ext cx="4706557" cy="4730065"/>
          </a:xfrm>
          <a:custGeom>
            <a:avLst/>
            <a:gdLst>
              <a:gd name="connsiteX0" fmla="*/ 1163668 w 4706557"/>
              <a:gd name="connsiteY0" fmla="*/ 125724 h 4730065"/>
              <a:gd name="connsiteX1" fmla="*/ 1163670 w 4706557"/>
              <a:gd name="connsiteY1" fmla="*/ 125724 h 4730065"/>
              <a:gd name="connsiteX2" fmla="*/ 1289393 w 4706557"/>
              <a:gd name="connsiteY2" fmla="*/ 1 h 4730065"/>
              <a:gd name="connsiteX3" fmla="*/ 4274851 w 4706557"/>
              <a:gd name="connsiteY3" fmla="*/ 0 h 4730065"/>
              <a:gd name="connsiteX4" fmla="*/ 4706557 w 4706557"/>
              <a:gd name="connsiteY4" fmla="*/ 431706 h 4730065"/>
              <a:gd name="connsiteX5" fmla="*/ 4706557 w 4706557"/>
              <a:gd name="connsiteY5" fmla="*/ 3440672 h 4730065"/>
              <a:gd name="connsiteX6" fmla="*/ 3542888 w 4706557"/>
              <a:gd name="connsiteY6" fmla="*/ 4604342 h 4730065"/>
              <a:gd name="connsiteX7" fmla="*/ 3542888 w 4706557"/>
              <a:gd name="connsiteY7" fmla="*/ 4604340 h 4730065"/>
              <a:gd name="connsiteX8" fmla="*/ 3417163 w 4706557"/>
              <a:gd name="connsiteY8" fmla="*/ 4730065 h 4730065"/>
              <a:gd name="connsiteX9" fmla="*/ 3417163 w 4706557"/>
              <a:gd name="connsiteY9" fmla="*/ 1289392 h 4730065"/>
              <a:gd name="connsiteX10" fmla="*/ 0 w 4706557"/>
              <a:gd name="connsiteY10" fmla="*/ 1289392 h 4730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706557" h="4730065">
                <a:moveTo>
                  <a:pt x="1163668" y="125724"/>
                </a:moveTo>
                <a:lnTo>
                  <a:pt x="1163670" y="125724"/>
                </a:lnTo>
                <a:lnTo>
                  <a:pt x="1289393" y="1"/>
                </a:lnTo>
                <a:lnTo>
                  <a:pt x="4274851" y="0"/>
                </a:lnTo>
                <a:cubicBezTo>
                  <a:pt x="4513275" y="1"/>
                  <a:pt x="4706557" y="193282"/>
                  <a:pt x="4706557" y="431706"/>
                </a:cubicBezTo>
                <a:lnTo>
                  <a:pt x="4706557" y="3440672"/>
                </a:lnTo>
                <a:lnTo>
                  <a:pt x="3542888" y="4604342"/>
                </a:lnTo>
                <a:lnTo>
                  <a:pt x="3542888" y="4604340"/>
                </a:lnTo>
                <a:lnTo>
                  <a:pt x="3417163" y="4730065"/>
                </a:lnTo>
                <a:lnTo>
                  <a:pt x="3417163" y="1289392"/>
                </a:lnTo>
                <a:lnTo>
                  <a:pt x="0" y="1289392"/>
                </a:lnTo>
                <a:close/>
              </a:path>
            </a:pathLst>
          </a:custGeom>
          <a:solidFill>
            <a:srgbClr val="5D999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3" name="文本框 22">
            <a:extLst>
              <a:ext uri="{FF2B5EF4-FFF2-40B4-BE49-F238E27FC236}">
                <a16:creationId xmlns:a16="http://schemas.microsoft.com/office/drawing/2014/main" id="{9FD884F5-E831-9159-5982-68DD36295EED}"/>
              </a:ext>
            </a:extLst>
          </p:cNvPr>
          <p:cNvSpPr txBox="1"/>
          <p:nvPr/>
        </p:nvSpPr>
        <p:spPr>
          <a:xfrm>
            <a:off x="914280" y="1879625"/>
            <a:ext cx="1978427" cy="461665"/>
          </a:xfrm>
          <a:prstGeom prst="rect">
            <a:avLst/>
          </a:prstGeom>
          <a:noFill/>
        </p:spPr>
        <p:txBody>
          <a:bodyPr wrap="none" rtlCol="0">
            <a:spAutoFit/>
            <a:scene3d>
              <a:camera prst="orthographicFront"/>
              <a:lightRig rig="threePt" dir="t"/>
            </a:scene3d>
            <a:sp3d contourW="12700"/>
          </a:bodyPr>
          <a:lstStyle/>
          <a:p>
            <a:r>
              <a:rPr lang="en-US" altLang="zh-CN" sz="2400" b="1" dirty="0">
                <a:solidFill>
                  <a:srgbClr val="5D999F"/>
                </a:solidFill>
                <a:cs typeface="+mn-ea"/>
                <a:sym typeface="+mn-lt"/>
              </a:rPr>
              <a:t>Final Report</a:t>
            </a:r>
            <a:endParaRPr lang="zh-CN" altLang="en-US" sz="2400" b="1" dirty="0">
              <a:solidFill>
                <a:srgbClr val="5D999F"/>
              </a:solidFill>
              <a:cs typeface="+mn-ea"/>
              <a:sym typeface="+mn-lt"/>
            </a:endParaRPr>
          </a:p>
        </p:txBody>
      </p:sp>
      <p:sp>
        <p:nvSpPr>
          <p:cNvPr id="24" name="文本框 23">
            <a:extLst>
              <a:ext uri="{FF2B5EF4-FFF2-40B4-BE49-F238E27FC236}">
                <a16:creationId xmlns:a16="http://schemas.microsoft.com/office/drawing/2014/main" id="{5FA0ECE8-3B24-0111-AD87-65E8F2304421}"/>
              </a:ext>
            </a:extLst>
          </p:cNvPr>
          <p:cNvSpPr txBox="1"/>
          <p:nvPr/>
        </p:nvSpPr>
        <p:spPr>
          <a:xfrm>
            <a:off x="897936" y="2422477"/>
            <a:ext cx="6916463" cy="2123658"/>
          </a:xfrm>
          <a:prstGeom prst="rect">
            <a:avLst/>
          </a:prstGeom>
          <a:noFill/>
        </p:spPr>
        <p:txBody>
          <a:bodyPr wrap="square" rtlCol="0">
            <a:spAutoFit/>
            <a:scene3d>
              <a:camera prst="orthographicFront"/>
              <a:lightRig rig="threePt" dir="t"/>
            </a:scene3d>
            <a:sp3d contourW="12700"/>
          </a:bodyPr>
          <a:lstStyle/>
          <a:p>
            <a:r>
              <a:rPr lang="en-US" altLang="zh-CN" sz="6600" b="1" dirty="0">
                <a:solidFill>
                  <a:schemeClr val="tx1">
                    <a:lumMod val="75000"/>
                    <a:lumOff val="25000"/>
                  </a:schemeClr>
                </a:solidFill>
                <a:cs typeface="+mn-ea"/>
                <a:sym typeface="+mn-lt"/>
              </a:rPr>
              <a:t>THANKS FOR WATCHING</a:t>
            </a:r>
            <a:endParaRPr lang="zh-CN" altLang="en-US" sz="6600" b="1" dirty="0">
              <a:solidFill>
                <a:schemeClr val="tx1">
                  <a:lumMod val="75000"/>
                  <a:lumOff val="25000"/>
                </a:schemeClr>
              </a:solidFill>
              <a:cs typeface="+mn-ea"/>
              <a:sym typeface="+mn-lt"/>
            </a:endParaRPr>
          </a:p>
        </p:txBody>
      </p:sp>
      <p:grpSp>
        <p:nvGrpSpPr>
          <p:cNvPr id="26" name="组合 25">
            <a:extLst>
              <a:ext uri="{FF2B5EF4-FFF2-40B4-BE49-F238E27FC236}">
                <a16:creationId xmlns:a16="http://schemas.microsoft.com/office/drawing/2014/main" id="{661903C0-EE87-8D02-A54A-EDA90D129321}"/>
              </a:ext>
            </a:extLst>
          </p:cNvPr>
          <p:cNvGrpSpPr/>
          <p:nvPr/>
        </p:nvGrpSpPr>
        <p:grpSpPr>
          <a:xfrm>
            <a:off x="4789797" y="5849975"/>
            <a:ext cx="2767734" cy="316802"/>
            <a:chOff x="1244534" y="3522134"/>
            <a:chExt cx="2767734" cy="316802"/>
          </a:xfrm>
          <a:solidFill>
            <a:srgbClr val="5D999F"/>
          </a:solidFill>
        </p:grpSpPr>
        <p:sp>
          <p:nvSpPr>
            <p:cNvPr id="27" name="矩形 26">
              <a:extLst>
                <a:ext uri="{FF2B5EF4-FFF2-40B4-BE49-F238E27FC236}">
                  <a16:creationId xmlns:a16="http://schemas.microsoft.com/office/drawing/2014/main" id="{5401D80D-A1EF-14B8-4CE4-301B0D8F99AA}"/>
                </a:ext>
              </a:extLst>
            </p:cNvPr>
            <p:cNvSpPr/>
            <p:nvPr/>
          </p:nvSpPr>
          <p:spPr>
            <a:xfrm>
              <a:off x="1244534" y="3522134"/>
              <a:ext cx="2767734" cy="31680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28" name="文本框 27">
              <a:extLst>
                <a:ext uri="{FF2B5EF4-FFF2-40B4-BE49-F238E27FC236}">
                  <a16:creationId xmlns:a16="http://schemas.microsoft.com/office/drawing/2014/main" id="{96E1CE71-85F5-8C54-8742-2412D97A3C92}"/>
                </a:ext>
              </a:extLst>
            </p:cNvPr>
            <p:cNvSpPr txBox="1"/>
            <p:nvPr/>
          </p:nvSpPr>
          <p:spPr>
            <a:xfrm>
              <a:off x="1445812" y="3522134"/>
              <a:ext cx="2365178" cy="306705"/>
            </a:xfrm>
            <a:prstGeom prst="rect">
              <a:avLst/>
            </a:prstGeom>
            <a:noFill/>
          </p:spPr>
          <p:txBody>
            <a:bodyPr wrap="square" rtlCol="0">
              <a:spAutoFit/>
              <a:scene3d>
                <a:camera prst="orthographicFront"/>
                <a:lightRig rig="threePt" dir="t"/>
              </a:scene3d>
              <a:sp3d contourW="12700"/>
            </a:bodyPr>
            <a:lstStyle/>
            <a:p>
              <a:pPr algn="ctr"/>
              <a:r>
                <a:rPr lang="en-US" altLang="zh-CN" sz="1400" dirty="0">
                  <a:solidFill>
                    <a:schemeClr val="bg1"/>
                  </a:solidFill>
                  <a:cs typeface="+mn-ea"/>
                  <a:sym typeface="+mn-lt"/>
                </a:rPr>
                <a:t>Leyan Chen(U99402862)</a:t>
              </a:r>
            </a:p>
          </p:txBody>
        </p:sp>
      </p:grpSp>
      <p:sp>
        <p:nvSpPr>
          <p:cNvPr id="30" name="任意多边形 29">
            <a:extLst>
              <a:ext uri="{FF2B5EF4-FFF2-40B4-BE49-F238E27FC236}">
                <a16:creationId xmlns:a16="http://schemas.microsoft.com/office/drawing/2014/main" id="{AA93CBDA-9082-A253-42F5-4FF3D3D8A55B}"/>
              </a:ext>
            </a:extLst>
          </p:cNvPr>
          <p:cNvSpPr/>
          <p:nvPr/>
        </p:nvSpPr>
        <p:spPr>
          <a:xfrm rot="2700000">
            <a:off x="10732001" y="5932661"/>
            <a:ext cx="922260" cy="926867"/>
          </a:xfrm>
          <a:custGeom>
            <a:avLst/>
            <a:gdLst>
              <a:gd name="connsiteX0" fmla="*/ 1163668 w 4706557"/>
              <a:gd name="connsiteY0" fmla="*/ 125724 h 4730065"/>
              <a:gd name="connsiteX1" fmla="*/ 1163670 w 4706557"/>
              <a:gd name="connsiteY1" fmla="*/ 125724 h 4730065"/>
              <a:gd name="connsiteX2" fmla="*/ 1289393 w 4706557"/>
              <a:gd name="connsiteY2" fmla="*/ 1 h 4730065"/>
              <a:gd name="connsiteX3" fmla="*/ 4274851 w 4706557"/>
              <a:gd name="connsiteY3" fmla="*/ 0 h 4730065"/>
              <a:gd name="connsiteX4" fmla="*/ 4706557 w 4706557"/>
              <a:gd name="connsiteY4" fmla="*/ 431706 h 4730065"/>
              <a:gd name="connsiteX5" fmla="*/ 4706557 w 4706557"/>
              <a:gd name="connsiteY5" fmla="*/ 3440672 h 4730065"/>
              <a:gd name="connsiteX6" fmla="*/ 3542888 w 4706557"/>
              <a:gd name="connsiteY6" fmla="*/ 4604342 h 4730065"/>
              <a:gd name="connsiteX7" fmla="*/ 3542888 w 4706557"/>
              <a:gd name="connsiteY7" fmla="*/ 4604340 h 4730065"/>
              <a:gd name="connsiteX8" fmla="*/ 3417163 w 4706557"/>
              <a:gd name="connsiteY8" fmla="*/ 4730065 h 4730065"/>
              <a:gd name="connsiteX9" fmla="*/ 3417163 w 4706557"/>
              <a:gd name="connsiteY9" fmla="*/ 1289392 h 4730065"/>
              <a:gd name="connsiteX10" fmla="*/ 0 w 4706557"/>
              <a:gd name="connsiteY10" fmla="*/ 1289392 h 4730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706557" h="4730065">
                <a:moveTo>
                  <a:pt x="1163668" y="125724"/>
                </a:moveTo>
                <a:lnTo>
                  <a:pt x="1163670" y="125724"/>
                </a:lnTo>
                <a:lnTo>
                  <a:pt x="1289393" y="1"/>
                </a:lnTo>
                <a:lnTo>
                  <a:pt x="4274851" y="0"/>
                </a:lnTo>
                <a:cubicBezTo>
                  <a:pt x="4513275" y="1"/>
                  <a:pt x="4706557" y="193282"/>
                  <a:pt x="4706557" y="431706"/>
                </a:cubicBezTo>
                <a:lnTo>
                  <a:pt x="4706557" y="3440672"/>
                </a:lnTo>
                <a:lnTo>
                  <a:pt x="3542888" y="4604342"/>
                </a:lnTo>
                <a:lnTo>
                  <a:pt x="3542888" y="4604340"/>
                </a:lnTo>
                <a:lnTo>
                  <a:pt x="3417163" y="4730065"/>
                </a:lnTo>
                <a:lnTo>
                  <a:pt x="3417163" y="1289392"/>
                </a:lnTo>
                <a:lnTo>
                  <a:pt x="0" y="1289392"/>
                </a:lnTo>
                <a:close/>
              </a:path>
            </a:pathLst>
          </a:custGeom>
          <a:solidFill>
            <a:schemeClr val="accent2">
              <a:lumMod val="20000"/>
              <a:lumOff val="8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32" name="任意多边形 31">
            <a:extLst>
              <a:ext uri="{FF2B5EF4-FFF2-40B4-BE49-F238E27FC236}">
                <a16:creationId xmlns:a16="http://schemas.microsoft.com/office/drawing/2014/main" id="{E75D74C1-D78F-7006-AF99-4F1670560257}"/>
              </a:ext>
            </a:extLst>
          </p:cNvPr>
          <p:cNvSpPr/>
          <p:nvPr/>
        </p:nvSpPr>
        <p:spPr>
          <a:xfrm rot="2700000">
            <a:off x="1301417" y="5457574"/>
            <a:ext cx="707075" cy="710607"/>
          </a:xfrm>
          <a:custGeom>
            <a:avLst/>
            <a:gdLst>
              <a:gd name="connsiteX0" fmla="*/ 1163668 w 4706557"/>
              <a:gd name="connsiteY0" fmla="*/ 125724 h 4730065"/>
              <a:gd name="connsiteX1" fmla="*/ 1163670 w 4706557"/>
              <a:gd name="connsiteY1" fmla="*/ 125724 h 4730065"/>
              <a:gd name="connsiteX2" fmla="*/ 1289393 w 4706557"/>
              <a:gd name="connsiteY2" fmla="*/ 1 h 4730065"/>
              <a:gd name="connsiteX3" fmla="*/ 4274851 w 4706557"/>
              <a:gd name="connsiteY3" fmla="*/ 0 h 4730065"/>
              <a:gd name="connsiteX4" fmla="*/ 4706557 w 4706557"/>
              <a:gd name="connsiteY4" fmla="*/ 431706 h 4730065"/>
              <a:gd name="connsiteX5" fmla="*/ 4706557 w 4706557"/>
              <a:gd name="connsiteY5" fmla="*/ 3440672 h 4730065"/>
              <a:gd name="connsiteX6" fmla="*/ 3542888 w 4706557"/>
              <a:gd name="connsiteY6" fmla="*/ 4604342 h 4730065"/>
              <a:gd name="connsiteX7" fmla="*/ 3542888 w 4706557"/>
              <a:gd name="connsiteY7" fmla="*/ 4604340 h 4730065"/>
              <a:gd name="connsiteX8" fmla="*/ 3417163 w 4706557"/>
              <a:gd name="connsiteY8" fmla="*/ 4730065 h 4730065"/>
              <a:gd name="connsiteX9" fmla="*/ 3417163 w 4706557"/>
              <a:gd name="connsiteY9" fmla="*/ 1289392 h 4730065"/>
              <a:gd name="connsiteX10" fmla="*/ 0 w 4706557"/>
              <a:gd name="connsiteY10" fmla="*/ 1289392 h 4730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706557" h="4730065">
                <a:moveTo>
                  <a:pt x="1163668" y="125724"/>
                </a:moveTo>
                <a:lnTo>
                  <a:pt x="1163670" y="125724"/>
                </a:lnTo>
                <a:lnTo>
                  <a:pt x="1289393" y="1"/>
                </a:lnTo>
                <a:lnTo>
                  <a:pt x="4274851" y="0"/>
                </a:lnTo>
                <a:cubicBezTo>
                  <a:pt x="4513275" y="1"/>
                  <a:pt x="4706557" y="193282"/>
                  <a:pt x="4706557" y="431706"/>
                </a:cubicBezTo>
                <a:lnTo>
                  <a:pt x="4706557" y="3440672"/>
                </a:lnTo>
                <a:lnTo>
                  <a:pt x="3542888" y="4604342"/>
                </a:lnTo>
                <a:lnTo>
                  <a:pt x="3542888" y="4604340"/>
                </a:lnTo>
                <a:lnTo>
                  <a:pt x="3417163" y="4730065"/>
                </a:lnTo>
                <a:lnTo>
                  <a:pt x="3417163" y="1289392"/>
                </a:lnTo>
                <a:lnTo>
                  <a:pt x="0" y="1289392"/>
                </a:lnTo>
                <a:close/>
              </a:path>
            </a:pathLst>
          </a:custGeom>
          <a:solidFill>
            <a:schemeClr val="bg1">
              <a:lumMod val="95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sp>
        <p:nvSpPr>
          <p:cNvPr id="33" name="任意多边形 32">
            <a:extLst>
              <a:ext uri="{FF2B5EF4-FFF2-40B4-BE49-F238E27FC236}">
                <a16:creationId xmlns:a16="http://schemas.microsoft.com/office/drawing/2014/main" id="{5791D19D-4EEF-CC3A-CC69-D08B496356F4}"/>
              </a:ext>
            </a:extLst>
          </p:cNvPr>
          <p:cNvSpPr/>
          <p:nvPr/>
        </p:nvSpPr>
        <p:spPr>
          <a:xfrm rot="2700000">
            <a:off x="4647436" y="484397"/>
            <a:ext cx="354223" cy="355992"/>
          </a:xfrm>
          <a:custGeom>
            <a:avLst/>
            <a:gdLst>
              <a:gd name="connsiteX0" fmla="*/ 1163668 w 4706557"/>
              <a:gd name="connsiteY0" fmla="*/ 125724 h 4730065"/>
              <a:gd name="connsiteX1" fmla="*/ 1163670 w 4706557"/>
              <a:gd name="connsiteY1" fmla="*/ 125724 h 4730065"/>
              <a:gd name="connsiteX2" fmla="*/ 1289393 w 4706557"/>
              <a:gd name="connsiteY2" fmla="*/ 1 h 4730065"/>
              <a:gd name="connsiteX3" fmla="*/ 4274851 w 4706557"/>
              <a:gd name="connsiteY3" fmla="*/ 0 h 4730065"/>
              <a:gd name="connsiteX4" fmla="*/ 4706557 w 4706557"/>
              <a:gd name="connsiteY4" fmla="*/ 431706 h 4730065"/>
              <a:gd name="connsiteX5" fmla="*/ 4706557 w 4706557"/>
              <a:gd name="connsiteY5" fmla="*/ 3440672 h 4730065"/>
              <a:gd name="connsiteX6" fmla="*/ 3542888 w 4706557"/>
              <a:gd name="connsiteY6" fmla="*/ 4604342 h 4730065"/>
              <a:gd name="connsiteX7" fmla="*/ 3542888 w 4706557"/>
              <a:gd name="connsiteY7" fmla="*/ 4604340 h 4730065"/>
              <a:gd name="connsiteX8" fmla="*/ 3417163 w 4706557"/>
              <a:gd name="connsiteY8" fmla="*/ 4730065 h 4730065"/>
              <a:gd name="connsiteX9" fmla="*/ 3417163 w 4706557"/>
              <a:gd name="connsiteY9" fmla="*/ 1289392 h 4730065"/>
              <a:gd name="connsiteX10" fmla="*/ 0 w 4706557"/>
              <a:gd name="connsiteY10" fmla="*/ 1289392 h 47300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706557" h="4730065">
                <a:moveTo>
                  <a:pt x="1163668" y="125724"/>
                </a:moveTo>
                <a:lnTo>
                  <a:pt x="1163670" y="125724"/>
                </a:lnTo>
                <a:lnTo>
                  <a:pt x="1289393" y="1"/>
                </a:lnTo>
                <a:lnTo>
                  <a:pt x="4274851" y="0"/>
                </a:lnTo>
                <a:cubicBezTo>
                  <a:pt x="4513275" y="1"/>
                  <a:pt x="4706557" y="193282"/>
                  <a:pt x="4706557" y="431706"/>
                </a:cubicBezTo>
                <a:lnTo>
                  <a:pt x="4706557" y="3440672"/>
                </a:lnTo>
                <a:lnTo>
                  <a:pt x="3542888" y="4604342"/>
                </a:lnTo>
                <a:lnTo>
                  <a:pt x="3542888" y="4604340"/>
                </a:lnTo>
                <a:lnTo>
                  <a:pt x="3417163" y="4730065"/>
                </a:lnTo>
                <a:lnTo>
                  <a:pt x="3417163" y="1289392"/>
                </a:lnTo>
                <a:lnTo>
                  <a:pt x="0" y="1289392"/>
                </a:lnTo>
                <a:close/>
              </a:path>
            </a:pathLst>
          </a:custGeom>
          <a:solidFill>
            <a:schemeClr val="accent1">
              <a:lumMod val="20000"/>
              <a:lumOff val="80000"/>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cs typeface="+mn-ea"/>
              <a:sym typeface="+mn-lt"/>
            </a:endParaRPr>
          </a:p>
        </p:txBody>
      </p:sp>
      <p:grpSp>
        <p:nvGrpSpPr>
          <p:cNvPr id="41" name="组合 40">
            <a:extLst>
              <a:ext uri="{FF2B5EF4-FFF2-40B4-BE49-F238E27FC236}">
                <a16:creationId xmlns:a16="http://schemas.microsoft.com/office/drawing/2014/main" id="{512B5B16-5995-0F30-8988-7CD414817EC8}"/>
              </a:ext>
            </a:extLst>
          </p:cNvPr>
          <p:cNvGrpSpPr/>
          <p:nvPr/>
        </p:nvGrpSpPr>
        <p:grpSpPr>
          <a:xfrm>
            <a:off x="458272" y="546208"/>
            <a:ext cx="311151" cy="194270"/>
            <a:chOff x="207558" y="206734"/>
            <a:chExt cx="380545" cy="157163"/>
          </a:xfrm>
        </p:grpSpPr>
        <p:cxnSp>
          <p:nvCxnSpPr>
            <p:cNvPr id="35" name="直接连接符 34">
              <a:extLst>
                <a:ext uri="{FF2B5EF4-FFF2-40B4-BE49-F238E27FC236}">
                  <a16:creationId xmlns:a16="http://schemas.microsoft.com/office/drawing/2014/main" id="{C7948613-ED74-956F-085C-8E044C1F74FC}"/>
                </a:ext>
              </a:extLst>
            </p:cNvPr>
            <p:cNvCxnSpPr/>
            <p:nvPr/>
          </p:nvCxnSpPr>
          <p:spPr>
            <a:xfrm>
              <a:off x="207558" y="206734"/>
              <a:ext cx="380545" cy="0"/>
            </a:xfrm>
            <a:prstGeom prst="line">
              <a:avLst/>
            </a:prstGeom>
            <a:ln w="38100" cap="rnd">
              <a:solidFill>
                <a:srgbClr val="5D999F"/>
              </a:solidFill>
              <a:round/>
            </a:ln>
          </p:spPr>
          <p:style>
            <a:lnRef idx="1">
              <a:schemeClr val="accent1"/>
            </a:lnRef>
            <a:fillRef idx="0">
              <a:schemeClr val="accent1"/>
            </a:fillRef>
            <a:effectRef idx="0">
              <a:schemeClr val="accent1"/>
            </a:effectRef>
            <a:fontRef idx="minor">
              <a:schemeClr val="tx1"/>
            </a:fontRef>
          </p:style>
        </p:cxnSp>
        <p:cxnSp>
          <p:nvCxnSpPr>
            <p:cNvPr id="39" name="直接连接符 38">
              <a:extLst>
                <a:ext uri="{FF2B5EF4-FFF2-40B4-BE49-F238E27FC236}">
                  <a16:creationId xmlns:a16="http://schemas.microsoft.com/office/drawing/2014/main" id="{F9D16B24-1BFA-677F-EFF7-82386C34C8CF}"/>
                </a:ext>
              </a:extLst>
            </p:cNvPr>
            <p:cNvCxnSpPr/>
            <p:nvPr/>
          </p:nvCxnSpPr>
          <p:spPr>
            <a:xfrm>
              <a:off x="207558" y="285316"/>
              <a:ext cx="380545" cy="0"/>
            </a:xfrm>
            <a:prstGeom prst="line">
              <a:avLst/>
            </a:prstGeom>
            <a:ln w="38100" cap="rnd">
              <a:solidFill>
                <a:srgbClr val="5D999F"/>
              </a:solidFill>
              <a:round/>
            </a:ln>
          </p:spPr>
          <p:style>
            <a:lnRef idx="1">
              <a:schemeClr val="accent1"/>
            </a:lnRef>
            <a:fillRef idx="0">
              <a:schemeClr val="accent1"/>
            </a:fillRef>
            <a:effectRef idx="0">
              <a:schemeClr val="accent1"/>
            </a:effectRef>
            <a:fontRef idx="minor">
              <a:schemeClr val="tx1"/>
            </a:fontRef>
          </p:style>
        </p:cxnSp>
        <p:cxnSp>
          <p:nvCxnSpPr>
            <p:cNvPr id="40" name="直接连接符 39">
              <a:extLst>
                <a:ext uri="{FF2B5EF4-FFF2-40B4-BE49-F238E27FC236}">
                  <a16:creationId xmlns:a16="http://schemas.microsoft.com/office/drawing/2014/main" id="{F1F0AAEF-2235-4B4C-63CB-702E47FE9A1D}"/>
                </a:ext>
              </a:extLst>
            </p:cNvPr>
            <p:cNvCxnSpPr/>
            <p:nvPr/>
          </p:nvCxnSpPr>
          <p:spPr>
            <a:xfrm>
              <a:off x="207558" y="363897"/>
              <a:ext cx="380545" cy="0"/>
            </a:xfrm>
            <a:prstGeom prst="line">
              <a:avLst/>
            </a:prstGeom>
            <a:ln w="38100" cap="rnd">
              <a:solidFill>
                <a:srgbClr val="5D999F"/>
              </a:solidFill>
              <a:round/>
            </a:ln>
          </p:spPr>
          <p:style>
            <a:lnRef idx="1">
              <a:schemeClr val="accent1"/>
            </a:lnRef>
            <a:fillRef idx="0">
              <a:schemeClr val="accent1"/>
            </a:fillRef>
            <a:effectRef idx="0">
              <a:schemeClr val="accent1"/>
            </a:effectRef>
            <a:fontRef idx="minor">
              <a:schemeClr val="tx1"/>
            </a:fontRef>
          </p:style>
        </p:cxnSp>
      </p:grpSp>
      <p:sp>
        <p:nvSpPr>
          <p:cNvPr id="42" name="文本框 41">
            <a:extLst>
              <a:ext uri="{FF2B5EF4-FFF2-40B4-BE49-F238E27FC236}">
                <a16:creationId xmlns:a16="http://schemas.microsoft.com/office/drawing/2014/main" id="{83025F43-5944-680C-22E2-4FE0FFFD61C9}"/>
              </a:ext>
            </a:extLst>
          </p:cNvPr>
          <p:cNvSpPr txBox="1"/>
          <p:nvPr/>
        </p:nvSpPr>
        <p:spPr>
          <a:xfrm>
            <a:off x="966681" y="440800"/>
            <a:ext cx="3530455" cy="400110"/>
          </a:xfrm>
          <a:prstGeom prst="rect">
            <a:avLst/>
          </a:prstGeom>
          <a:noFill/>
        </p:spPr>
        <p:txBody>
          <a:bodyPr wrap="square" rtlCol="0">
            <a:spAutoFit/>
            <a:scene3d>
              <a:camera prst="orthographicFront"/>
              <a:lightRig rig="threePt" dir="t"/>
            </a:scene3d>
            <a:sp3d contourW="12700"/>
          </a:bodyPr>
          <a:lstStyle/>
          <a:p>
            <a:r>
              <a:rPr lang="en-US" altLang="zh-CN" sz="2000" dirty="0">
                <a:solidFill>
                  <a:schemeClr val="tx1">
                    <a:lumMod val="50000"/>
                    <a:lumOff val="50000"/>
                  </a:schemeClr>
                </a:solidFill>
                <a:cs typeface="+mn-ea"/>
                <a:sym typeface="+mn-lt"/>
              </a:rPr>
              <a:t>25Spring: CAS CS506</a:t>
            </a:r>
            <a:endParaRPr lang="zh-CN" altLang="en-US" sz="2000" dirty="0">
              <a:solidFill>
                <a:schemeClr val="tx1">
                  <a:lumMod val="50000"/>
                  <a:lumOff val="50000"/>
                </a:schemeClr>
              </a:solidFill>
              <a:cs typeface="+mn-ea"/>
              <a:sym typeface="+mn-lt"/>
            </a:endParaRPr>
          </a:p>
        </p:txBody>
      </p:sp>
    </p:spTree>
    <p:extLst>
      <p:ext uri="{BB962C8B-B14F-4D97-AF65-F5344CB8AC3E}">
        <p14:creationId xmlns:p14="http://schemas.microsoft.com/office/powerpoint/2010/main" val="186878170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theme/theme1.xml><?xml version="1.0" encoding="utf-8"?>
<a:theme xmlns:a="http://schemas.openxmlformats.org/drawingml/2006/main" name="51PPT模板网   www.51pptmoban.com">
  <a:themeElements>
    <a:clrScheme name="自定义 1">
      <a:dk1>
        <a:srgbClr val="000000"/>
      </a:dk1>
      <a:lt1>
        <a:srgbClr val="FFFFFF"/>
      </a:lt1>
      <a:dk2>
        <a:srgbClr val="000000"/>
      </a:dk2>
      <a:lt2>
        <a:srgbClr val="FFFFFF"/>
      </a:lt2>
      <a:accent1>
        <a:srgbClr val="4B8E95"/>
      </a:accent1>
      <a:accent2>
        <a:srgbClr val="000000"/>
      </a:accent2>
      <a:accent3>
        <a:srgbClr val="4B5050"/>
      </a:accent3>
      <a:accent4>
        <a:srgbClr val="91969B"/>
      </a:accent4>
      <a:accent5>
        <a:srgbClr val="4B5050"/>
      </a:accent5>
      <a:accent6>
        <a:srgbClr val="91969B"/>
      </a:accent6>
      <a:hlink>
        <a:srgbClr val="F33B48"/>
      </a:hlink>
      <a:folHlink>
        <a:srgbClr val="FFC000"/>
      </a:folHlink>
    </a:clrScheme>
    <a:fontScheme name="nvx35pje">
      <a:majorFont>
        <a:latin typeface="Arial"/>
        <a:ea typeface="阿里巴巴普惠体 2.0 55 Regular"/>
        <a:cs typeface=""/>
      </a:majorFont>
      <a:minorFont>
        <a:latin typeface="Arial"/>
        <a:ea typeface="阿里巴巴普惠体 2.0 55 Regular"/>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nvx35pje">
      <a:majorFont>
        <a:latin typeface="Arial"/>
        <a:ea typeface="阿里巴巴普惠体 2.0 55 Regular"/>
        <a:cs typeface=""/>
      </a:majorFont>
      <a:minorFont>
        <a:latin typeface="Arial"/>
        <a:ea typeface="阿里巴巴普惠体 2.0 55 Regular"/>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2143</TotalTime>
  <Words>1322</Words>
  <Application>Microsoft Office PowerPoint</Application>
  <PresentationFormat>宽屏</PresentationFormat>
  <Paragraphs>119</Paragraphs>
  <Slides>28</Slides>
  <Notes>28</Notes>
  <HiddenSlides>0</HiddenSlides>
  <MMClips>0</MMClips>
  <ScaleCrop>false</ScaleCrop>
  <HeadingPairs>
    <vt:vector size="6" baseType="variant">
      <vt:variant>
        <vt:lpstr>已用的字体</vt:lpstr>
      </vt:variant>
      <vt:variant>
        <vt:i4>6</vt:i4>
      </vt:variant>
      <vt:variant>
        <vt:lpstr>主题</vt:lpstr>
      </vt:variant>
      <vt:variant>
        <vt:i4>2</vt:i4>
      </vt:variant>
      <vt:variant>
        <vt:lpstr>幻灯片标题</vt:lpstr>
      </vt:variant>
      <vt:variant>
        <vt:i4>28</vt:i4>
      </vt:variant>
    </vt:vector>
  </HeadingPairs>
  <TitlesOfParts>
    <vt:vector size="36" baseType="lpstr">
      <vt:lpstr>阿里巴巴普惠体 L</vt:lpstr>
      <vt:lpstr>阿里巴巴普惠体 M</vt:lpstr>
      <vt:lpstr>等线</vt:lpstr>
      <vt:lpstr>Arial</vt:lpstr>
      <vt:lpstr>Segoe UI</vt:lpstr>
      <vt:lpstr>Symbol</vt:lpstr>
      <vt:lpstr>51PPT模板网   www.51pptmoban.com</vt:lpstr>
      <vt:lpstr>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www.51pptmoban.com</Manager>
  <Compan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箭头几何风简约商务总结计划汇报通用ppt模板</dc:title>
  <dc:creator>user</dc:creator>
  <cp:keywords>www.51pptmoban.com</cp:keywords>
  <dc:description>www.51pptmoban.com</dc:description>
  <cp:lastModifiedBy>Chen, Leyan</cp:lastModifiedBy>
  <cp:revision>267</cp:revision>
  <dcterms:created xsi:type="dcterms:W3CDTF">2021-06-28T00:59:57Z</dcterms:created>
  <dcterms:modified xsi:type="dcterms:W3CDTF">2025-05-01T21:13:25Z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7A7DA513078843EA9486CE55D88D1844</vt:lpwstr>
  </property>
  <property fmtid="{D5CDD505-2E9C-101B-9397-08002B2CF9AE}" pid="3" name="KSOProductBuildVer">
    <vt:lpwstr>2052-11.1.0.10495</vt:lpwstr>
  </property>
</Properties>
</file>